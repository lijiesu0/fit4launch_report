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3.xml" ContentType="application/vnd.openxmlformats-officedocument.theme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4.xml" ContentType="application/vnd.openxmlformats-officedocument.theme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5.xml" ContentType="application/vnd.openxmlformats-officedocument.theme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6.xml" ContentType="application/vnd.openxmlformats-officedocument.theme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theme/theme7.xml" ContentType="application/vnd.openxmlformats-officedocument.theme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theme/theme8.xml" ContentType="application/vnd.openxmlformats-officedocument.theme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theme/theme9.xml" ContentType="application/vnd.openxmlformats-officedocument.theme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theme/theme10.xml" ContentType="application/vnd.openxmlformats-officedocument.theme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theme/theme11.xml" ContentType="application/vnd.openxmlformats-officedocument.theme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theme/theme12.xml" ContentType="application/vnd.openxmlformats-officedocument.theme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theme/theme13.xml" ContentType="application/vnd.openxmlformats-officedocument.theme+xml"/>
  <Override PartName="/ppt/theme/theme14.xml" ContentType="application/vnd.openxmlformats-officedocument.theme+xml"/>
  <Override PartName="/ppt/theme/theme15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theme/themeOverride1.xml" ContentType="application/vnd.openxmlformats-officedocument.themeOverride+xml"/>
  <Override PartName="/ppt/drawings/drawing1.xml" ContentType="application/vnd.openxmlformats-officedocument.drawingml.chartshapes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theme/themeOverride2.xml" ContentType="application/vnd.openxmlformats-officedocument.themeOverride+xml"/>
  <Override PartName="/ppt/drawings/drawing2.xml" ContentType="application/vnd.openxmlformats-officedocument.drawingml.chartshapes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theme/themeOverride3.xml" ContentType="application/vnd.openxmlformats-officedocument.themeOverride+xml"/>
  <Override PartName="/ppt/drawings/drawing3.xml" ContentType="application/vnd.openxmlformats-officedocument.drawingml.chartshapes+xml"/>
  <Override PartName="/ppt/theme/themeOverride4.xml" ContentType="application/vnd.openxmlformats-officedocument.themeOverrid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theme/themeOverride5.xml" ContentType="application/vnd.openxmlformats-officedocument.themeOverride+xml"/>
  <Override PartName="/ppt/drawings/drawing4.xml" ContentType="application/vnd.openxmlformats-officedocument.drawingml.chartshapes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theme/themeOverride6.xml" ContentType="application/vnd.openxmlformats-officedocument.themeOverride+xml"/>
  <Override PartName="/ppt/drawings/drawing5.xml" ContentType="application/vnd.openxmlformats-officedocument.drawingml.chartshapes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theme/themeOverride7.xml" ContentType="application/vnd.openxmlformats-officedocument.themeOverride+xml"/>
  <Override PartName="/ppt/drawings/drawing6.xml" ContentType="application/vnd.openxmlformats-officedocument.drawingml.chartshapes+xml"/>
  <Override PartName="/ppt/changesInfos/changesInfo1.xml" ContentType="application/vnd.ms-powerpoint.changes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57" r:id="rId4"/>
    <p:sldMasterId id="2147483834" r:id="rId5"/>
    <p:sldMasterId id="2147483926" r:id="rId6"/>
    <p:sldMasterId id="2147483928" r:id="rId7"/>
    <p:sldMasterId id="2147483935" r:id="rId8"/>
    <p:sldMasterId id="2147483937" r:id="rId9"/>
    <p:sldMasterId id="2147483946" r:id="rId10"/>
    <p:sldMasterId id="2147483949" r:id="rId11"/>
    <p:sldMasterId id="2147483964" r:id="rId12"/>
    <p:sldMasterId id="2147483977" r:id="rId13"/>
    <p:sldMasterId id="2147483992" r:id="rId14"/>
    <p:sldMasterId id="2147484006" r:id="rId15"/>
    <p:sldMasterId id="2147484019" r:id="rId16"/>
  </p:sldMasterIdLst>
  <p:notesMasterIdLst>
    <p:notesMasterId r:id="rId25"/>
  </p:notesMasterIdLst>
  <p:handoutMasterIdLst>
    <p:handoutMasterId r:id="rId26"/>
  </p:handoutMasterIdLst>
  <p:sldIdLst>
    <p:sldId id="2146846960" r:id="rId17"/>
    <p:sldId id="3540" r:id="rId18"/>
    <p:sldId id="2113416009" r:id="rId19"/>
    <p:sldId id="2113416010" r:id="rId20"/>
    <p:sldId id="2113416011" r:id="rId21"/>
    <p:sldId id="2113416012" r:id="rId22"/>
    <p:sldId id="2146846965" r:id="rId23"/>
    <p:sldId id="2146846962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3840">
          <p15:clr>
            <a:srgbClr val="A4A3A4"/>
          </p15:clr>
        </p15:guide>
        <p15:guide id="3" orient="horz" pos="216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8A73F050-DEED-C9B7-4958-38DAFF7085D7}" name="Salgado, Angelo" initials="SA" userId="S::angelo.salgado14@t-mobile.com::749b456a-b0ee-4fb1-8c5e-7fe32aa5f003" providerId="AD"/>
  <p188:author id="{BA3E37C3-4B23-1E31-073B-627BEF130811}" name="Bone, Kara" initials="BK" userId="S::kara.bone3@t-mobile.com::6f58c159-805e-421e-908e-94dc2ca193e8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Salgado, Angelo" initials="SA" lastIdx="87" clrIdx="0">
    <p:extLst>
      <p:ext uri="{19B8F6BF-5375-455C-9EA6-DF929625EA0E}">
        <p15:presenceInfo xmlns:p15="http://schemas.microsoft.com/office/powerpoint/2012/main" userId="S::angelo.salgado14@t-mobile.com::749b456a-b0ee-4fb1-8c5e-7fe32aa5f003" providerId="AD"/>
      </p:ext>
    </p:extLst>
  </p:cmAuthor>
  <p:cmAuthor id="2" name="Tolentino, Sherwin" initials="TS" lastIdx="3" clrIdx="1">
    <p:extLst>
      <p:ext uri="{19B8F6BF-5375-455C-9EA6-DF929625EA0E}">
        <p15:presenceInfo xmlns:p15="http://schemas.microsoft.com/office/powerpoint/2012/main" userId="S::Sherwin.Tolentino6@T-Mobile.com::924f6893-4c59-44de-8a62-3ba2f4ec322f" providerId="AD"/>
      </p:ext>
    </p:extLst>
  </p:cmAuthor>
  <p:cmAuthor id="3" name="Kara Bone" initials="KB" lastIdx="3" clrIdx="2">
    <p:extLst>
      <p:ext uri="{19B8F6BF-5375-455C-9EA6-DF929625EA0E}">
        <p15:presenceInfo xmlns:p15="http://schemas.microsoft.com/office/powerpoint/2012/main" userId="XKdopbP0h7tQTX0kyHq9MOYzCwFgRlsvbVz9LYLdkdI=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showAnimation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20074"/>
    <a:srgbClr val="4BB2FF"/>
    <a:srgbClr val="23221F"/>
    <a:srgbClr val="D0026D"/>
    <a:srgbClr val="F6F6F6"/>
    <a:srgbClr val="9D0752"/>
    <a:srgbClr val="55072D"/>
    <a:srgbClr val="870647"/>
    <a:srgbClr val="670736"/>
    <a:srgbClr val="B805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364"/>
    <p:restoredTop sz="94718"/>
  </p:normalViewPr>
  <p:slideViewPr>
    <p:cSldViewPr snapToGrid="0">
      <p:cViewPr varScale="1">
        <p:scale>
          <a:sx n="88" d="100"/>
          <a:sy n="88" d="100"/>
        </p:scale>
        <p:origin x="176" y="800"/>
      </p:cViewPr>
      <p:guideLst>
        <p:guide pos="3840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Master" Target="slideMasters/slideMaster10.xml"/><Relationship Id="rId18" Type="http://schemas.openxmlformats.org/officeDocument/2006/relationships/slide" Target="slides/slide2.xml"/><Relationship Id="rId26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21" Type="http://schemas.openxmlformats.org/officeDocument/2006/relationships/slide" Target="slides/slide5.xml"/><Relationship Id="rId7" Type="http://schemas.openxmlformats.org/officeDocument/2006/relationships/slideMaster" Target="slideMasters/slideMaster4.xml"/><Relationship Id="rId12" Type="http://schemas.openxmlformats.org/officeDocument/2006/relationships/slideMaster" Target="slideMasters/slideMaster9.xml"/><Relationship Id="rId17" Type="http://schemas.openxmlformats.org/officeDocument/2006/relationships/slide" Target="slides/slide1.xml"/><Relationship Id="rId25" Type="http://schemas.openxmlformats.org/officeDocument/2006/relationships/notesMaster" Target="notesMasters/notesMaster1.xml"/><Relationship Id="rId33" Type="http://schemas.microsoft.com/office/2018/10/relationships/authors" Target="authors.xml"/><Relationship Id="rId2" Type="http://schemas.openxmlformats.org/officeDocument/2006/relationships/customXml" Target="../customXml/item2.xml"/><Relationship Id="rId16" Type="http://schemas.openxmlformats.org/officeDocument/2006/relationships/slideMaster" Target="slideMasters/slideMaster13.xml"/><Relationship Id="rId20" Type="http://schemas.openxmlformats.org/officeDocument/2006/relationships/slide" Target="slides/slide4.xml"/><Relationship Id="rId29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Master" Target="slideMasters/slideMaster8.xml"/><Relationship Id="rId24" Type="http://schemas.openxmlformats.org/officeDocument/2006/relationships/slide" Target="slides/slide8.xml"/><Relationship Id="rId32" Type="http://schemas.microsoft.com/office/2016/11/relationships/changesInfo" Target="changesInfos/changesInfo1.xml"/><Relationship Id="rId5" Type="http://schemas.openxmlformats.org/officeDocument/2006/relationships/slideMaster" Target="slideMasters/slideMaster2.xml"/><Relationship Id="rId15" Type="http://schemas.openxmlformats.org/officeDocument/2006/relationships/slideMaster" Target="slideMasters/slideMaster12.xml"/><Relationship Id="rId23" Type="http://schemas.openxmlformats.org/officeDocument/2006/relationships/slide" Target="slides/slide7.xml"/><Relationship Id="rId28" Type="http://schemas.openxmlformats.org/officeDocument/2006/relationships/presProps" Target="presProps.xml"/><Relationship Id="rId10" Type="http://schemas.openxmlformats.org/officeDocument/2006/relationships/slideMaster" Target="slideMasters/slideMaster7.xml"/><Relationship Id="rId19" Type="http://schemas.openxmlformats.org/officeDocument/2006/relationships/slide" Target="slides/slide3.xml"/><Relationship Id="rId31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Master" Target="slideMasters/slideMaster6.xml"/><Relationship Id="rId14" Type="http://schemas.openxmlformats.org/officeDocument/2006/relationships/slideMaster" Target="slideMasters/slideMaster11.xml"/><Relationship Id="rId22" Type="http://schemas.openxmlformats.org/officeDocument/2006/relationships/slide" Target="slides/slide6.xml"/><Relationship Id="rId27" Type="http://schemas.openxmlformats.org/officeDocument/2006/relationships/commentAuthors" Target="commentAuthors.xml"/><Relationship Id="rId30" Type="http://schemas.openxmlformats.org/officeDocument/2006/relationships/theme" Target="theme/theme1.xml"/><Relationship Id="rId8" Type="http://schemas.openxmlformats.org/officeDocument/2006/relationships/slideMaster" Target="slideMasters/slideMaster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agha, Noshad" userId="71402f9d-c58a-419e-ab03-662134888823" providerId="ADAL" clId="{86403C2A-25BE-5E7E-94AA-24CBE7B27EED}"/>
    <pc:docChg chg="undo custSel addSld delSld modSld">
      <pc:chgData name="Bagha, Noshad" userId="71402f9d-c58a-419e-ab03-662134888823" providerId="ADAL" clId="{86403C2A-25BE-5E7E-94AA-24CBE7B27EED}" dt="2025-11-03T22:56:36.125" v="73" actId="20577"/>
      <pc:docMkLst>
        <pc:docMk/>
      </pc:docMkLst>
      <pc:sldChg chg="add del">
        <pc:chgData name="Bagha, Noshad" userId="71402f9d-c58a-419e-ab03-662134888823" providerId="ADAL" clId="{86403C2A-25BE-5E7E-94AA-24CBE7B27EED}" dt="2025-11-03T22:56:08.918" v="37" actId="2696"/>
        <pc:sldMkLst>
          <pc:docMk/>
          <pc:sldMk cId="4203122582" sldId="3519"/>
        </pc:sldMkLst>
      </pc:sldChg>
      <pc:sldChg chg="add del">
        <pc:chgData name="Bagha, Noshad" userId="71402f9d-c58a-419e-ab03-662134888823" providerId="ADAL" clId="{86403C2A-25BE-5E7E-94AA-24CBE7B27EED}" dt="2025-11-03T22:55:18.266" v="29" actId="2696"/>
        <pc:sldMkLst>
          <pc:docMk/>
          <pc:sldMk cId="3088539095" sldId="3534"/>
        </pc:sldMkLst>
      </pc:sldChg>
      <pc:sldChg chg="add del">
        <pc:chgData name="Bagha, Noshad" userId="71402f9d-c58a-419e-ab03-662134888823" providerId="ADAL" clId="{86403C2A-25BE-5E7E-94AA-24CBE7B27EED}" dt="2025-11-03T22:55:49.556" v="34" actId="2696"/>
        <pc:sldMkLst>
          <pc:docMk/>
          <pc:sldMk cId="2162030067" sldId="3537"/>
        </pc:sldMkLst>
      </pc:sldChg>
      <pc:sldChg chg="add del">
        <pc:chgData name="Bagha, Noshad" userId="71402f9d-c58a-419e-ab03-662134888823" providerId="ADAL" clId="{86403C2A-25BE-5E7E-94AA-24CBE7B27EED}" dt="2025-11-03T22:55:28.252" v="32" actId="2696"/>
        <pc:sldMkLst>
          <pc:docMk/>
          <pc:sldMk cId="2552381942" sldId="4676"/>
        </pc:sldMkLst>
      </pc:sldChg>
      <pc:sldChg chg="add del">
        <pc:chgData name="Bagha, Noshad" userId="71402f9d-c58a-419e-ab03-662134888823" providerId="ADAL" clId="{86403C2A-25BE-5E7E-94AA-24CBE7B27EED}" dt="2025-11-03T22:55:55.608" v="35" actId="2696"/>
        <pc:sldMkLst>
          <pc:docMk/>
          <pc:sldMk cId="3449924341" sldId="2113416005"/>
        </pc:sldMkLst>
      </pc:sldChg>
      <pc:sldChg chg="add del">
        <pc:chgData name="Bagha, Noshad" userId="71402f9d-c58a-419e-ab03-662134888823" providerId="ADAL" clId="{86403C2A-25BE-5E7E-94AA-24CBE7B27EED}" dt="2025-11-03T22:55:25.124" v="30" actId="2696"/>
        <pc:sldMkLst>
          <pc:docMk/>
          <pc:sldMk cId="1684253153" sldId="2113416006"/>
        </pc:sldMkLst>
      </pc:sldChg>
      <pc:sldChg chg="add del">
        <pc:chgData name="Bagha, Noshad" userId="71402f9d-c58a-419e-ab03-662134888823" providerId="ADAL" clId="{86403C2A-25BE-5E7E-94AA-24CBE7B27EED}" dt="2025-11-03T22:55:46.855" v="33" actId="2696"/>
        <pc:sldMkLst>
          <pc:docMk/>
          <pc:sldMk cId="1632241642" sldId="2113416007"/>
        </pc:sldMkLst>
      </pc:sldChg>
      <pc:sldChg chg="add del">
        <pc:chgData name="Bagha, Noshad" userId="71402f9d-c58a-419e-ab03-662134888823" providerId="ADAL" clId="{86403C2A-25BE-5E7E-94AA-24CBE7B27EED}" dt="2025-11-03T22:56:00.431" v="36" actId="2696"/>
        <pc:sldMkLst>
          <pc:docMk/>
          <pc:sldMk cId="3692116021" sldId="2113416008"/>
        </pc:sldMkLst>
      </pc:sldChg>
      <pc:sldChg chg="addSp delSp modSp add del mod">
        <pc:chgData name="Bagha, Noshad" userId="71402f9d-c58a-419e-ab03-662134888823" providerId="ADAL" clId="{86403C2A-25BE-5E7E-94AA-24CBE7B27EED}" dt="2025-11-03T22:56:36.125" v="73" actId="20577"/>
        <pc:sldMkLst>
          <pc:docMk/>
          <pc:sldMk cId="69790157" sldId="2146846960"/>
        </pc:sldMkLst>
        <pc:spChg chg="add mod">
          <ac:chgData name="Bagha, Noshad" userId="71402f9d-c58a-419e-ab03-662134888823" providerId="ADAL" clId="{86403C2A-25BE-5E7E-94AA-24CBE7B27EED}" dt="2025-11-03T22:56:14.715" v="39" actId="478"/>
          <ac:spMkLst>
            <pc:docMk/>
            <pc:sldMk cId="69790157" sldId="2146846960"/>
            <ac:spMk id="3" creationId="{3C6EA638-8E50-B6F3-4C3F-8E243D3E0DE2}"/>
          </ac:spMkLst>
        </pc:spChg>
        <pc:spChg chg="mod">
          <ac:chgData name="Bagha, Noshad" userId="71402f9d-c58a-419e-ab03-662134888823" providerId="ADAL" clId="{86403C2A-25BE-5E7E-94AA-24CBE7B27EED}" dt="2025-11-03T22:56:36.125" v="73" actId="20577"/>
          <ac:spMkLst>
            <pc:docMk/>
            <pc:sldMk cId="69790157" sldId="2146846960"/>
            <ac:spMk id="8" creationId="{985A41EF-944D-4C77-9B9F-D9D839E2F6C5}"/>
          </ac:spMkLst>
        </pc:spChg>
        <pc:picChg chg="del">
          <ac:chgData name="Bagha, Noshad" userId="71402f9d-c58a-419e-ab03-662134888823" providerId="ADAL" clId="{86403C2A-25BE-5E7E-94AA-24CBE7B27EED}" dt="2025-11-03T22:56:14.715" v="39" actId="478"/>
          <ac:picMkLst>
            <pc:docMk/>
            <pc:sldMk cId="69790157" sldId="2146846960"/>
            <ac:picMk id="12" creationId="{2A142D19-D071-4451-B0DF-6F2F6437FEAA}"/>
          </ac:picMkLst>
        </pc:picChg>
      </pc:sldChg>
      <pc:sldChg chg="add del">
        <pc:chgData name="Bagha, Noshad" userId="71402f9d-c58a-419e-ab03-662134888823" providerId="ADAL" clId="{86403C2A-25BE-5E7E-94AA-24CBE7B27EED}" dt="2025-11-03T22:55:15.406" v="28" actId="2696"/>
        <pc:sldMkLst>
          <pc:docMk/>
          <pc:sldMk cId="2643458046" sldId="2146846961"/>
        </pc:sldMkLst>
      </pc:sldChg>
      <pc:sldChg chg="add del">
        <pc:chgData name="Bagha, Noshad" userId="71402f9d-c58a-419e-ab03-662134888823" providerId="ADAL" clId="{86403C2A-25BE-5E7E-94AA-24CBE7B27EED}" dt="2025-11-03T22:53:21.684" v="19" actId="2696"/>
        <pc:sldMkLst>
          <pc:docMk/>
          <pc:sldMk cId="334809792" sldId="2146846962"/>
        </pc:sldMkLst>
      </pc:sldChg>
      <pc:sldChg chg="add del">
        <pc:chgData name="Bagha, Noshad" userId="71402f9d-c58a-419e-ab03-662134888823" providerId="ADAL" clId="{86403C2A-25BE-5E7E-94AA-24CBE7B27EED}" dt="2025-11-03T22:55:26.738" v="31" actId="2696"/>
        <pc:sldMkLst>
          <pc:docMk/>
          <pc:sldMk cId="3896155466" sldId="2146846963"/>
        </pc:sldMkLst>
      </pc:sldChg>
      <pc:sldChg chg="add del">
        <pc:chgData name="Bagha, Noshad" userId="71402f9d-c58a-419e-ab03-662134888823" providerId="ADAL" clId="{86403C2A-25BE-5E7E-94AA-24CBE7B27EED}" dt="2025-11-03T22:56:10.793" v="38" actId="2696"/>
        <pc:sldMkLst>
          <pc:docMk/>
          <pc:sldMk cId="3475570136" sldId="2146846964"/>
        </pc:sldMkLst>
      </pc:sldChg>
      <pc:sldChg chg="add del">
        <pc:chgData name="Bagha, Noshad" userId="71402f9d-c58a-419e-ab03-662134888823" providerId="ADAL" clId="{86403C2A-25BE-5E7E-94AA-24CBE7B27EED}" dt="2025-11-03T22:52:54.263" v="13" actId="2696"/>
        <pc:sldMkLst>
          <pc:docMk/>
          <pc:sldMk cId="3479604716" sldId="2146846965"/>
        </pc:sldMkLst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1.xml"/><Relationship Id="rId2" Type="http://schemas.microsoft.com/office/2011/relationships/chartColorStyle" Target="colors1.xml"/><Relationship Id="rId1" Type="http://schemas.microsoft.com/office/2011/relationships/chartStyle" Target="style1.xml"/><Relationship Id="rId5" Type="http://schemas.openxmlformats.org/officeDocument/2006/relationships/chartUserShapes" Target="../drawings/drawing1.xml"/><Relationship Id="rId4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2.xml"/><Relationship Id="rId2" Type="http://schemas.microsoft.com/office/2011/relationships/chartColorStyle" Target="colors2.xml"/><Relationship Id="rId1" Type="http://schemas.microsoft.com/office/2011/relationships/chartStyle" Target="style2.xml"/><Relationship Id="rId5" Type="http://schemas.openxmlformats.org/officeDocument/2006/relationships/chartUserShapes" Target="../drawings/drawing2.xml"/><Relationship Id="rId4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3.xml"/><Relationship Id="rId2" Type="http://schemas.microsoft.com/office/2011/relationships/chartColorStyle" Target="colors3.xml"/><Relationship Id="rId1" Type="http://schemas.microsoft.com/office/2011/relationships/chartStyle" Target="style3.xml"/><Relationship Id="rId5" Type="http://schemas.openxmlformats.org/officeDocument/2006/relationships/chartUserShapes" Target="../drawings/drawing3.xml"/><Relationship Id="rId4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5.xml"/><Relationship Id="rId2" Type="http://schemas.microsoft.com/office/2011/relationships/chartColorStyle" Target="colors4.xml"/><Relationship Id="rId1" Type="http://schemas.microsoft.com/office/2011/relationships/chartStyle" Target="style4.xml"/><Relationship Id="rId5" Type="http://schemas.openxmlformats.org/officeDocument/2006/relationships/chartUserShapes" Target="../drawings/drawing4.xml"/><Relationship Id="rId4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6.xml"/><Relationship Id="rId2" Type="http://schemas.microsoft.com/office/2011/relationships/chartColorStyle" Target="colors5.xml"/><Relationship Id="rId1" Type="http://schemas.microsoft.com/office/2011/relationships/chartStyle" Target="style5.xml"/><Relationship Id="rId5" Type="http://schemas.openxmlformats.org/officeDocument/2006/relationships/chartUserShapes" Target="../drawings/drawing5.xml"/><Relationship Id="rId4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7.xml"/><Relationship Id="rId2" Type="http://schemas.microsoft.com/office/2011/relationships/chartColorStyle" Target="colors6.xml"/><Relationship Id="rId1" Type="http://schemas.microsoft.com/office/2011/relationships/chartStyle" Target="style6.xml"/><Relationship Id="rId5" Type="http://schemas.openxmlformats.org/officeDocument/2006/relationships/chartUserShapes" Target="../drawings/drawing6.xml"/><Relationship Id="rId4" Type="http://schemas.openxmlformats.org/officeDocument/2006/relationships/package" Target="../embeddings/Microsoft_Excel_Work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200" b="1" i="0" u="none" strike="noStrike" kern="1200" baseline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pPr>
            <a:r>
              <a:rPr lang="en-US" sz="1200" dirty="0">
                <a:solidFill>
                  <a:schemeClr val="bg2"/>
                </a:solidFill>
              </a:rPr>
              <a:t>Profile 1: </a:t>
            </a:r>
            <a:r>
              <a:rPr lang="en-US" sz="1200" b="1" i="0" u="none" strike="noStrike" kern="1200" baseline="0" dirty="0">
                <a:solidFill>
                  <a:schemeClr val="bg2"/>
                </a:solidFill>
                <a:latin typeface="+mn-lt"/>
                <a:ea typeface="+mn-ea"/>
                <a:cs typeface="+mn-cs"/>
              </a:rPr>
              <a:t>Full</a:t>
            </a:r>
            <a:r>
              <a:rPr lang="en-US" sz="1200" b="1" i="0" u="none" strike="noStrike" baseline="0" dirty="0">
                <a:effectLst/>
              </a:rPr>
              <a:t> </a:t>
            </a:r>
            <a:r>
              <a:rPr lang="en-US" sz="1200" b="1" i="0" u="none" strike="noStrike" kern="1200" baseline="0" dirty="0">
                <a:solidFill>
                  <a:schemeClr val="bg2"/>
                </a:solidFill>
                <a:latin typeface="+mn-lt"/>
                <a:ea typeface="+mn-ea"/>
                <a:cs typeface="+mn-cs"/>
              </a:rPr>
              <a:t>Range</a:t>
            </a:r>
            <a:r>
              <a:rPr lang="en-US" sz="1200" b="1" i="0" u="none" strike="noStrike" baseline="0" dirty="0">
                <a:effectLst/>
              </a:rPr>
              <a:t> </a:t>
            </a:r>
            <a:r>
              <a:rPr lang="en-US" sz="1200" baseline="0" dirty="0">
                <a:solidFill>
                  <a:schemeClr val="bg2"/>
                </a:solidFill>
              </a:rPr>
              <a:t>Cellular and </a:t>
            </a:r>
            <a:r>
              <a:rPr lang="en-US" sz="1200" baseline="0" dirty="0" err="1">
                <a:solidFill>
                  <a:schemeClr val="bg2"/>
                </a:solidFill>
              </a:rPr>
              <a:t>WiFi</a:t>
            </a:r>
            <a:r>
              <a:rPr lang="en-US" sz="1200" baseline="0" dirty="0">
                <a:solidFill>
                  <a:schemeClr val="bg2"/>
                </a:solidFill>
              </a:rPr>
              <a:t> </a:t>
            </a:r>
            <a:endParaRPr lang="en-US" sz="1200" dirty="0">
              <a:solidFill>
                <a:schemeClr val="bg2"/>
              </a:solidFill>
            </a:endParaRPr>
          </a:p>
        </c:rich>
      </c:tx>
      <c:layout>
        <c:manualLayout>
          <c:xMode val="edge"/>
          <c:yMode val="edge"/>
          <c:x val="0.24165053500064454"/>
          <c:y val="1.6946985820503607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1" i="0" u="none" strike="noStrike" kern="1200" baseline="0">
              <a:solidFill>
                <a:schemeClr val="bg2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9.9013829191072711E-2"/>
          <c:y val="0.11406968604832785"/>
          <c:w val="0.8668634452351488"/>
          <c:h val="0.77411600457400254"/>
        </c:manualLayout>
      </c:layout>
      <c:lineChart>
        <c:grouping val="stacked"/>
        <c:varyColors val="0"/>
        <c:ser>
          <c:idx val="1"/>
          <c:order val="1"/>
          <c:tx>
            <c:strRef>
              <c:f>'Abstract Multi'!$B$3</c:f>
              <c:strCache>
                <c:ptCount val="1"/>
                <c:pt idx="0">
                  <c:v>WiFi</c:v>
                </c:pt>
              </c:strCache>
            </c:strRef>
          </c:tx>
          <c:spPr>
            <a:ln w="34925" cap="rnd">
              <a:solidFill>
                <a:srgbClr val="00B0F0"/>
              </a:solidFill>
              <a:round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marker>
            <c:symbol val="circle"/>
            <c:size val="6"/>
            <c:spPr>
              <a:solidFill>
                <a:srgbClr val="00B0F0"/>
              </a:solidFill>
              <a:ln w="9525">
                <a:solidFill>
                  <a:srgbClr val="00B0F0"/>
                </a:solidFill>
                <a:round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</c:spPr>
          </c:marker>
          <c:cat>
            <c:strRef>
              <c:f>'Abstract HO'!$A$9:$A$11</c:f>
              <c:strCache>
                <c:ptCount val="3"/>
                <c:pt idx="0">
                  <c:v>Location 1</c:v>
                </c:pt>
                <c:pt idx="1">
                  <c:v>Location 2</c:v>
                </c:pt>
                <c:pt idx="2">
                  <c:v>Location 3</c:v>
                </c:pt>
              </c:strCache>
            </c:strRef>
          </c:cat>
          <c:val>
            <c:numRef>
              <c:f>'Abstract Multi'!$B$4:$B$6</c:f>
              <c:numCache>
                <c:formatCode>General</c:formatCode>
                <c:ptCount val="3"/>
                <c:pt idx="0">
                  <c:v>-88</c:v>
                </c:pt>
                <c:pt idx="1">
                  <c:v>-75</c:v>
                </c:pt>
                <c:pt idx="2">
                  <c:v>-88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CD0E-4477-816E-690A713F16C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42233008"/>
        <c:axId val="242233424"/>
      </c:lineChart>
      <c:lineChart>
        <c:grouping val="stacked"/>
        <c:varyColors val="0"/>
        <c:ser>
          <c:idx val="0"/>
          <c:order val="0"/>
          <c:tx>
            <c:strRef>
              <c:f>'Abstract Multi'!$A$3</c:f>
              <c:strCache>
                <c:ptCount val="1"/>
                <c:pt idx="0">
                  <c:v>LTE/NR</c:v>
                </c:pt>
              </c:strCache>
            </c:strRef>
          </c:tx>
          <c:spPr>
            <a:ln w="34925" cap="rnd">
              <a:solidFill>
                <a:schemeClr val="tx2"/>
              </a:solidFill>
              <a:round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marker>
            <c:symbol val="circle"/>
            <c:size val="6"/>
            <c:spPr>
              <a:solidFill>
                <a:schemeClr val="tx2"/>
              </a:solidFill>
              <a:ln w="9525">
                <a:solidFill>
                  <a:schemeClr val="tx2"/>
                </a:solidFill>
                <a:round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</c:spPr>
          </c:marker>
          <c:cat>
            <c:strRef>
              <c:f>'Abstract HO'!$A$9:$A$11</c:f>
              <c:strCache>
                <c:ptCount val="3"/>
                <c:pt idx="0">
                  <c:v>Location 1</c:v>
                </c:pt>
                <c:pt idx="1">
                  <c:v>Location 2</c:v>
                </c:pt>
                <c:pt idx="2">
                  <c:v>Location 3</c:v>
                </c:pt>
              </c:strCache>
            </c:strRef>
          </c:cat>
          <c:val>
            <c:numRef>
              <c:f>'Abstract Multi'!$A$4:$A$6</c:f>
              <c:numCache>
                <c:formatCode>General</c:formatCode>
                <c:ptCount val="3"/>
                <c:pt idx="0">
                  <c:v>-75</c:v>
                </c:pt>
                <c:pt idx="1">
                  <c:v>-88</c:v>
                </c:pt>
                <c:pt idx="2">
                  <c:v>-75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CD0E-4477-816E-690A713F16C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362146080"/>
        <c:axId val="362144832"/>
      </c:lineChart>
      <c:catAx>
        <c:axId val="24223300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solidFill>
              <a:schemeClr val="accent5">
                <a:lumMod val="50000"/>
              </a:schemeClr>
            </a:solidFill>
            <a:round/>
          </a:ln>
          <a:effectLst/>
        </c:spPr>
        <c:txPr>
          <a:bodyPr rot="0" spcFirstLastPara="1" vertOverflow="ellipsis" wrap="square" anchor="b" anchorCtr="0"/>
          <a:lstStyle/>
          <a:p>
            <a:pPr>
              <a:defRPr sz="1000" b="1" i="0" u="none" strike="noStrike" kern="1200" baseline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42233424"/>
        <c:crosses val="autoZero"/>
        <c:auto val="0"/>
        <c:lblAlgn val="ctr"/>
        <c:lblOffset val="100"/>
        <c:noMultiLvlLbl val="0"/>
      </c:catAx>
      <c:valAx>
        <c:axId val="242233424"/>
        <c:scaling>
          <c:orientation val="minMax"/>
          <c:max val="-72"/>
          <c:min val="-90"/>
        </c:scaling>
        <c:delete val="0"/>
        <c:axPos val="l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50" b="1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sz="1050" b="1">
                    <a:solidFill>
                      <a:schemeClr val="bg2"/>
                    </a:solidFill>
                  </a:rPr>
                  <a:t>Signal Level</a:t>
                </a:r>
              </a:p>
            </c:rich>
          </c:tx>
          <c:layout>
            <c:manualLayout>
              <c:xMode val="edge"/>
              <c:yMode val="edge"/>
              <c:x val="0.10586212976202661"/>
              <c:y val="0.40854058077491934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50" b="1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@" sourceLinked="0"/>
        <c:majorTickMark val="none"/>
        <c:minorTickMark val="none"/>
        <c:tickLblPos val="none"/>
        <c:spPr>
          <a:solidFill>
            <a:schemeClr val="tx1"/>
          </a:solidFill>
          <a:ln>
            <a:solidFill>
              <a:schemeClr val="accent5">
                <a:lumMod val="50000"/>
              </a:schemeClr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42233008"/>
        <c:crosses val="autoZero"/>
        <c:crossBetween val="between"/>
        <c:majorUnit val="14"/>
      </c:valAx>
      <c:valAx>
        <c:axId val="362144832"/>
        <c:scaling>
          <c:orientation val="minMax"/>
          <c:max val="-105"/>
          <c:min val="-120"/>
        </c:scaling>
        <c:delete val="1"/>
        <c:axPos val="r"/>
        <c:numFmt formatCode="General" sourceLinked="1"/>
        <c:majorTickMark val="none"/>
        <c:minorTickMark val="none"/>
        <c:tickLblPos val="nextTo"/>
        <c:crossAx val="362146080"/>
        <c:crosses val="max"/>
        <c:crossBetween val="between"/>
      </c:valAx>
      <c:catAx>
        <c:axId val="362146080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362144832"/>
        <c:crosses val="autoZero"/>
        <c:auto val="1"/>
        <c:lblAlgn val="ctr"/>
        <c:lblOffset val="100"/>
        <c:noMultiLvlLbl val="0"/>
      </c:catAx>
      <c:spPr>
        <a:solidFill>
          <a:schemeClr val="bg1">
            <a:lumMod val="75000"/>
          </a:schemeClr>
        </a:solidFill>
        <a:ln>
          <a:solidFill>
            <a:schemeClr val="accent5">
              <a:lumMod val="50000"/>
            </a:schemeClr>
          </a:solidFill>
        </a:ln>
        <a:effectLst/>
      </c:spPr>
    </c:plotArea>
    <c:legend>
      <c:legendPos val="b"/>
      <c:legendEntry>
        <c:idx val="0"/>
        <c:txPr>
          <a:bodyPr rot="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</c:legendEntry>
      <c:legendEntry>
        <c:idx val="1"/>
        <c:txPr>
          <a:bodyPr rot="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</c:legendEntry>
      <c:layout>
        <c:manualLayout>
          <c:xMode val="edge"/>
          <c:yMode val="edge"/>
          <c:x val="0.2778944437282454"/>
          <c:y val="0.88795871453974218"/>
          <c:w val="0.28334631652301395"/>
          <c:h val="8.265369285148183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solidFill>
      <a:schemeClr val="bg1">
        <a:lumMod val="75000"/>
      </a:schemeClr>
    </a:solidFill>
    <a:ln w="9525" cap="flat" cmpd="sng" algn="ctr">
      <a:solidFill>
        <a:schemeClr val="tx1">
          <a:lumMod val="15000"/>
          <a:lumOff val="85000"/>
        </a:schemeClr>
      </a:solidFill>
      <a:round/>
    </a:ln>
    <a:effectLst/>
  </c:spPr>
  <c:txPr>
    <a:bodyPr/>
    <a:lstStyle/>
    <a:p>
      <a:pPr>
        <a:defRPr/>
      </a:pPr>
      <a:endParaRPr lang="en-US"/>
    </a:p>
  </c:txPr>
  <c:externalData r:id="rId4">
    <c:autoUpdate val="0"/>
  </c:externalData>
  <c:userShapes r:id="rId5"/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200" b="1" i="0" u="none" strike="noStrike" kern="1200" baseline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pPr>
            <a:r>
              <a:rPr lang="en-US" sz="1200">
                <a:solidFill>
                  <a:schemeClr val="bg2"/>
                </a:solidFill>
              </a:rPr>
              <a:t>Profile 2: Cellular</a:t>
            </a:r>
            <a:r>
              <a:rPr lang="en-US" sz="1200" baseline="0">
                <a:solidFill>
                  <a:schemeClr val="bg2"/>
                </a:solidFill>
              </a:rPr>
              <a:t> Low and Full Range WiFi </a:t>
            </a:r>
            <a:endParaRPr lang="en-US" sz="1200">
              <a:solidFill>
                <a:schemeClr val="bg2"/>
              </a:solidFill>
            </a:endParaRPr>
          </a:p>
        </c:rich>
      </c:tx>
      <c:layout>
        <c:manualLayout>
          <c:xMode val="edge"/>
          <c:yMode val="edge"/>
          <c:x val="0.21518202247008161"/>
          <c:y val="1.7418590625020242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1" i="0" u="none" strike="noStrike" kern="1200" baseline="0">
              <a:solidFill>
                <a:schemeClr val="bg2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9.1230044347143727E-2"/>
          <c:y val="0.10427376138438785"/>
          <c:w val="0.8668634452351488"/>
          <c:h val="0.76447935471480699"/>
        </c:manualLayout>
      </c:layout>
      <c:lineChart>
        <c:grouping val="stacked"/>
        <c:varyColors val="0"/>
        <c:ser>
          <c:idx val="2"/>
          <c:order val="0"/>
          <c:tx>
            <c:strRef>
              <c:f>'Abstract Multi'!$B$3</c:f>
              <c:strCache>
                <c:ptCount val="1"/>
                <c:pt idx="0">
                  <c:v>WiFi</c:v>
                </c:pt>
              </c:strCache>
            </c:strRef>
          </c:tx>
          <c:spPr>
            <a:ln w="34925" cap="rnd">
              <a:solidFill>
                <a:srgbClr val="00B0F0"/>
              </a:solidFill>
              <a:round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marker>
            <c:symbol val="circle"/>
            <c:size val="6"/>
            <c:spPr>
              <a:solidFill>
                <a:srgbClr val="00B0F0"/>
              </a:solidFill>
              <a:ln w="9525">
                <a:solidFill>
                  <a:srgbClr val="00B0F0"/>
                </a:solidFill>
                <a:round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</c:spPr>
          </c:marker>
          <c:cat>
            <c:strRef>
              <c:f>'Abstract Multi'!$B$9:$B$12</c:f>
              <c:strCache>
                <c:ptCount val="4"/>
                <c:pt idx="0">
                  <c:v>Location 1</c:v>
                </c:pt>
                <c:pt idx="1">
                  <c:v>Location 2</c:v>
                </c:pt>
                <c:pt idx="2">
                  <c:v>Location 3</c:v>
                </c:pt>
                <c:pt idx="3">
                  <c:v>Location 4</c:v>
                </c:pt>
              </c:strCache>
            </c:strRef>
          </c:cat>
          <c:val>
            <c:numRef>
              <c:f>'Abstract Multi'!$D$9:$D$12</c:f>
              <c:numCache>
                <c:formatCode>General</c:formatCode>
                <c:ptCount val="4"/>
                <c:pt idx="0">
                  <c:v>-88</c:v>
                </c:pt>
                <c:pt idx="1">
                  <c:v>-78</c:v>
                </c:pt>
                <c:pt idx="2">
                  <c:v>-78</c:v>
                </c:pt>
                <c:pt idx="3">
                  <c:v>-88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14F4-474C-BE26-6BA7121672D3}"/>
            </c:ext>
          </c:extLst>
        </c:ser>
        <c:ser>
          <c:idx val="3"/>
          <c:order val="1"/>
          <c:tx>
            <c:strRef>
              <c:f>'Abstract Multi'!$A$3</c:f>
              <c:strCache>
                <c:ptCount val="1"/>
                <c:pt idx="0">
                  <c:v>LTE/NR</c:v>
                </c:pt>
              </c:strCache>
            </c:strRef>
          </c:tx>
          <c:spPr>
            <a:ln w="34925" cap="rnd">
              <a:solidFill>
                <a:schemeClr val="tx2"/>
              </a:solidFill>
              <a:round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marker>
            <c:symbol val="circle"/>
            <c:size val="6"/>
            <c:spPr>
              <a:solidFill>
                <a:schemeClr val="tx2"/>
              </a:solidFill>
              <a:ln w="9525">
                <a:solidFill>
                  <a:schemeClr val="accent4"/>
                </a:solidFill>
                <a:round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</c:spPr>
          </c:marker>
          <c:cat>
            <c:strRef>
              <c:f>'Abstract Multi'!$B$9:$B$12</c:f>
              <c:strCache>
                <c:ptCount val="4"/>
                <c:pt idx="0">
                  <c:v>Location 1</c:v>
                </c:pt>
                <c:pt idx="1">
                  <c:v>Location 2</c:v>
                </c:pt>
                <c:pt idx="2">
                  <c:v>Location 3</c:v>
                </c:pt>
                <c:pt idx="3">
                  <c:v>Location 4</c:v>
                </c:pt>
              </c:strCache>
            </c:strRef>
          </c:cat>
          <c:val>
            <c:numRef>
              <c:f>'Abstract Multi'!$C$9:$C$12</c:f>
              <c:numCache>
                <c:formatCode>General</c:formatCode>
                <c:ptCount val="4"/>
                <c:pt idx="0">
                  <c:v>-84</c:v>
                </c:pt>
                <c:pt idx="1">
                  <c:v>-87.5</c:v>
                </c:pt>
                <c:pt idx="2">
                  <c:v>-89</c:v>
                </c:pt>
                <c:pt idx="3">
                  <c:v>-84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14F4-474C-BE26-6BA7121672D3}"/>
            </c:ext>
          </c:extLst>
        </c:ser>
        <c:ser>
          <c:idx val="1"/>
          <c:order val="3"/>
          <c:tx>
            <c:strRef>
              <c:f>'Abstract Multi'!$B$3</c:f>
              <c:strCache>
                <c:ptCount val="1"/>
                <c:pt idx="0">
                  <c:v>WiFi</c:v>
                </c:pt>
              </c:strCache>
            </c:strRef>
          </c:tx>
          <c:spPr>
            <a:ln w="34925" cap="rnd">
              <a:solidFill>
                <a:srgbClr val="00B0F0"/>
              </a:solidFill>
              <a:round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marker>
            <c:symbol val="circle"/>
            <c:size val="6"/>
            <c:spPr>
              <a:solidFill>
                <a:srgbClr val="00B0F0"/>
              </a:solidFill>
              <a:ln w="9525">
                <a:solidFill>
                  <a:srgbClr val="00B0F0"/>
                </a:solidFill>
                <a:round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</c:spPr>
          </c:marker>
          <c:cat>
            <c:strRef>
              <c:f>'Abstract Multi'!$B$9:$B$12</c:f>
              <c:strCache>
                <c:ptCount val="4"/>
                <c:pt idx="0">
                  <c:v>Location 1</c:v>
                </c:pt>
                <c:pt idx="1">
                  <c:v>Location 2</c:v>
                </c:pt>
                <c:pt idx="2">
                  <c:v>Location 3</c:v>
                </c:pt>
                <c:pt idx="3">
                  <c:v>Location 4</c:v>
                </c:pt>
              </c:strCache>
            </c:strRef>
          </c:cat>
          <c:val>
            <c:numRef>
              <c:f>'Abstract Multi'!$D$9:$D$12</c:f>
              <c:numCache>
                <c:formatCode>General</c:formatCode>
                <c:ptCount val="4"/>
                <c:pt idx="0">
                  <c:v>-88</c:v>
                </c:pt>
                <c:pt idx="1">
                  <c:v>-78</c:v>
                </c:pt>
                <c:pt idx="2">
                  <c:v>-78</c:v>
                </c:pt>
                <c:pt idx="3">
                  <c:v>-88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14F4-474C-BE26-6BA7121672D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42233008"/>
        <c:axId val="242233424"/>
      </c:lineChart>
      <c:lineChart>
        <c:grouping val="stacked"/>
        <c:varyColors val="0"/>
        <c:ser>
          <c:idx val="0"/>
          <c:order val="2"/>
          <c:tx>
            <c:strRef>
              <c:f>'Abstract Multi'!$A$3</c:f>
              <c:strCache>
                <c:ptCount val="1"/>
                <c:pt idx="0">
                  <c:v>LTE/NR</c:v>
                </c:pt>
              </c:strCache>
            </c:strRef>
          </c:tx>
          <c:spPr>
            <a:ln w="34925" cap="rnd">
              <a:solidFill>
                <a:schemeClr val="tx2"/>
              </a:solidFill>
              <a:round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marker>
            <c:symbol val="circle"/>
            <c:size val="6"/>
            <c:spPr>
              <a:solidFill>
                <a:schemeClr val="tx2"/>
              </a:solidFill>
              <a:ln w="9525">
                <a:solidFill>
                  <a:schemeClr val="tx2"/>
                </a:solidFill>
                <a:round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</c:spPr>
          </c:marker>
          <c:cat>
            <c:strRef>
              <c:f>'Abstract Multi'!$B$9:$B$12</c:f>
              <c:strCache>
                <c:ptCount val="4"/>
                <c:pt idx="0">
                  <c:v>Location 1</c:v>
                </c:pt>
                <c:pt idx="1">
                  <c:v>Location 2</c:v>
                </c:pt>
                <c:pt idx="2">
                  <c:v>Location 3</c:v>
                </c:pt>
                <c:pt idx="3">
                  <c:v>Location 4</c:v>
                </c:pt>
              </c:strCache>
            </c:strRef>
          </c:cat>
          <c:val>
            <c:numRef>
              <c:f>'Abstract Multi'!$C$9:$C$12</c:f>
              <c:numCache>
                <c:formatCode>General</c:formatCode>
                <c:ptCount val="4"/>
                <c:pt idx="0">
                  <c:v>-84</c:v>
                </c:pt>
                <c:pt idx="1">
                  <c:v>-87.5</c:v>
                </c:pt>
                <c:pt idx="2">
                  <c:v>-89</c:v>
                </c:pt>
                <c:pt idx="3">
                  <c:v>-84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14F4-474C-BE26-6BA7121672D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362146080"/>
        <c:axId val="362144832"/>
      </c:lineChart>
      <c:catAx>
        <c:axId val="24223300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solidFill>
              <a:schemeClr val="accent5">
                <a:lumMod val="50000"/>
              </a:schemeClr>
            </a:solidFill>
            <a:round/>
          </a:ln>
          <a:effectLst/>
        </c:spPr>
        <c:txPr>
          <a:bodyPr rot="0" spcFirstLastPara="1" vertOverflow="ellipsis" wrap="square" anchor="b" anchorCtr="0"/>
          <a:lstStyle/>
          <a:p>
            <a:pPr>
              <a:defRPr sz="1000" b="1" i="0" u="none" strike="noStrike" kern="1200" baseline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42233424"/>
        <c:crosses val="autoZero"/>
        <c:auto val="0"/>
        <c:lblAlgn val="ctr"/>
        <c:lblOffset val="100"/>
        <c:noMultiLvlLbl val="0"/>
      </c:catAx>
      <c:valAx>
        <c:axId val="242233424"/>
        <c:scaling>
          <c:orientation val="minMax"/>
          <c:max val="-72"/>
          <c:min val="-90"/>
        </c:scaling>
        <c:delete val="0"/>
        <c:axPos val="l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50" b="1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sz="1050" b="1">
                    <a:solidFill>
                      <a:schemeClr val="bg2"/>
                    </a:solidFill>
                  </a:rPr>
                  <a:t>Signal Level</a:t>
                </a:r>
              </a:p>
            </c:rich>
          </c:tx>
          <c:layout>
            <c:manualLayout>
              <c:xMode val="edge"/>
              <c:yMode val="edge"/>
              <c:x val="0.10586231021339899"/>
              <c:y val="0.34594059420731527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50" b="1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@" sourceLinked="0"/>
        <c:majorTickMark val="none"/>
        <c:minorTickMark val="none"/>
        <c:tickLblPos val="none"/>
        <c:spPr>
          <a:solidFill>
            <a:schemeClr val="tx1"/>
          </a:solidFill>
          <a:ln>
            <a:solidFill>
              <a:schemeClr val="accent5">
                <a:lumMod val="50000"/>
              </a:schemeClr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42233008"/>
        <c:crosses val="autoZero"/>
        <c:crossBetween val="between"/>
        <c:majorUnit val="14"/>
      </c:valAx>
      <c:valAx>
        <c:axId val="362144832"/>
        <c:scaling>
          <c:orientation val="minMax"/>
          <c:max val="-105"/>
          <c:min val="-120"/>
        </c:scaling>
        <c:delete val="1"/>
        <c:axPos val="r"/>
        <c:numFmt formatCode="General" sourceLinked="1"/>
        <c:majorTickMark val="none"/>
        <c:minorTickMark val="none"/>
        <c:tickLblPos val="nextTo"/>
        <c:crossAx val="362146080"/>
        <c:crosses val="max"/>
        <c:crossBetween val="between"/>
      </c:valAx>
      <c:catAx>
        <c:axId val="362146080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362144832"/>
        <c:crosses val="autoZero"/>
        <c:auto val="1"/>
        <c:lblAlgn val="ctr"/>
        <c:lblOffset val="100"/>
        <c:noMultiLvlLbl val="0"/>
      </c:catAx>
      <c:spPr>
        <a:solidFill>
          <a:schemeClr val="bg1">
            <a:lumMod val="75000"/>
          </a:schemeClr>
        </a:solidFill>
        <a:ln>
          <a:solidFill>
            <a:schemeClr val="accent5">
              <a:lumMod val="50000"/>
            </a:schemeClr>
          </a:solidFill>
        </a:ln>
        <a:effectLst/>
      </c:spPr>
    </c:plotArea>
    <c:legend>
      <c:legendPos val="b"/>
      <c:legendEntry>
        <c:idx val="0"/>
        <c:txPr>
          <a:bodyPr rot="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</c:legendEntry>
      <c:legendEntry>
        <c:idx val="1"/>
        <c:txPr>
          <a:bodyPr rot="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</c:legendEntry>
      <c:legendEntry>
        <c:idx val="2"/>
        <c:txPr>
          <a:bodyPr rot="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</c:legendEntry>
      <c:legendEntry>
        <c:idx val="3"/>
        <c:txPr>
          <a:bodyPr rot="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</c:legendEntry>
      <c:layout>
        <c:manualLayout>
          <c:xMode val="edge"/>
          <c:yMode val="edge"/>
          <c:x val="0.27692735038306315"/>
          <c:y val="0.88841395825490443"/>
          <c:w val="0.28801686084857464"/>
          <c:h val="8.2317649318225466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solidFill>
      <a:schemeClr val="bg1">
        <a:lumMod val="75000"/>
      </a:schemeClr>
    </a:solidFill>
    <a:ln w="9525" cap="flat" cmpd="sng" algn="ctr">
      <a:solidFill>
        <a:schemeClr val="tx1">
          <a:lumMod val="15000"/>
          <a:lumOff val="85000"/>
        </a:schemeClr>
      </a:solidFill>
      <a:round/>
    </a:ln>
    <a:effectLst/>
  </c:spPr>
  <c:txPr>
    <a:bodyPr/>
    <a:lstStyle/>
    <a:p>
      <a:pPr>
        <a:defRPr/>
      </a:pPr>
      <a:endParaRPr lang="en-US"/>
    </a:p>
  </c:txPr>
  <c:externalData r:id="rId4">
    <c:autoUpdate val="0"/>
  </c:externalData>
  <c:userShapes r:id="rId5"/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1" i="0" u="none" strike="noStrike" kern="1200" baseline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pPr>
            <a:r>
              <a:rPr lang="en-US" sz="1400" dirty="0">
                <a:solidFill>
                  <a:schemeClr val="bg2"/>
                </a:solidFill>
              </a:rPr>
              <a:t>Profile 3: </a:t>
            </a:r>
            <a:r>
              <a:rPr lang="en-US" sz="1400" baseline="0" dirty="0" err="1">
                <a:solidFill>
                  <a:schemeClr val="bg2"/>
                </a:solidFill>
              </a:rPr>
              <a:t>WiFi</a:t>
            </a:r>
            <a:r>
              <a:rPr lang="en-US" sz="1400" baseline="0" dirty="0">
                <a:solidFill>
                  <a:schemeClr val="bg2"/>
                </a:solidFill>
              </a:rPr>
              <a:t> Full Range to Cellular HO Region</a:t>
            </a:r>
            <a:endParaRPr lang="en-US" sz="1400" dirty="0">
              <a:solidFill>
                <a:schemeClr val="bg2"/>
              </a:solidFill>
            </a:endParaRPr>
          </a:p>
        </c:rich>
      </c:tx>
      <c:layout>
        <c:manualLayout>
          <c:xMode val="edge"/>
          <c:yMode val="edge"/>
          <c:x val="0.18071688950006734"/>
          <c:y val="3.2290456556058444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0" u="none" strike="noStrike" kern="1200" baseline="0">
              <a:solidFill>
                <a:schemeClr val="bg2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0.10679761403500168"/>
          <c:y val="0.13722750027625147"/>
          <c:w val="0.8668634452351488"/>
          <c:h val="0.7509583099172995"/>
        </c:manualLayout>
      </c:layout>
      <c:lineChart>
        <c:grouping val="stacked"/>
        <c:varyColors val="0"/>
        <c:ser>
          <c:idx val="1"/>
          <c:order val="1"/>
          <c:tx>
            <c:strRef>
              <c:f>'Abstract Multi'!$B$3</c:f>
              <c:strCache>
                <c:ptCount val="1"/>
                <c:pt idx="0">
                  <c:v>WiFi</c:v>
                </c:pt>
              </c:strCache>
            </c:strRef>
          </c:tx>
          <c:spPr>
            <a:ln w="34925" cap="rnd">
              <a:solidFill>
                <a:srgbClr val="00B0F0"/>
              </a:solidFill>
              <a:round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marker>
            <c:symbol val="circle"/>
            <c:size val="6"/>
            <c:spPr>
              <a:solidFill>
                <a:srgbClr val="00B0F0"/>
              </a:solidFill>
              <a:ln w="9525">
                <a:solidFill>
                  <a:srgbClr val="00B0F0"/>
                </a:solidFill>
                <a:round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</c:spPr>
          </c:marker>
          <c:cat>
            <c:strRef>
              <c:f>'Abstract HO'!$A$9:$A$11</c:f>
              <c:strCache>
                <c:ptCount val="3"/>
                <c:pt idx="0">
                  <c:v>Location 1</c:v>
                </c:pt>
                <c:pt idx="1">
                  <c:v>Location 2</c:v>
                </c:pt>
                <c:pt idx="2">
                  <c:v>Location 3</c:v>
                </c:pt>
              </c:strCache>
            </c:strRef>
          </c:cat>
          <c:val>
            <c:numRef>
              <c:f>'Abstract Multi'!$E$4:$E$6</c:f>
              <c:numCache>
                <c:formatCode>General</c:formatCode>
                <c:ptCount val="3"/>
                <c:pt idx="0">
                  <c:v>-75</c:v>
                </c:pt>
                <c:pt idx="1">
                  <c:v>-88</c:v>
                </c:pt>
                <c:pt idx="2">
                  <c:v>-75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EE38-4098-A33A-5E03723F92A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42233008"/>
        <c:axId val="242233424"/>
      </c:lineChart>
      <c:lineChart>
        <c:grouping val="stacked"/>
        <c:varyColors val="0"/>
        <c:ser>
          <c:idx val="0"/>
          <c:order val="0"/>
          <c:tx>
            <c:strRef>
              <c:f>'Abstract Multi'!$A$3</c:f>
              <c:strCache>
                <c:ptCount val="1"/>
                <c:pt idx="0">
                  <c:v>LTE/NR</c:v>
                </c:pt>
              </c:strCache>
            </c:strRef>
          </c:tx>
          <c:spPr>
            <a:ln w="34925" cap="rnd">
              <a:solidFill>
                <a:schemeClr val="tx2"/>
              </a:solidFill>
              <a:round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marker>
            <c:symbol val="circle"/>
            <c:size val="6"/>
            <c:spPr>
              <a:solidFill>
                <a:schemeClr val="tx2"/>
              </a:solidFill>
              <a:ln w="9525">
                <a:solidFill>
                  <a:schemeClr val="tx2"/>
                </a:solidFill>
                <a:round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</c:spPr>
          </c:marker>
          <c:cat>
            <c:strRef>
              <c:f>'Abstract HO'!$A$9:$A$11</c:f>
              <c:strCache>
                <c:ptCount val="3"/>
                <c:pt idx="0">
                  <c:v>Location 1</c:v>
                </c:pt>
                <c:pt idx="1">
                  <c:v>Location 2</c:v>
                </c:pt>
                <c:pt idx="2">
                  <c:v>Location 3</c:v>
                </c:pt>
              </c:strCache>
            </c:strRef>
          </c:cat>
          <c:val>
            <c:numRef>
              <c:f>'Abstract Multi'!$F$4:$F$6</c:f>
              <c:numCache>
                <c:formatCode>General</c:formatCode>
                <c:ptCount val="3"/>
                <c:pt idx="0">
                  <c:v>-88</c:v>
                </c:pt>
                <c:pt idx="1">
                  <c:v>-84</c:v>
                </c:pt>
                <c:pt idx="2">
                  <c:v>-88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EE38-4098-A33A-5E03723F92A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362146080"/>
        <c:axId val="362144832"/>
      </c:lineChart>
      <c:catAx>
        <c:axId val="24223300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solidFill>
              <a:schemeClr val="accent5">
                <a:lumMod val="50000"/>
              </a:schemeClr>
            </a:solidFill>
            <a:round/>
          </a:ln>
          <a:effectLst/>
        </c:spPr>
        <c:txPr>
          <a:bodyPr rot="0" spcFirstLastPara="1" vertOverflow="ellipsis" wrap="square" anchor="b" anchorCtr="0"/>
          <a:lstStyle/>
          <a:p>
            <a:pPr>
              <a:defRPr sz="1000" b="1" i="0" u="none" strike="noStrike" kern="1200" baseline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42233424"/>
        <c:crosses val="autoZero"/>
        <c:auto val="0"/>
        <c:lblAlgn val="ctr"/>
        <c:lblOffset val="100"/>
        <c:noMultiLvlLbl val="0"/>
      </c:catAx>
      <c:valAx>
        <c:axId val="242233424"/>
        <c:scaling>
          <c:orientation val="minMax"/>
          <c:max val="-72"/>
          <c:min val="-90"/>
        </c:scaling>
        <c:delete val="0"/>
        <c:axPos val="l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50" b="1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sz="1050" b="1">
                    <a:solidFill>
                      <a:schemeClr val="bg2"/>
                    </a:solidFill>
                  </a:rPr>
                  <a:t>Signal Level</a:t>
                </a:r>
              </a:p>
            </c:rich>
          </c:tx>
          <c:layout>
            <c:manualLayout>
              <c:xMode val="edge"/>
              <c:yMode val="edge"/>
              <c:x val="0.10586212976202661"/>
              <c:y val="0.40854058077491934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50" b="1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@" sourceLinked="0"/>
        <c:majorTickMark val="none"/>
        <c:minorTickMark val="none"/>
        <c:tickLblPos val="none"/>
        <c:spPr>
          <a:solidFill>
            <a:schemeClr val="tx1"/>
          </a:solidFill>
          <a:ln>
            <a:solidFill>
              <a:schemeClr val="accent5">
                <a:lumMod val="50000"/>
              </a:schemeClr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42233008"/>
        <c:crosses val="autoZero"/>
        <c:crossBetween val="between"/>
        <c:majorUnit val="14"/>
      </c:valAx>
      <c:valAx>
        <c:axId val="362144832"/>
        <c:scaling>
          <c:orientation val="minMax"/>
          <c:max val="-105"/>
          <c:min val="-120"/>
        </c:scaling>
        <c:delete val="1"/>
        <c:axPos val="r"/>
        <c:numFmt formatCode="General" sourceLinked="1"/>
        <c:majorTickMark val="none"/>
        <c:minorTickMark val="none"/>
        <c:tickLblPos val="nextTo"/>
        <c:crossAx val="362146080"/>
        <c:crosses val="max"/>
        <c:crossBetween val="between"/>
      </c:valAx>
      <c:catAx>
        <c:axId val="362146080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362144832"/>
        <c:crosses val="autoZero"/>
        <c:auto val="1"/>
        <c:lblAlgn val="ctr"/>
        <c:lblOffset val="100"/>
        <c:noMultiLvlLbl val="0"/>
      </c:catAx>
      <c:spPr>
        <a:solidFill>
          <a:schemeClr val="bg1">
            <a:lumMod val="75000"/>
          </a:schemeClr>
        </a:solidFill>
        <a:ln>
          <a:solidFill>
            <a:schemeClr val="accent5">
              <a:lumMod val="50000"/>
            </a:schemeClr>
          </a:solidFill>
        </a:ln>
        <a:effectLst/>
      </c:spPr>
    </c:plotArea>
    <c:legend>
      <c:legendPos val="b"/>
      <c:legendEntry>
        <c:idx val="0"/>
        <c:txPr>
          <a:bodyPr rot="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</c:legendEntry>
      <c:legendEntry>
        <c:idx val="1"/>
        <c:txPr>
          <a:bodyPr rot="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</c:legendEntry>
      <c:layout>
        <c:manualLayout>
          <c:xMode val="edge"/>
          <c:yMode val="edge"/>
          <c:x val="0.25022932182525914"/>
          <c:y val="0.89251587213867312"/>
          <c:w val="0.3110114874787907"/>
          <c:h val="8.265369285148183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solidFill>
      <a:schemeClr val="bg1">
        <a:lumMod val="75000"/>
      </a:schemeClr>
    </a:solidFill>
    <a:ln w="9525" cap="flat" cmpd="sng" algn="ctr">
      <a:solidFill>
        <a:schemeClr val="tx1">
          <a:lumMod val="15000"/>
          <a:lumOff val="85000"/>
        </a:schemeClr>
      </a:solidFill>
      <a:round/>
    </a:ln>
    <a:effectLst/>
  </c:spPr>
  <c:txPr>
    <a:bodyPr/>
    <a:lstStyle/>
    <a:p>
      <a:pPr>
        <a:defRPr/>
      </a:pPr>
      <a:endParaRPr lang="en-US"/>
    </a:p>
  </c:txPr>
  <c:externalData r:id="rId4">
    <c:autoUpdate val="0"/>
  </c:externalData>
  <c:userShapes r:id="rId5"/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1" i="0" u="none" strike="noStrike" kern="1200" baseline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pPr>
            <a:r>
              <a:rPr lang="en-US" sz="1400">
                <a:solidFill>
                  <a:schemeClr val="bg2"/>
                </a:solidFill>
              </a:rPr>
              <a:t>Profile 4</a:t>
            </a:r>
            <a:r>
              <a:rPr lang="en-US" sz="1400" baseline="0">
                <a:solidFill>
                  <a:schemeClr val="bg2"/>
                </a:solidFill>
              </a:rPr>
              <a:t>: Increasing IP Impiarment while in WFC until HO </a:t>
            </a:r>
            <a:endParaRPr lang="en-US" sz="1400">
              <a:solidFill>
                <a:schemeClr val="bg2"/>
              </a:solidFill>
            </a:endParaRPr>
          </a:p>
        </c:rich>
      </c:tx>
      <c:layout>
        <c:manualLayout>
          <c:xMode val="edge"/>
          <c:yMode val="edge"/>
          <c:x val="0.10578940935053711"/>
          <c:y val="3.5924108298105994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1" i="0" u="none" strike="noStrike" kern="1200" baseline="0">
              <a:solidFill>
                <a:schemeClr val="bg2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8.4137404722808215E-2"/>
          <c:y val="0.19330609025207926"/>
          <c:w val="0.83538000561017711"/>
          <c:h val="0.71447129433287215"/>
        </c:manualLayout>
      </c:layout>
      <c:lineChart>
        <c:grouping val="stacked"/>
        <c:varyColors val="0"/>
        <c:ser>
          <c:idx val="1"/>
          <c:order val="1"/>
          <c:tx>
            <c:strRef>
              <c:f>'Abstract HO'!$E$3</c:f>
              <c:strCache>
                <c:ptCount val="1"/>
                <c:pt idx="0">
                  <c:v>WiFi</c:v>
                </c:pt>
              </c:strCache>
            </c:strRef>
          </c:tx>
          <c:spPr>
            <a:ln w="34925" cap="rnd">
              <a:solidFill>
                <a:srgbClr val="00B0F0"/>
              </a:solidFill>
              <a:round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marker>
            <c:symbol val="circle"/>
            <c:size val="6"/>
            <c:spPr>
              <a:solidFill>
                <a:srgbClr val="00B0F0"/>
              </a:solidFill>
              <a:ln w="9525">
                <a:solidFill>
                  <a:srgbClr val="00B0F0"/>
                </a:solidFill>
                <a:round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</c:spPr>
          </c:marker>
          <c:cat>
            <c:strRef>
              <c:f>'Abstract HO'!$A$9:$A$11</c:f>
              <c:strCache>
                <c:ptCount val="3"/>
                <c:pt idx="0">
                  <c:v>Location 1</c:v>
                </c:pt>
                <c:pt idx="1">
                  <c:v>Location 2</c:v>
                </c:pt>
                <c:pt idx="2">
                  <c:v>Location 3</c:v>
                </c:pt>
              </c:strCache>
            </c:strRef>
          </c:cat>
          <c:val>
            <c:numRef>
              <c:f>'Abstract HO'!$A$4:$A$6</c:f>
              <c:numCache>
                <c:formatCode>General</c:formatCode>
                <c:ptCount val="3"/>
                <c:pt idx="0">
                  <c:v>-10</c:v>
                </c:pt>
                <c:pt idx="1">
                  <c:v>-10</c:v>
                </c:pt>
                <c:pt idx="2">
                  <c:v>-10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40C3-4CB5-9801-75CB309ABE1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42233008"/>
        <c:axId val="242233424"/>
      </c:lineChart>
      <c:lineChart>
        <c:grouping val="stacked"/>
        <c:varyColors val="0"/>
        <c:ser>
          <c:idx val="0"/>
          <c:order val="0"/>
          <c:tx>
            <c:strRef>
              <c:f>'Abstract HO'!$B$3</c:f>
              <c:strCache>
                <c:ptCount val="1"/>
                <c:pt idx="0">
                  <c:v>Packet-Loss</c:v>
                </c:pt>
              </c:strCache>
            </c:strRef>
          </c:tx>
          <c:spPr>
            <a:ln w="34925" cap="rnd">
              <a:solidFill>
                <a:srgbClr val="C00000"/>
              </a:solidFill>
              <a:round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marker>
            <c:symbol val="circle"/>
            <c:size val="6"/>
            <c:spPr>
              <a:solidFill>
                <a:srgbClr val="C00000"/>
              </a:solidFill>
              <a:ln w="9525">
                <a:solidFill>
                  <a:srgbClr val="C00000"/>
                </a:solidFill>
                <a:round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</c:spPr>
          </c:marker>
          <c:cat>
            <c:strRef>
              <c:f>'Abstract HO'!$A$9:$A$11</c:f>
              <c:strCache>
                <c:ptCount val="3"/>
                <c:pt idx="0">
                  <c:v>Location 1</c:v>
                </c:pt>
                <c:pt idx="1">
                  <c:v>Location 2</c:v>
                </c:pt>
                <c:pt idx="2">
                  <c:v>Location 3</c:v>
                </c:pt>
              </c:strCache>
            </c:strRef>
          </c:cat>
          <c:val>
            <c:numRef>
              <c:f>'Abstract HO'!$B$4:$B$6</c:f>
              <c:numCache>
                <c:formatCode>0%</c:formatCode>
                <c:ptCount val="3"/>
                <c:pt idx="0">
                  <c:v>0.01</c:v>
                </c:pt>
                <c:pt idx="1">
                  <c:v>0.2</c:v>
                </c:pt>
                <c:pt idx="2">
                  <c:v>0.4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40C3-4CB5-9801-75CB309ABE1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558874144"/>
        <c:axId val="1558873728"/>
      </c:lineChart>
      <c:catAx>
        <c:axId val="242233008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242233424"/>
        <c:crosses val="autoZero"/>
        <c:auto val="0"/>
        <c:lblAlgn val="ctr"/>
        <c:lblOffset val="100"/>
        <c:noMultiLvlLbl val="0"/>
      </c:catAx>
      <c:valAx>
        <c:axId val="242233424"/>
        <c:scaling>
          <c:orientation val="minMax"/>
          <c:max val="0"/>
          <c:min val="-20"/>
        </c:scaling>
        <c:delete val="0"/>
        <c:axPos val="l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50" b="1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sz="1050" b="1">
                    <a:solidFill>
                      <a:schemeClr val="bg2"/>
                    </a:solidFill>
                  </a:rPr>
                  <a:t>Signal Level</a:t>
                </a:r>
              </a:p>
            </c:rich>
          </c:tx>
          <c:layout>
            <c:manualLayout>
              <c:xMode val="edge"/>
              <c:yMode val="edge"/>
              <c:x val="8.6270418515366654E-2"/>
              <c:y val="0.41960028461897897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50" b="1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@" sourceLinked="0"/>
        <c:majorTickMark val="none"/>
        <c:minorTickMark val="none"/>
        <c:tickLblPos val="none"/>
        <c:spPr>
          <a:solidFill>
            <a:schemeClr val="tx1"/>
          </a:solidFill>
          <a:ln>
            <a:solidFill>
              <a:schemeClr val="accent5">
                <a:lumMod val="50000"/>
              </a:schemeClr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42233008"/>
        <c:crosses val="autoZero"/>
        <c:crossBetween val="between"/>
        <c:majorUnit val="14"/>
      </c:valAx>
      <c:valAx>
        <c:axId val="1558873728"/>
        <c:scaling>
          <c:orientation val="minMax"/>
          <c:max val="0.45"/>
          <c:min val="0"/>
        </c:scaling>
        <c:delete val="0"/>
        <c:axPos val="r"/>
        <c:title>
          <c:tx>
            <c:rich>
              <a:bodyPr rot="-5400000" spcFirstLastPara="1" vertOverflow="ellipsis" vert="horz" wrap="square" anchor="ctr" anchorCtr="1"/>
              <a:lstStyle/>
              <a:p>
                <a:pPr algn="ctr" rtl="0">
                  <a:defRPr lang="en-US" sz="1050" b="1" i="0" u="none" strike="noStrike" kern="1200" baseline="0">
                    <a:solidFill>
                      <a:schemeClr val="bg2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sz="1050" b="1" i="0" u="none" strike="noStrike" kern="1200" baseline="0">
                    <a:solidFill>
                      <a:schemeClr val="bg2"/>
                    </a:solidFill>
                    <a:latin typeface="+mn-lt"/>
                    <a:ea typeface="+mn-ea"/>
                    <a:cs typeface="+mn-cs"/>
                  </a:rPr>
                  <a:t>Packet Loss(%)</a:t>
                </a:r>
              </a:p>
            </c:rich>
          </c:tx>
          <c:layout>
            <c:manualLayout>
              <c:xMode val="edge"/>
              <c:yMode val="edge"/>
              <c:x val="0.87168101851225033"/>
              <c:y val="0.41127390513323903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 algn="ctr" rtl="0">
                <a:defRPr lang="en-US" sz="1050" b="1" i="0" u="none" strike="noStrike" kern="1200" baseline="0">
                  <a:solidFill>
                    <a:schemeClr val="bg2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0%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58874144"/>
        <c:crosses val="max"/>
        <c:crossBetween val="between"/>
        <c:majorUnit val="0.2"/>
      </c:valAx>
      <c:catAx>
        <c:axId val="1558874144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1558873728"/>
        <c:crosses val="autoZero"/>
        <c:auto val="1"/>
        <c:lblAlgn val="ctr"/>
        <c:lblOffset val="100"/>
        <c:noMultiLvlLbl val="0"/>
      </c:catAx>
      <c:spPr>
        <a:solidFill>
          <a:schemeClr val="bg1">
            <a:lumMod val="75000"/>
          </a:schemeClr>
        </a:solidFill>
        <a:ln>
          <a:solidFill>
            <a:schemeClr val="accent5">
              <a:lumMod val="50000"/>
            </a:schemeClr>
          </a:solidFill>
        </a:ln>
        <a:effectLst/>
      </c:spPr>
    </c:plotArea>
    <c:legend>
      <c:legendPos val="b"/>
      <c:legendEntry>
        <c:idx val="0"/>
        <c:txPr>
          <a:bodyPr rot="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</c:legendEntry>
      <c:legendEntry>
        <c:idx val="1"/>
        <c:txPr>
          <a:bodyPr rot="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</c:legendEntry>
      <c:layout>
        <c:manualLayout>
          <c:xMode val="edge"/>
          <c:yMode val="edge"/>
          <c:x val="0.26710260274471537"/>
          <c:y val="0.90758017857050333"/>
          <c:w val="0.31079982021498309"/>
          <c:h val="6.5323044482910292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solidFill>
      <a:schemeClr val="bg1">
        <a:lumMod val="75000"/>
      </a:schemeClr>
    </a:solidFill>
    <a:ln w="9525" cap="flat" cmpd="sng" algn="ctr">
      <a:solidFill>
        <a:schemeClr val="tx1">
          <a:lumMod val="15000"/>
          <a:lumOff val="85000"/>
        </a:schemeClr>
      </a:solidFill>
      <a:round/>
    </a:ln>
    <a:effectLst/>
  </c:spPr>
  <c:txPr>
    <a:bodyPr/>
    <a:lstStyle/>
    <a:p>
      <a:pPr>
        <a:defRPr/>
      </a:pPr>
      <a:endParaRPr lang="en-US"/>
    </a:p>
  </c:txPr>
  <c:externalData r:id="rId4">
    <c:autoUpdate val="0"/>
  </c:externalData>
  <c:userShapes r:id="rId5"/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1" i="0" u="none" strike="noStrike" kern="1200" baseline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pPr>
            <a:r>
              <a:rPr lang="en-US" sz="1400" dirty="0">
                <a:solidFill>
                  <a:schemeClr val="bg2"/>
                </a:solidFill>
              </a:rPr>
              <a:t>Profile 5: Walk out of WFC to Cellular</a:t>
            </a:r>
          </a:p>
        </c:rich>
      </c:tx>
      <c:layout>
        <c:manualLayout>
          <c:xMode val="edge"/>
          <c:yMode val="edge"/>
          <c:x val="0.17182191978306458"/>
          <c:y val="5.855163814741369E-3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1" i="0" u="none" strike="noStrike" kern="1200" baseline="0">
              <a:solidFill>
                <a:schemeClr val="bg2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9.3824600152811938E-2"/>
          <c:y val="0.10427371578552683"/>
          <c:w val="0.8668634452351488"/>
          <c:h val="0.80350362204724401"/>
        </c:manualLayout>
      </c:layout>
      <c:lineChart>
        <c:grouping val="stacked"/>
        <c:varyColors val="0"/>
        <c:ser>
          <c:idx val="2"/>
          <c:order val="0"/>
          <c:tx>
            <c:strRef>
              <c:f>'Abstract HO'!$E$3</c:f>
              <c:strCache>
                <c:ptCount val="1"/>
                <c:pt idx="0">
                  <c:v>WiFi</c:v>
                </c:pt>
              </c:strCache>
            </c:strRef>
          </c:tx>
          <c:spPr>
            <a:ln w="34925" cap="rnd">
              <a:solidFill>
                <a:srgbClr val="00B0F0"/>
              </a:solidFill>
              <a:round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marker>
            <c:symbol val="circle"/>
            <c:size val="6"/>
            <c:spPr>
              <a:gradFill rotWithShape="1">
                <a:gsLst>
                  <a:gs pos="0">
                    <a:schemeClr val="accent3"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3"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3"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 w="9525">
                <a:solidFill>
                  <a:schemeClr val="accent3"/>
                </a:solidFill>
                <a:round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</c:spPr>
          </c:marker>
          <c:cat>
            <c:strRef>
              <c:f>'Abstract HO'!$A$9:$A$11</c:f>
              <c:strCache>
                <c:ptCount val="3"/>
                <c:pt idx="0">
                  <c:v>Location 1</c:v>
                </c:pt>
                <c:pt idx="1">
                  <c:v>Location 2</c:v>
                </c:pt>
                <c:pt idx="2">
                  <c:v>Location 3</c:v>
                </c:pt>
              </c:strCache>
            </c:strRef>
          </c:cat>
          <c:val>
            <c:numRef>
              <c:f>'Abstract HO'!$E$4:$E$6</c:f>
              <c:numCache>
                <c:formatCode>General</c:formatCode>
                <c:ptCount val="3"/>
                <c:pt idx="0">
                  <c:v>-65</c:v>
                </c:pt>
                <c:pt idx="1">
                  <c:v>-75</c:v>
                </c:pt>
                <c:pt idx="2">
                  <c:v>-83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7BB0-4A3E-A070-D34C62E063E0}"/>
            </c:ext>
          </c:extLst>
        </c:ser>
        <c:ser>
          <c:idx val="3"/>
          <c:order val="1"/>
          <c:tx>
            <c:strRef>
              <c:f>'Abstract HO'!$D$3</c:f>
              <c:strCache>
                <c:ptCount val="1"/>
                <c:pt idx="0">
                  <c:v>NR/LTE</c:v>
                </c:pt>
              </c:strCache>
            </c:strRef>
          </c:tx>
          <c:spPr>
            <a:ln w="34925" cap="rnd">
              <a:solidFill>
                <a:schemeClr val="tx2"/>
              </a:solidFill>
              <a:round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marker>
            <c:symbol val="circle"/>
            <c:size val="6"/>
            <c:spPr>
              <a:gradFill rotWithShape="1">
                <a:gsLst>
                  <a:gs pos="0">
                    <a:schemeClr val="accent4"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4"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4"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 w="9525">
                <a:solidFill>
                  <a:schemeClr val="accent4"/>
                </a:solidFill>
                <a:round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</c:spPr>
          </c:marker>
          <c:cat>
            <c:strRef>
              <c:f>'Abstract HO'!$A$9:$A$11</c:f>
              <c:strCache>
                <c:ptCount val="3"/>
                <c:pt idx="0">
                  <c:v>Location 1</c:v>
                </c:pt>
                <c:pt idx="1">
                  <c:v>Location 2</c:v>
                </c:pt>
                <c:pt idx="2">
                  <c:v>Location 3</c:v>
                </c:pt>
              </c:strCache>
            </c:strRef>
          </c:cat>
          <c:val>
            <c:numRef>
              <c:f>'Abstract HO'!$D$4:$D$6</c:f>
              <c:numCache>
                <c:formatCode>General</c:formatCode>
                <c:ptCount val="3"/>
                <c:pt idx="0">
                  <c:v>-75</c:v>
                </c:pt>
                <c:pt idx="1">
                  <c:v>-75</c:v>
                </c:pt>
                <c:pt idx="2">
                  <c:v>-75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7BB0-4A3E-A070-D34C62E063E0}"/>
            </c:ext>
          </c:extLst>
        </c:ser>
        <c:ser>
          <c:idx val="1"/>
          <c:order val="3"/>
          <c:tx>
            <c:strRef>
              <c:f>'Abstract HO'!$E$3</c:f>
              <c:strCache>
                <c:ptCount val="1"/>
                <c:pt idx="0">
                  <c:v>WiFi</c:v>
                </c:pt>
              </c:strCache>
            </c:strRef>
          </c:tx>
          <c:spPr>
            <a:ln w="34925" cap="rnd">
              <a:solidFill>
                <a:srgbClr val="00B0F0"/>
              </a:solidFill>
              <a:round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marker>
            <c:symbol val="circle"/>
            <c:size val="6"/>
            <c:spPr>
              <a:solidFill>
                <a:srgbClr val="00B0F0"/>
              </a:solidFill>
              <a:ln w="9525">
                <a:solidFill>
                  <a:srgbClr val="00B0F0"/>
                </a:solidFill>
                <a:round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</c:spPr>
          </c:marker>
          <c:cat>
            <c:strRef>
              <c:f>'Abstract HO'!$A$9:$A$11</c:f>
              <c:strCache>
                <c:ptCount val="3"/>
                <c:pt idx="0">
                  <c:v>Location 1</c:v>
                </c:pt>
                <c:pt idx="1">
                  <c:v>Location 2</c:v>
                </c:pt>
                <c:pt idx="2">
                  <c:v>Location 3</c:v>
                </c:pt>
              </c:strCache>
            </c:strRef>
          </c:cat>
          <c:val>
            <c:numRef>
              <c:f>'Abstract HO'!$E$4:$E$6</c:f>
              <c:numCache>
                <c:formatCode>General</c:formatCode>
                <c:ptCount val="3"/>
                <c:pt idx="0">
                  <c:v>-65</c:v>
                </c:pt>
                <c:pt idx="1">
                  <c:v>-75</c:v>
                </c:pt>
                <c:pt idx="2">
                  <c:v>-83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7BB0-4A3E-A070-D34C62E063E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42233008"/>
        <c:axId val="242233424"/>
      </c:lineChart>
      <c:lineChart>
        <c:grouping val="stacked"/>
        <c:varyColors val="0"/>
        <c:ser>
          <c:idx val="0"/>
          <c:order val="2"/>
          <c:tx>
            <c:strRef>
              <c:f>'Abstract HO'!$D$3</c:f>
              <c:strCache>
                <c:ptCount val="1"/>
                <c:pt idx="0">
                  <c:v>NR/LTE</c:v>
                </c:pt>
              </c:strCache>
            </c:strRef>
          </c:tx>
          <c:spPr>
            <a:ln w="34925" cap="rnd">
              <a:solidFill>
                <a:schemeClr val="tx2"/>
              </a:solidFill>
              <a:round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marker>
            <c:symbol val="circle"/>
            <c:size val="6"/>
            <c:spPr>
              <a:solidFill>
                <a:schemeClr val="tx2"/>
              </a:solidFill>
              <a:ln w="9525">
                <a:solidFill>
                  <a:schemeClr val="tx2"/>
                </a:solidFill>
                <a:round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</c:spPr>
          </c:marker>
          <c:cat>
            <c:strRef>
              <c:f>'Abstract HO'!$A$9:$A$11</c:f>
              <c:strCache>
                <c:ptCount val="3"/>
                <c:pt idx="0">
                  <c:v>Location 1</c:v>
                </c:pt>
                <c:pt idx="1">
                  <c:v>Location 2</c:v>
                </c:pt>
                <c:pt idx="2">
                  <c:v>Location 3</c:v>
                </c:pt>
              </c:strCache>
            </c:strRef>
          </c:cat>
          <c:val>
            <c:numRef>
              <c:f>'Abstract HO'!$D$4:$D$6</c:f>
              <c:numCache>
                <c:formatCode>General</c:formatCode>
                <c:ptCount val="3"/>
                <c:pt idx="0">
                  <c:v>-75</c:v>
                </c:pt>
                <c:pt idx="1">
                  <c:v>-75</c:v>
                </c:pt>
                <c:pt idx="2">
                  <c:v>-75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7BB0-4A3E-A070-D34C62E063E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362146080"/>
        <c:axId val="362144832"/>
      </c:lineChart>
      <c:catAx>
        <c:axId val="24223300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solidFill>
              <a:schemeClr val="accent5">
                <a:lumMod val="50000"/>
              </a:schemeClr>
            </a:solidFill>
            <a:round/>
          </a:ln>
          <a:effectLst/>
        </c:spPr>
        <c:txPr>
          <a:bodyPr rot="0" spcFirstLastPara="1" vertOverflow="ellipsis" wrap="square" anchor="b" anchorCtr="0"/>
          <a:lstStyle/>
          <a:p>
            <a:pPr>
              <a:defRPr sz="1000" b="1" i="0" u="none" strike="noStrike" kern="1200" baseline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42233424"/>
        <c:crosses val="autoZero"/>
        <c:auto val="0"/>
        <c:lblAlgn val="ctr"/>
        <c:lblOffset val="100"/>
        <c:noMultiLvlLbl val="0"/>
      </c:catAx>
      <c:valAx>
        <c:axId val="242233424"/>
        <c:scaling>
          <c:orientation val="minMax"/>
          <c:max val="-58"/>
          <c:min val="-88"/>
        </c:scaling>
        <c:delete val="0"/>
        <c:axPos val="l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50" b="1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sz="1050" b="1">
                    <a:solidFill>
                      <a:schemeClr val="bg2"/>
                    </a:solidFill>
                  </a:rPr>
                  <a:t>Signal Level</a:t>
                </a:r>
              </a:p>
            </c:rich>
          </c:tx>
          <c:layout>
            <c:manualLayout>
              <c:xMode val="edge"/>
              <c:yMode val="edge"/>
              <c:x val="0.10586215649457528"/>
              <c:y val="0.39005709390664772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50" b="1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@" sourceLinked="0"/>
        <c:majorTickMark val="none"/>
        <c:minorTickMark val="none"/>
        <c:tickLblPos val="none"/>
        <c:spPr>
          <a:solidFill>
            <a:schemeClr val="tx1"/>
          </a:solidFill>
          <a:ln>
            <a:solidFill>
              <a:schemeClr val="accent5">
                <a:lumMod val="50000"/>
              </a:schemeClr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42233008"/>
        <c:crosses val="autoZero"/>
        <c:crossBetween val="between"/>
        <c:majorUnit val="14"/>
      </c:valAx>
      <c:valAx>
        <c:axId val="362144832"/>
        <c:scaling>
          <c:orientation val="minMax"/>
          <c:max val="-105"/>
          <c:min val="-120"/>
        </c:scaling>
        <c:delete val="1"/>
        <c:axPos val="r"/>
        <c:numFmt formatCode="General" sourceLinked="1"/>
        <c:majorTickMark val="none"/>
        <c:minorTickMark val="none"/>
        <c:tickLblPos val="nextTo"/>
        <c:crossAx val="362146080"/>
        <c:crosses val="max"/>
        <c:crossBetween val="between"/>
      </c:valAx>
      <c:catAx>
        <c:axId val="362146080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362144832"/>
        <c:crosses val="autoZero"/>
        <c:auto val="1"/>
        <c:lblAlgn val="ctr"/>
        <c:lblOffset val="100"/>
        <c:noMultiLvlLbl val="0"/>
      </c:catAx>
      <c:spPr>
        <a:solidFill>
          <a:schemeClr val="bg1">
            <a:lumMod val="75000"/>
          </a:schemeClr>
        </a:solidFill>
        <a:ln>
          <a:solidFill>
            <a:schemeClr val="accent5">
              <a:lumMod val="50000"/>
            </a:schemeClr>
          </a:solidFill>
        </a:ln>
        <a:effectLst/>
      </c:spPr>
    </c:plotArea>
    <c:legend>
      <c:legendPos val="b"/>
      <c:legendEntry>
        <c:idx val="0"/>
        <c:delete val="1"/>
      </c:legendEntry>
      <c:legendEntry>
        <c:idx val="1"/>
        <c:delete val="1"/>
      </c:legendEntry>
      <c:legendEntry>
        <c:idx val="2"/>
        <c:txPr>
          <a:bodyPr rot="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</c:legendEntry>
      <c:legendEntry>
        <c:idx val="3"/>
        <c:txPr>
          <a:bodyPr rot="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</c:legendEntry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solidFill>
      <a:schemeClr val="bg1">
        <a:lumMod val="75000"/>
      </a:schemeClr>
    </a:solidFill>
    <a:ln w="9525" cap="flat" cmpd="sng" algn="ctr">
      <a:solidFill>
        <a:schemeClr val="tx1">
          <a:lumMod val="15000"/>
          <a:lumOff val="85000"/>
        </a:schemeClr>
      </a:solidFill>
      <a:round/>
    </a:ln>
    <a:effectLst/>
  </c:spPr>
  <c:txPr>
    <a:bodyPr/>
    <a:lstStyle/>
    <a:p>
      <a:pPr>
        <a:defRPr/>
      </a:pPr>
      <a:endParaRPr lang="en-US"/>
    </a:p>
  </c:txPr>
  <c:externalData r:id="rId4">
    <c:autoUpdate val="0"/>
  </c:externalData>
  <c:userShapes r:id="rId5"/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1" i="0" u="none" strike="noStrike" kern="1200" baseline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pPr>
            <a:r>
              <a:rPr lang="en-US" sz="1400">
                <a:solidFill>
                  <a:schemeClr val="bg2"/>
                </a:solidFill>
              </a:rPr>
              <a:t>Profile</a:t>
            </a:r>
            <a:r>
              <a:rPr lang="en-US" sz="1400" baseline="0">
                <a:solidFill>
                  <a:schemeClr val="bg2"/>
                </a:solidFill>
              </a:rPr>
              <a:t> 6</a:t>
            </a:r>
            <a:r>
              <a:rPr lang="en-US" sz="1400">
                <a:solidFill>
                  <a:schemeClr val="bg2"/>
                </a:solidFill>
              </a:rPr>
              <a:t>: Walk into WFC </a:t>
            </a:r>
            <a:r>
              <a:rPr lang="en-US" sz="1400" baseline="0">
                <a:solidFill>
                  <a:schemeClr val="bg2"/>
                </a:solidFill>
              </a:rPr>
              <a:t> Coverage</a:t>
            </a:r>
            <a:endParaRPr lang="en-US" sz="1400">
              <a:solidFill>
                <a:schemeClr val="bg2"/>
              </a:solidFill>
            </a:endParaRPr>
          </a:p>
        </c:rich>
      </c:tx>
      <c:layout>
        <c:manualLayout>
          <c:xMode val="edge"/>
          <c:yMode val="edge"/>
          <c:x val="0.18472722544993675"/>
          <c:y val="3.9036720278388531E-3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1" i="0" u="none" strike="noStrike" kern="1200" baseline="0">
              <a:solidFill>
                <a:schemeClr val="bg2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9.3824600152811938E-2"/>
          <c:y val="0.10427371578552683"/>
          <c:w val="0.8668634452351488"/>
          <c:h val="0.80350362204724401"/>
        </c:manualLayout>
      </c:layout>
      <c:lineChart>
        <c:grouping val="stacked"/>
        <c:varyColors val="0"/>
        <c:ser>
          <c:idx val="1"/>
          <c:order val="1"/>
          <c:tx>
            <c:strRef>
              <c:f>'Abstract HO'!$E$3</c:f>
              <c:strCache>
                <c:ptCount val="1"/>
                <c:pt idx="0">
                  <c:v>WiFi</c:v>
                </c:pt>
              </c:strCache>
            </c:strRef>
          </c:tx>
          <c:spPr>
            <a:ln w="34925" cap="rnd">
              <a:solidFill>
                <a:srgbClr val="00B0F0"/>
              </a:solidFill>
              <a:round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marker>
            <c:symbol val="circle"/>
            <c:size val="6"/>
            <c:spPr>
              <a:solidFill>
                <a:srgbClr val="00B0F0"/>
              </a:solidFill>
              <a:ln w="9525">
                <a:solidFill>
                  <a:srgbClr val="00B0F0"/>
                </a:solidFill>
                <a:round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</c:spPr>
          </c:marker>
          <c:cat>
            <c:strRef>
              <c:f>'Abstract HO'!$A$9:$A$11</c:f>
              <c:strCache>
                <c:ptCount val="3"/>
                <c:pt idx="0">
                  <c:v>Location 1</c:v>
                </c:pt>
                <c:pt idx="1">
                  <c:v>Location 2</c:v>
                </c:pt>
                <c:pt idx="2">
                  <c:v>Location 3</c:v>
                </c:pt>
              </c:strCache>
            </c:strRef>
          </c:cat>
          <c:val>
            <c:numRef>
              <c:f>'Abstract HO'!$G$4:$G$6</c:f>
              <c:numCache>
                <c:formatCode>General</c:formatCode>
                <c:ptCount val="3"/>
                <c:pt idx="0">
                  <c:v>-89</c:v>
                </c:pt>
                <c:pt idx="1">
                  <c:v>-83</c:v>
                </c:pt>
                <c:pt idx="2">
                  <c:v>-77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B32B-459C-A891-06937041E3D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42233008"/>
        <c:axId val="242233424"/>
      </c:lineChart>
      <c:lineChart>
        <c:grouping val="stacked"/>
        <c:varyColors val="0"/>
        <c:ser>
          <c:idx val="0"/>
          <c:order val="0"/>
          <c:tx>
            <c:strRef>
              <c:f>'Abstract HO'!$D$3</c:f>
              <c:strCache>
                <c:ptCount val="1"/>
                <c:pt idx="0">
                  <c:v>NR/LTE</c:v>
                </c:pt>
              </c:strCache>
            </c:strRef>
          </c:tx>
          <c:spPr>
            <a:ln w="34925" cap="rnd">
              <a:solidFill>
                <a:srgbClr val="E20074"/>
              </a:solidFill>
              <a:round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marker>
            <c:symbol val="circle"/>
            <c:size val="6"/>
            <c:spPr>
              <a:solidFill>
                <a:srgbClr val="E20074"/>
              </a:solidFill>
              <a:ln w="9525">
                <a:solidFill>
                  <a:srgbClr val="E20074"/>
                </a:solidFill>
                <a:round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</c:spPr>
          </c:marker>
          <c:cat>
            <c:strRef>
              <c:f>'Abstract HO'!$A$9:$A$11</c:f>
              <c:strCache>
                <c:ptCount val="3"/>
                <c:pt idx="0">
                  <c:v>Location 1</c:v>
                </c:pt>
                <c:pt idx="1">
                  <c:v>Location 2</c:v>
                </c:pt>
                <c:pt idx="2">
                  <c:v>Location 3</c:v>
                </c:pt>
              </c:strCache>
            </c:strRef>
          </c:cat>
          <c:val>
            <c:numRef>
              <c:f>'Abstract HO'!$F$4:$F$6</c:f>
              <c:numCache>
                <c:formatCode>General</c:formatCode>
                <c:ptCount val="3"/>
                <c:pt idx="0">
                  <c:v>-88</c:v>
                </c:pt>
                <c:pt idx="1">
                  <c:v>-88</c:v>
                </c:pt>
                <c:pt idx="2">
                  <c:v>-88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B32B-459C-A891-06937041E3D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362146080"/>
        <c:axId val="362144832"/>
      </c:lineChart>
      <c:catAx>
        <c:axId val="242233008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242233424"/>
        <c:crosses val="autoZero"/>
        <c:auto val="0"/>
        <c:lblAlgn val="ctr"/>
        <c:lblOffset val="100"/>
        <c:noMultiLvlLbl val="0"/>
      </c:catAx>
      <c:valAx>
        <c:axId val="242233424"/>
        <c:scaling>
          <c:orientation val="minMax"/>
          <c:max val="-72"/>
          <c:min val="-90"/>
        </c:scaling>
        <c:delete val="0"/>
        <c:axPos val="l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50" b="1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sz="1050" b="1">
                    <a:solidFill>
                      <a:schemeClr val="bg2"/>
                    </a:solidFill>
                  </a:rPr>
                  <a:t>Signal Level</a:t>
                </a:r>
              </a:p>
            </c:rich>
          </c:tx>
          <c:layout>
            <c:manualLayout>
              <c:xMode val="edge"/>
              <c:yMode val="edge"/>
              <c:x val="0.10586215649457528"/>
              <c:y val="0.39445473589446167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50" b="1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@" sourceLinked="0"/>
        <c:majorTickMark val="none"/>
        <c:minorTickMark val="none"/>
        <c:tickLblPos val="none"/>
        <c:spPr>
          <a:solidFill>
            <a:schemeClr val="tx1"/>
          </a:solidFill>
          <a:ln>
            <a:solidFill>
              <a:schemeClr val="accent5">
                <a:lumMod val="50000"/>
              </a:schemeClr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42233008"/>
        <c:crosses val="autoZero"/>
        <c:crossBetween val="between"/>
        <c:majorUnit val="14"/>
      </c:valAx>
      <c:valAx>
        <c:axId val="362144832"/>
        <c:scaling>
          <c:orientation val="minMax"/>
          <c:max val="-105"/>
          <c:min val="-120"/>
        </c:scaling>
        <c:delete val="1"/>
        <c:axPos val="r"/>
        <c:numFmt formatCode="General" sourceLinked="1"/>
        <c:majorTickMark val="none"/>
        <c:minorTickMark val="none"/>
        <c:tickLblPos val="nextTo"/>
        <c:crossAx val="362146080"/>
        <c:crosses val="max"/>
        <c:crossBetween val="between"/>
      </c:valAx>
      <c:catAx>
        <c:axId val="362146080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362144832"/>
        <c:crosses val="autoZero"/>
        <c:auto val="1"/>
        <c:lblAlgn val="ctr"/>
        <c:lblOffset val="100"/>
        <c:noMultiLvlLbl val="0"/>
      </c:catAx>
      <c:spPr>
        <a:solidFill>
          <a:schemeClr val="bg1">
            <a:lumMod val="75000"/>
          </a:schemeClr>
        </a:solidFill>
        <a:ln>
          <a:solidFill>
            <a:schemeClr val="accent5">
              <a:lumMod val="50000"/>
            </a:schemeClr>
          </a:solidFill>
        </a:ln>
        <a:effectLst/>
      </c:spPr>
    </c:plotArea>
    <c:legend>
      <c:legendPos val="b"/>
      <c:legendEntry>
        <c:idx val="0"/>
        <c:txPr>
          <a:bodyPr rot="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</c:legendEntry>
      <c:legendEntry>
        <c:idx val="1"/>
        <c:txPr>
          <a:bodyPr rot="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</c:legendEntry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solidFill>
      <a:schemeClr val="bg1">
        <a:lumMod val="75000"/>
      </a:schemeClr>
    </a:solidFill>
    <a:ln w="9525" cap="flat" cmpd="sng" algn="ctr">
      <a:solidFill>
        <a:schemeClr val="tx1">
          <a:lumMod val="15000"/>
          <a:lumOff val="85000"/>
        </a:schemeClr>
      </a:solidFill>
      <a:round/>
    </a:ln>
    <a:effectLst/>
  </c:spPr>
  <c:txPr>
    <a:bodyPr/>
    <a:lstStyle/>
    <a:p>
      <a:pPr>
        <a:defRPr/>
      </a:pPr>
      <a:endParaRPr lang="en-US"/>
    </a:p>
  </c:txPr>
  <c:externalData r:id="rId4">
    <c:autoUpdate val="0"/>
  </c:externalData>
  <c:userShapes r:id="rId5"/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35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tx1"/>
    </cs:fontRef>
  </cs:dataPoint>
  <cs:dataPoint3D>
    <cs:lnRef idx="0"/>
    <cs:fillRef idx="3">
      <cs:styleClr val="auto"/>
    </cs:fillRef>
    <cs:effectRef idx="3"/>
    <cs:fontRef idx="minor">
      <a:schemeClr val="tx1"/>
    </cs:fontRef>
  </cs:dataPoint3D>
  <cs:dataPointLine>
    <cs:lnRef idx="0">
      <cs:styleClr val="auto"/>
    </cs:lnRef>
    <cs:fillRef idx="3"/>
    <cs:effectRef idx="3"/>
    <cs:fontRef idx="minor">
      <a:schemeClr val="tx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tx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600" b="1" kern="1200" baseline="0"/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lt1"/>
    </cs:fontRef>
  </cs:wall>
</cs:chartStyle>
</file>

<file path=ppt/charts/style2.xml><?xml version="1.0" encoding="utf-8"?>
<cs:chartStyle xmlns:cs="http://schemas.microsoft.com/office/drawing/2012/chartStyle" xmlns:a="http://schemas.openxmlformats.org/drawingml/2006/main" id="35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tx1"/>
    </cs:fontRef>
  </cs:dataPoint>
  <cs:dataPoint3D>
    <cs:lnRef idx="0"/>
    <cs:fillRef idx="3">
      <cs:styleClr val="auto"/>
    </cs:fillRef>
    <cs:effectRef idx="3"/>
    <cs:fontRef idx="minor">
      <a:schemeClr val="tx1"/>
    </cs:fontRef>
  </cs:dataPoint3D>
  <cs:dataPointLine>
    <cs:lnRef idx="0">
      <cs:styleClr val="auto"/>
    </cs:lnRef>
    <cs:fillRef idx="3"/>
    <cs:effectRef idx="3"/>
    <cs:fontRef idx="minor">
      <a:schemeClr val="tx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tx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600" b="1" kern="1200" baseline="0"/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lt1"/>
    </cs:fontRef>
  </cs:wall>
</cs:chartStyle>
</file>

<file path=ppt/charts/style3.xml><?xml version="1.0" encoding="utf-8"?>
<cs:chartStyle xmlns:cs="http://schemas.microsoft.com/office/drawing/2012/chartStyle" xmlns:a="http://schemas.openxmlformats.org/drawingml/2006/main" id="35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tx1"/>
    </cs:fontRef>
  </cs:dataPoint>
  <cs:dataPoint3D>
    <cs:lnRef idx="0"/>
    <cs:fillRef idx="3">
      <cs:styleClr val="auto"/>
    </cs:fillRef>
    <cs:effectRef idx="3"/>
    <cs:fontRef idx="minor">
      <a:schemeClr val="tx1"/>
    </cs:fontRef>
  </cs:dataPoint3D>
  <cs:dataPointLine>
    <cs:lnRef idx="0">
      <cs:styleClr val="auto"/>
    </cs:lnRef>
    <cs:fillRef idx="3"/>
    <cs:effectRef idx="3"/>
    <cs:fontRef idx="minor">
      <a:schemeClr val="tx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tx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600" b="1" kern="1200" baseline="0"/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lt1"/>
    </cs:fontRef>
  </cs:wall>
</cs:chartStyle>
</file>

<file path=ppt/charts/style4.xml><?xml version="1.0" encoding="utf-8"?>
<cs:chartStyle xmlns:cs="http://schemas.microsoft.com/office/drawing/2012/chartStyle" xmlns:a="http://schemas.openxmlformats.org/drawingml/2006/main" id="35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tx1"/>
    </cs:fontRef>
  </cs:dataPoint>
  <cs:dataPoint3D>
    <cs:lnRef idx="0"/>
    <cs:fillRef idx="3">
      <cs:styleClr val="auto"/>
    </cs:fillRef>
    <cs:effectRef idx="3"/>
    <cs:fontRef idx="minor">
      <a:schemeClr val="tx1"/>
    </cs:fontRef>
  </cs:dataPoint3D>
  <cs:dataPointLine>
    <cs:lnRef idx="0">
      <cs:styleClr val="auto"/>
    </cs:lnRef>
    <cs:fillRef idx="3"/>
    <cs:effectRef idx="3"/>
    <cs:fontRef idx="minor">
      <a:schemeClr val="tx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tx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600" b="1" kern="1200" baseline="0"/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lt1"/>
    </cs:fontRef>
  </cs:wall>
</cs:chartStyle>
</file>

<file path=ppt/charts/style5.xml><?xml version="1.0" encoding="utf-8"?>
<cs:chartStyle xmlns:cs="http://schemas.microsoft.com/office/drawing/2012/chartStyle" xmlns:a="http://schemas.openxmlformats.org/drawingml/2006/main" id="35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tx1"/>
    </cs:fontRef>
  </cs:dataPoint>
  <cs:dataPoint3D>
    <cs:lnRef idx="0"/>
    <cs:fillRef idx="3">
      <cs:styleClr val="auto"/>
    </cs:fillRef>
    <cs:effectRef idx="3"/>
    <cs:fontRef idx="minor">
      <a:schemeClr val="tx1"/>
    </cs:fontRef>
  </cs:dataPoint3D>
  <cs:dataPointLine>
    <cs:lnRef idx="0">
      <cs:styleClr val="auto"/>
    </cs:lnRef>
    <cs:fillRef idx="3"/>
    <cs:effectRef idx="3"/>
    <cs:fontRef idx="minor">
      <a:schemeClr val="tx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tx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600" b="1" kern="1200" baseline="0"/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lt1"/>
    </cs:fontRef>
  </cs:wall>
</cs:chartStyle>
</file>

<file path=ppt/charts/style6.xml><?xml version="1.0" encoding="utf-8"?>
<cs:chartStyle xmlns:cs="http://schemas.microsoft.com/office/drawing/2012/chartStyle" xmlns:a="http://schemas.openxmlformats.org/drawingml/2006/main" id="35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tx1"/>
    </cs:fontRef>
  </cs:dataPoint>
  <cs:dataPoint3D>
    <cs:lnRef idx="0"/>
    <cs:fillRef idx="3">
      <cs:styleClr val="auto"/>
    </cs:fillRef>
    <cs:effectRef idx="3"/>
    <cs:fontRef idx="minor">
      <a:schemeClr val="tx1"/>
    </cs:fontRef>
  </cs:dataPoint3D>
  <cs:dataPointLine>
    <cs:lnRef idx="0">
      <cs:styleClr val="auto"/>
    </cs:lnRef>
    <cs:fillRef idx="3"/>
    <cs:effectRef idx="3"/>
    <cs:fontRef idx="minor">
      <a:schemeClr val="tx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tx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600" b="1" kern="1200" baseline="0"/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lt1"/>
    </cs:fontRef>
  </cs:wall>
</cs:chartStyle>
</file>

<file path=ppt/drawings/drawing1.xml><?xml version="1.0" encoding="utf-8"?>
<c:userShapes xmlns:c="http://schemas.openxmlformats.org/drawingml/2006/chart">
  <cdr:relSizeAnchor xmlns:cdr="http://schemas.openxmlformats.org/drawingml/2006/chartDrawing">
    <cdr:from>
      <cdr:x>0.00108</cdr:x>
      <cdr:y>0.16312</cdr:y>
    </cdr:from>
    <cdr:to>
      <cdr:x>0.0778</cdr:x>
      <cdr:y>0.24845</cdr:y>
    </cdr:to>
    <cdr:sp macro="" textlink="">
      <cdr:nvSpPr>
        <cdr:cNvPr id="3" name="TextBox 2">
          <a:extLst xmlns:a="http://schemas.openxmlformats.org/drawingml/2006/main">
            <a:ext uri="{FF2B5EF4-FFF2-40B4-BE49-F238E27FC236}">
              <a16:creationId xmlns:a16="http://schemas.microsoft.com/office/drawing/2014/main" id="{DD50B497-BA80-4A4B-AC45-0FEFE192C21A}"/>
            </a:ext>
          </a:extLst>
        </cdr:cNvPr>
        <cdr:cNvSpPr txBox="1"/>
      </cdr:nvSpPr>
      <cdr:spPr>
        <a:xfrm xmlns:a="http://schemas.openxmlformats.org/drawingml/2006/main">
          <a:off x="5292" y="422945"/>
          <a:ext cx="375508" cy="221272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vertOverflow="clip" wrap="none" rtlCol="0"/>
        <a:lstStyle xmlns:a="http://schemas.openxmlformats.org/drawingml/2006/main"/>
        <a:p xmlns:a="http://schemas.openxmlformats.org/drawingml/2006/main">
          <a:r>
            <a:rPr lang="en-US" sz="1100" b="1" i="0">
              <a:solidFill>
                <a:schemeClr val="bg2"/>
              </a:solidFill>
            </a:rPr>
            <a:t>Good</a:t>
          </a:r>
        </a:p>
      </cdr:txBody>
    </cdr:sp>
  </cdr:relSizeAnchor>
  <cdr:relSizeAnchor xmlns:cdr="http://schemas.openxmlformats.org/drawingml/2006/chartDrawing">
    <cdr:from>
      <cdr:x>0.01311</cdr:x>
      <cdr:y>0.76654</cdr:y>
    </cdr:from>
    <cdr:to>
      <cdr:x>0.07937</cdr:x>
      <cdr:y>0.85226</cdr:y>
    </cdr:to>
    <cdr:sp macro="" textlink="">
      <cdr:nvSpPr>
        <cdr:cNvPr id="8" name="TextBox 7">
          <a:extLst xmlns:a="http://schemas.openxmlformats.org/drawingml/2006/main">
            <a:ext uri="{FF2B5EF4-FFF2-40B4-BE49-F238E27FC236}">
              <a16:creationId xmlns:a16="http://schemas.microsoft.com/office/drawing/2014/main" id="{1D9D7C4F-9586-49F9-A6A7-BFF16E9DEC42}"/>
            </a:ext>
          </a:extLst>
        </cdr:cNvPr>
        <cdr:cNvSpPr txBox="1"/>
      </cdr:nvSpPr>
      <cdr:spPr>
        <a:xfrm xmlns:a="http://schemas.openxmlformats.org/drawingml/2006/main">
          <a:off x="64188" y="1987581"/>
          <a:ext cx="324329" cy="222265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vertOverflow="clip" wrap="none" rtlCol="0"/>
        <a:lstStyle xmlns:a="http://schemas.openxmlformats.org/drawingml/2006/main"/>
        <a:p xmlns:a="http://schemas.openxmlformats.org/drawingml/2006/main">
          <a:pPr algn="l"/>
          <a:r>
            <a:rPr lang="en-US" sz="1100" b="1" u="none">
              <a:solidFill>
                <a:schemeClr val="bg2"/>
              </a:solidFill>
            </a:rPr>
            <a:t>Bad</a:t>
          </a:r>
        </a:p>
      </cdr:txBody>
    </cdr:sp>
  </cdr:relSizeAnchor>
  <cdr:relSizeAnchor xmlns:cdr="http://schemas.openxmlformats.org/drawingml/2006/chartDrawing">
    <cdr:from>
      <cdr:x>0.01547</cdr:x>
      <cdr:y>0.46597</cdr:y>
    </cdr:from>
    <cdr:to>
      <cdr:x>0.08541</cdr:x>
      <cdr:y>0.56327</cdr:y>
    </cdr:to>
    <cdr:sp macro="" textlink="">
      <cdr:nvSpPr>
        <cdr:cNvPr id="9" name="TextBox 8">
          <a:extLst xmlns:a="http://schemas.openxmlformats.org/drawingml/2006/main">
            <a:ext uri="{FF2B5EF4-FFF2-40B4-BE49-F238E27FC236}">
              <a16:creationId xmlns:a16="http://schemas.microsoft.com/office/drawing/2014/main" id="{3172C4AF-B5BB-4005-8546-485B48595F6A}"/>
            </a:ext>
          </a:extLst>
        </cdr:cNvPr>
        <cdr:cNvSpPr txBox="1"/>
      </cdr:nvSpPr>
      <cdr:spPr>
        <a:xfrm xmlns:a="http://schemas.openxmlformats.org/drawingml/2006/main">
          <a:off x="75728" y="1208227"/>
          <a:ext cx="342315" cy="252272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vertOverflow="clip" wrap="none" rtlCol="0"/>
        <a:lstStyle xmlns:a="http://schemas.openxmlformats.org/drawingml/2006/main"/>
        <a:p xmlns:a="http://schemas.openxmlformats.org/drawingml/2006/main">
          <a:r>
            <a:rPr lang="en-US" sz="1100" b="1">
              <a:solidFill>
                <a:schemeClr val="bg2"/>
              </a:solidFill>
            </a:rPr>
            <a:t>Fair</a:t>
          </a:r>
        </a:p>
      </cdr:txBody>
    </cdr:sp>
  </cdr:relSizeAnchor>
  <cdr:relSizeAnchor xmlns:cdr="http://schemas.openxmlformats.org/drawingml/2006/chartDrawing">
    <cdr:from>
      <cdr:x>0.42849</cdr:x>
      <cdr:y>0.38239</cdr:y>
    </cdr:from>
    <cdr:to>
      <cdr:x>0.46024</cdr:x>
      <cdr:y>0.44206</cdr:y>
    </cdr:to>
    <cdr:sp macro="" textlink="">
      <cdr:nvSpPr>
        <cdr:cNvPr id="4" name="Star: 4 Points 3">
          <a:extLst xmlns:a="http://schemas.openxmlformats.org/drawingml/2006/main">
            <a:ext uri="{FF2B5EF4-FFF2-40B4-BE49-F238E27FC236}">
              <a16:creationId xmlns:a16="http://schemas.microsoft.com/office/drawing/2014/main" id="{61BFA523-51F2-460A-9E22-615CAB69AAD6}"/>
            </a:ext>
          </a:extLst>
        </cdr:cNvPr>
        <cdr:cNvSpPr/>
      </cdr:nvSpPr>
      <cdr:spPr>
        <a:xfrm xmlns:a="http://schemas.openxmlformats.org/drawingml/2006/main">
          <a:off x="2097347" y="991515"/>
          <a:ext cx="155409" cy="154719"/>
        </a:xfrm>
        <a:prstGeom xmlns:a="http://schemas.openxmlformats.org/drawingml/2006/main" prst="star4">
          <a:avLst/>
        </a:prstGeom>
      </cdr:spPr>
      <cdr:style>
        <a:lnRef xmlns:a="http://schemas.openxmlformats.org/drawingml/2006/main" idx="2">
          <a:schemeClr val="accent1">
            <a:shade val="50000"/>
          </a:schemeClr>
        </a:lnRef>
        <a:fillRef xmlns:a="http://schemas.openxmlformats.org/drawingml/2006/main" idx="1">
          <a:schemeClr val="accent1"/>
        </a:fillRef>
        <a:effectRef xmlns:a="http://schemas.openxmlformats.org/drawingml/2006/main" idx="0">
          <a:schemeClr val="accent1"/>
        </a:effectRef>
        <a:fontRef xmlns:a="http://schemas.openxmlformats.org/drawingml/2006/main" idx="minor">
          <a:schemeClr val="lt1"/>
        </a:fontRef>
      </cdr:style>
      <cdr:txBody>
        <a:bodyPr xmlns:a="http://schemas.openxmlformats.org/drawingml/2006/main" vertOverflow="clip"/>
        <a:lstStyle xmlns:a="http://schemas.openxmlformats.org/drawingml/2006/main"/>
        <a:p xmlns:a="http://schemas.openxmlformats.org/drawingml/2006/main">
          <a:endParaRPr lang="en-US"/>
        </a:p>
      </cdr:txBody>
    </cdr:sp>
  </cdr:relSizeAnchor>
  <cdr:relSizeAnchor xmlns:cdr="http://schemas.openxmlformats.org/drawingml/2006/chartDrawing">
    <cdr:from>
      <cdr:x>0.60779</cdr:x>
      <cdr:y>0.60386</cdr:y>
    </cdr:from>
    <cdr:to>
      <cdr:x>0.63954</cdr:x>
      <cdr:y>0.66353</cdr:y>
    </cdr:to>
    <cdr:sp macro="" textlink="">
      <cdr:nvSpPr>
        <cdr:cNvPr id="10" name="Star: 4 Points 9">
          <a:extLst xmlns:a="http://schemas.openxmlformats.org/drawingml/2006/main">
            <a:ext uri="{FF2B5EF4-FFF2-40B4-BE49-F238E27FC236}">
              <a16:creationId xmlns:a16="http://schemas.microsoft.com/office/drawing/2014/main" id="{E7406C4A-2727-43B4-BB96-FD6558A71A00}"/>
            </a:ext>
          </a:extLst>
        </cdr:cNvPr>
        <cdr:cNvSpPr/>
      </cdr:nvSpPr>
      <cdr:spPr>
        <a:xfrm xmlns:a="http://schemas.openxmlformats.org/drawingml/2006/main">
          <a:off x="2975029" y="1565770"/>
          <a:ext cx="155410" cy="154719"/>
        </a:xfrm>
        <a:prstGeom xmlns:a="http://schemas.openxmlformats.org/drawingml/2006/main" prst="star4">
          <a:avLst/>
        </a:prstGeom>
      </cdr:spPr>
      <cdr:style>
        <a:lnRef xmlns:a="http://schemas.openxmlformats.org/drawingml/2006/main" idx="2">
          <a:schemeClr val="accent1">
            <a:shade val="50000"/>
          </a:schemeClr>
        </a:lnRef>
        <a:fillRef xmlns:a="http://schemas.openxmlformats.org/drawingml/2006/main" idx="1">
          <a:schemeClr val="accent1"/>
        </a:fillRef>
        <a:effectRef xmlns:a="http://schemas.openxmlformats.org/drawingml/2006/main" idx="0">
          <a:schemeClr val="accent1"/>
        </a:effectRef>
        <a:fontRef xmlns:a="http://schemas.openxmlformats.org/drawingml/2006/main" idx="minor">
          <a:schemeClr val="lt1"/>
        </a:fontRef>
      </cdr:style>
      <cdr:txBody>
        <a:bodyPr xmlns:a="http://schemas.openxmlformats.org/drawingml/2006/main"/>
        <a:lstStyle xmlns:a="http://schemas.openxmlformats.org/drawingml/2006/main">
          <a:lvl1pPr marL="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1pPr>
          <a:lvl2pPr marL="4572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2pPr>
          <a:lvl3pPr marL="9144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3pPr>
          <a:lvl4pPr marL="13716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4pPr>
          <a:lvl5pPr marL="18288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5pPr>
          <a:lvl6pPr marL="22860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6pPr>
          <a:lvl7pPr marL="27432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7pPr>
          <a:lvl8pPr marL="32004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8pPr>
          <a:lvl9pPr marL="36576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endParaRPr lang="en-US"/>
        </a:p>
      </cdr:txBody>
    </cdr:sp>
  </cdr:relSizeAnchor>
  <cdr:relSizeAnchor xmlns:cdr="http://schemas.openxmlformats.org/drawingml/2006/chartDrawing">
    <cdr:from>
      <cdr:x>0.57297</cdr:x>
      <cdr:y>0.91347</cdr:y>
    </cdr:from>
    <cdr:to>
      <cdr:x>0.59348</cdr:x>
      <cdr:y>0.95102</cdr:y>
    </cdr:to>
    <cdr:sp macro="" textlink="">
      <cdr:nvSpPr>
        <cdr:cNvPr id="11" name="Star: 4 Points 10">
          <a:extLst xmlns:a="http://schemas.openxmlformats.org/drawingml/2006/main">
            <a:ext uri="{FF2B5EF4-FFF2-40B4-BE49-F238E27FC236}">
              <a16:creationId xmlns:a16="http://schemas.microsoft.com/office/drawing/2014/main" id="{82D070AF-C66F-495D-83DA-C7C8B8DC1CDD}"/>
            </a:ext>
          </a:extLst>
        </cdr:cNvPr>
        <cdr:cNvSpPr/>
      </cdr:nvSpPr>
      <cdr:spPr>
        <a:xfrm xmlns:a="http://schemas.openxmlformats.org/drawingml/2006/main">
          <a:off x="2804585" y="2368551"/>
          <a:ext cx="100376" cy="97365"/>
        </a:xfrm>
        <a:prstGeom xmlns:a="http://schemas.openxmlformats.org/drawingml/2006/main" prst="star4">
          <a:avLst/>
        </a:prstGeom>
      </cdr:spPr>
      <cdr:style>
        <a:lnRef xmlns:a="http://schemas.openxmlformats.org/drawingml/2006/main" idx="2">
          <a:schemeClr val="accent1">
            <a:shade val="50000"/>
          </a:schemeClr>
        </a:lnRef>
        <a:fillRef xmlns:a="http://schemas.openxmlformats.org/drawingml/2006/main" idx="1">
          <a:schemeClr val="accent1"/>
        </a:fillRef>
        <a:effectRef xmlns:a="http://schemas.openxmlformats.org/drawingml/2006/main" idx="0">
          <a:schemeClr val="accent1"/>
        </a:effectRef>
        <a:fontRef xmlns:a="http://schemas.openxmlformats.org/drawingml/2006/main" idx="minor">
          <a:schemeClr val="lt1"/>
        </a:fontRef>
      </cdr:style>
      <cdr:txBody>
        <a:bodyPr xmlns:a="http://schemas.openxmlformats.org/drawingml/2006/main"/>
        <a:lstStyle xmlns:a="http://schemas.openxmlformats.org/drawingml/2006/main">
          <a:lvl1pPr marL="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1pPr>
          <a:lvl2pPr marL="4572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2pPr>
          <a:lvl3pPr marL="9144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3pPr>
          <a:lvl4pPr marL="13716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4pPr>
          <a:lvl5pPr marL="18288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5pPr>
          <a:lvl6pPr marL="22860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6pPr>
          <a:lvl7pPr marL="27432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7pPr>
          <a:lvl8pPr marL="32004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8pPr>
          <a:lvl9pPr marL="36576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endParaRPr lang="en-US"/>
        </a:p>
      </cdr:txBody>
    </cdr:sp>
  </cdr:relSizeAnchor>
  <cdr:relSizeAnchor xmlns:cdr="http://schemas.openxmlformats.org/drawingml/2006/chartDrawing">
    <cdr:from>
      <cdr:x>0.58659</cdr:x>
      <cdr:y>0.88082</cdr:y>
    </cdr:from>
    <cdr:to>
      <cdr:x>0.62006</cdr:x>
      <cdr:y>0.96901</cdr:y>
    </cdr:to>
    <cdr:sp macro="" textlink="">
      <cdr:nvSpPr>
        <cdr:cNvPr id="12" name="TextBox 1">
          <a:extLst xmlns:a="http://schemas.openxmlformats.org/drawingml/2006/main">
            <a:ext uri="{FF2B5EF4-FFF2-40B4-BE49-F238E27FC236}">
              <a16:creationId xmlns:a16="http://schemas.microsoft.com/office/drawing/2014/main" id="{8E22AC53-5691-430A-8CB9-74E4F84235E8}"/>
            </a:ext>
          </a:extLst>
        </cdr:cNvPr>
        <cdr:cNvSpPr txBox="1"/>
      </cdr:nvSpPr>
      <cdr:spPr>
        <a:xfrm xmlns:a="http://schemas.openxmlformats.org/drawingml/2006/main">
          <a:off x="2871259" y="2283883"/>
          <a:ext cx="163829" cy="228670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wrap="none" rtlCol="0"/>
        <a:lstStyle xmlns:a="http://schemas.openxmlformats.org/drawingml/2006/main">
          <a:lvl1pPr marL="0" indent="0">
            <a:defRPr sz="1100">
              <a:latin typeface="+mn-lt"/>
              <a:ea typeface="+mn-ea"/>
              <a:cs typeface="+mn-cs"/>
            </a:defRPr>
          </a:lvl1pPr>
          <a:lvl2pPr marL="457200" indent="0">
            <a:defRPr sz="1100">
              <a:latin typeface="+mn-lt"/>
              <a:ea typeface="+mn-ea"/>
              <a:cs typeface="+mn-cs"/>
            </a:defRPr>
          </a:lvl2pPr>
          <a:lvl3pPr marL="914400" indent="0">
            <a:defRPr sz="1100">
              <a:latin typeface="+mn-lt"/>
              <a:ea typeface="+mn-ea"/>
              <a:cs typeface="+mn-cs"/>
            </a:defRPr>
          </a:lvl3pPr>
          <a:lvl4pPr marL="1371600" indent="0">
            <a:defRPr sz="1100">
              <a:latin typeface="+mn-lt"/>
              <a:ea typeface="+mn-ea"/>
              <a:cs typeface="+mn-cs"/>
            </a:defRPr>
          </a:lvl4pPr>
          <a:lvl5pPr marL="1828800" indent="0">
            <a:defRPr sz="1100">
              <a:latin typeface="+mn-lt"/>
              <a:ea typeface="+mn-ea"/>
              <a:cs typeface="+mn-cs"/>
            </a:defRPr>
          </a:lvl5pPr>
          <a:lvl6pPr marL="2286000" indent="0">
            <a:defRPr sz="1100">
              <a:latin typeface="+mn-lt"/>
              <a:ea typeface="+mn-ea"/>
              <a:cs typeface="+mn-cs"/>
            </a:defRPr>
          </a:lvl6pPr>
          <a:lvl7pPr marL="2743200" indent="0">
            <a:defRPr sz="1100">
              <a:latin typeface="+mn-lt"/>
              <a:ea typeface="+mn-ea"/>
              <a:cs typeface="+mn-cs"/>
            </a:defRPr>
          </a:lvl7pPr>
          <a:lvl8pPr marL="3200400" indent="0">
            <a:defRPr sz="1100">
              <a:latin typeface="+mn-lt"/>
              <a:ea typeface="+mn-ea"/>
              <a:cs typeface="+mn-cs"/>
            </a:defRPr>
          </a:lvl8pPr>
          <a:lvl9pPr marL="3657600" indent="0">
            <a:defRPr sz="1100"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r>
            <a:rPr lang="en-US" sz="900" b="0" dirty="0">
              <a:solidFill>
                <a:schemeClr val="accent1"/>
              </a:solidFill>
            </a:rPr>
            <a:t>Hand</a:t>
          </a:r>
          <a:r>
            <a:rPr lang="en-US" sz="1000" b="0" dirty="0">
              <a:solidFill>
                <a:schemeClr val="accent1"/>
              </a:solidFill>
            </a:rPr>
            <a:t> Over</a:t>
          </a:r>
        </a:p>
      </cdr:txBody>
    </cdr:sp>
  </cdr:relSizeAnchor>
  <cdr:relSizeAnchor xmlns:cdr="http://schemas.openxmlformats.org/drawingml/2006/chartDrawing">
    <cdr:from>
      <cdr:x>0.16726</cdr:x>
      <cdr:y>0.22459</cdr:y>
    </cdr:from>
    <cdr:to>
      <cdr:x>0.27213</cdr:x>
      <cdr:y>0.35298</cdr:y>
    </cdr:to>
    <cdr:sp macro="" textlink="">
      <cdr:nvSpPr>
        <cdr:cNvPr id="25" name="TextBox 1">
          <a:extLst xmlns:a="http://schemas.openxmlformats.org/drawingml/2006/main">
            <a:ext uri="{FF2B5EF4-FFF2-40B4-BE49-F238E27FC236}">
              <a16:creationId xmlns:a16="http://schemas.microsoft.com/office/drawing/2014/main" id="{73FDFAFC-E149-441E-802B-363A35F3AC9A}"/>
            </a:ext>
          </a:extLst>
        </cdr:cNvPr>
        <cdr:cNvSpPr txBox="1"/>
      </cdr:nvSpPr>
      <cdr:spPr>
        <a:xfrm xmlns:a="http://schemas.openxmlformats.org/drawingml/2006/main">
          <a:off x="819604" y="595086"/>
          <a:ext cx="513847" cy="340179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wrap="none" rtlCol="0"/>
        <a:lstStyle xmlns:a="http://schemas.openxmlformats.org/drawingml/2006/main">
          <a:lvl1pPr marL="0" indent="0">
            <a:defRPr sz="1100">
              <a:latin typeface="+mn-lt"/>
              <a:ea typeface="+mn-ea"/>
              <a:cs typeface="+mn-cs"/>
            </a:defRPr>
          </a:lvl1pPr>
          <a:lvl2pPr marL="457200" indent="0">
            <a:defRPr sz="1100">
              <a:latin typeface="+mn-lt"/>
              <a:ea typeface="+mn-ea"/>
              <a:cs typeface="+mn-cs"/>
            </a:defRPr>
          </a:lvl2pPr>
          <a:lvl3pPr marL="914400" indent="0">
            <a:defRPr sz="1100">
              <a:latin typeface="+mn-lt"/>
              <a:ea typeface="+mn-ea"/>
              <a:cs typeface="+mn-cs"/>
            </a:defRPr>
          </a:lvl3pPr>
          <a:lvl4pPr marL="1371600" indent="0">
            <a:defRPr sz="1100">
              <a:latin typeface="+mn-lt"/>
              <a:ea typeface="+mn-ea"/>
              <a:cs typeface="+mn-cs"/>
            </a:defRPr>
          </a:lvl4pPr>
          <a:lvl5pPr marL="1828800" indent="0">
            <a:defRPr sz="1100">
              <a:latin typeface="+mn-lt"/>
              <a:ea typeface="+mn-ea"/>
              <a:cs typeface="+mn-cs"/>
            </a:defRPr>
          </a:lvl5pPr>
          <a:lvl6pPr marL="2286000" indent="0">
            <a:defRPr sz="1100">
              <a:latin typeface="+mn-lt"/>
              <a:ea typeface="+mn-ea"/>
              <a:cs typeface="+mn-cs"/>
            </a:defRPr>
          </a:lvl6pPr>
          <a:lvl7pPr marL="2743200" indent="0">
            <a:defRPr sz="1100">
              <a:latin typeface="+mn-lt"/>
              <a:ea typeface="+mn-ea"/>
              <a:cs typeface="+mn-cs"/>
            </a:defRPr>
          </a:lvl7pPr>
          <a:lvl8pPr marL="3200400" indent="0">
            <a:defRPr sz="1100">
              <a:latin typeface="+mn-lt"/>
              <a:ea typeface="+mn-ea"/>
              <a:cs typeface="+mn-cs"/>
            </a:defRPr>
          </a:lvl8pPr>
          <a:lvl9pPr marL="3657600" indent="0">
            <a:defRPr sz="1100"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r>
            <a:rPr lang="en-US" sz="1000" b="1">
              <a:solidFill>
                <a:schemeClr val="accent1"/>
              </a:solidFill>
            </a:rPr>
            <a:t>Start</a:t>
          </a:r>
        </a:p>
      </cdr:txBody>
    </cdr:sp>
  </cdr:relSizeAnchor>
</c:userShapes>
</file>

<file path=ppt/drawings/drawing2.xml><?xml version="1.0" encoding="utf-8"?>
<c:userShapes xmlns:c="http://schemas.openxmlformats.org/drawingml/2006/chart">
  <cdr:relSizeAnchor xmlns:cdr="http://schemas.openxmlformats.org/drawingml/2006/chartDrawing">
    <cdr:from>
      <cdr:x>0</cdr:x>
      <cdr:y>0.17878</cdr:y>
    </cdr:from>
    <cdr:to>
      <cdr:x>0.07672</cdr:x>
      <cdr:y>0.26412</cdr:y>
    </cdr:to>
    <cdr:sp macro="" textlink="">
      <cdr:nvSpPr>
        <cdr:cNvPr id="3" name="TextBox 2">
          <a:extLst xmlns:a="http://schemas.openxmlformats.org/drawingml/2006/main">
            <a:ext uri="{FF2B5EF4-FFF2-40B4-BE49-F238E27FC236}">
              <a16:creationId xmlns:a16="http://schemas.microsoft.com/office/drawing/2014/main" id="{DD50B497-BA80-4A4B-AC45-0FEFE192C21A}"/>
            </a:ext>
          </a:extLst>
        </cdr:cNvPr>
        <cdr:cNvSpPr txBox="1"/>
      </cdr:nvSpPr>
      <cdr:spPr>
        <a:xfrm xmlns:a="http://schemas.openxmlformats.org/drawingml/2006/main">
          <a:off x="0" y="469226"/>
          <a:ext cx="377152" cy="223989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vertOverflow="clip" wrap="none" rtlCol="0"/>
        <a:lstStyle xmlns:a="http://schemas.openxmlformats.org/drawingml/2006/main"/>
        <a:p xmlns:a="http://schemas.openxmlformats.org/drawingml/2006/main">
          <a:r>
            <a:rPr lang="en-US" sz="1100" b="1" i="0">
              <a:solidFill>
                <a:schemeClr val="bg2"/>
              </a:solidFill>
            </a:rPr>
            <a:t>Good</a:t>
          </a:r>
        </a:p>
      </cdr:txBody>
    </cdr:sp>
  </cdr:relSizeAnchor>
  <cdr:relSizeAnchor xmlns:cdr="http://schemas.openxmlformats.org/drawingml/2006/chartDrawing">
    <cdr:from>
      <cdr:x>0.01509</cdr:x>
      <cdr:y>0.74049</cdr:y>
    </cdr:from>
    <cdr:to>
      <cdr:x>0.08135</cdr:x>
      <cdr:y>0.82621</cdr:y>
    </cdr:to>
    <cdr:sp macro="" textlink="">
      <cdr:nvSpPr>
        <cdr:cNvPr id="8" name="TextBox 7">
          <a:extLst xmlns:a="http://schemas.openxmlformats.org/drawingml/2006/main">
            <a:ext uri="{FF2B5EF4-FFF2-40B4-BE49-F238E27FC236}">
              <a16:creationId xmlns:a16="http://schemas.microsoft.com/office/drawing/2014/main" id="{1D9D7C4F-9586-49F9-A6A7-BFF16E9DEC42}"/>
            </a:ext>
          </a:extLst>
        </cdr:cNvPr>
        <cdr:cNvSpPr txBox="1"/>
      </cdr:nvSpPr>
      <cdr:spPr>
        <a:xfrm xmlns:a="http://schemas.openxmlformats.org/drawingml/2006/main">
          <a:off x="74191" y="1943546"/>
          <a:ext cx="325732" cy="224986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vertOverflow="clip" wrap="none" rtlCol="0"/>
        <a:lstStyle xmlns:a="http://schemas.openxmlformats.org/drawingml/2006/main"/>
        <a:p xmlns:a="http://schemas.openxmlformats.org/drawingml/2006/main">
          <a:pPr algn="l"/>
          <a:r>
            <a:rPr lang="en-US" sz="1100" b="1" u="none">
              <a:solidFill>
                <a:schemeClr val="bg2"/>
              </a:solidFill>
            </a:rPr>
            <a:t>Bad</a:t>
          </a:r>
        </a:p>
      </cdr:txBody>
    </cdr:sp>
  </cdr:relSizeAnchor>
  <cdr:relSizeAnchor xmlns:cdr="http://schemas.openxmlformats.org/drawingml/2006/chartDrawing">
    <cdr:from>
      <cdr:x>0.01651</cdr:x>
      <cdr:y>0.44981</cdr:y>
    </cdr:from>
    <cdr:to>
      <cdr:x>0.10148</cdr:x>
      <cdr:y>0.53995</cdr:y>
    </cdr:to>
    <cdr:sp macro="" textlink="">
      <cdr:nvSpPr>
        <cdr:cNvPr id="9" name="TextBox 8">
          <a:extLst xmlns:a="http://schemas.openxmlformats.org/drawingml/2006/main">
            <a:ext uri="{FF2B5EF4-FFF2-40B4-BE49-F238E27FC236}">
              <a16:creationId xmlns:a16="http://schemas.microsoft.com/office/drawing/2014/main" id="{3172C4AF-B5BB-4005-8546-485B48595F6A}"/>
            </a:ext>
          </a:extLst>
        </cdr:cNvPr>
        <cdr:cNvSpPr txBox="1"/>
      </cdr:nvSpPr>
      <cdr:spPr>
        <a:xfrm xmlns:a="http://schemas.openxmlformats.org/drawingml/2006/main">
          <a:off x="81170" y="1180596"/>
          <a:ext cx="417709" cy="236587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vertOverflow="clip" wrap="none" rtlCol="0"/>
        <a:lstStyle xmlns:a="http://schemas.openxmlformats.org/drawingml/2006/main"/>
        <a:p xmlns:a="http://schemas.openxmlformats.org/drawingml/2006/main">
          <a:r>
            <a:rPr lang="en-US" sz="1100" b="1">
              <a:solidFill>
                <a:schemeClr val="bg2"/>
              </a:solidFill>
            </a:rPr>
            <a:t>Fair</a:t>
          </a:r>
        </a:p>
      </cdr:txBody>
    </cdr:sp>
  </cdr:relSizeAnchor>
  <cdr:relSizeAnchor xmlns:cdr="http://schemas.openxmlformats.org/drawingml/2006/chartDrawing">
    <cdr:from>
      <cdr:x>0.78288</cdr:x>
      <cdr:y>0.63256</cdr:y>
    </cdr:from>
    <cdr:to>
      <cdr:x>0.81463</cdr:x>
      <cdr:y>0.69223</cdr:y>
    </cdr:to>
    <cdr:sp macro="" textlink="">
      <cdr:nvSpPr>
        <cdr:cNvPr id="10" name="Star: 4 Points 9">
          <a:extLst xmlns:a="http://schemas.openxmlformats.org/drawingml/2006/main">
            <a:ext uri="{FF2B5EF4-FFF2-40B4-BE49-F238E27FC236}">
              <a16:creationId xmlns:a16="http://schemas.microsoft.com/office/drawing/2014/main" id="{E7406C4A-2727-43B4-BB96-FD6558A71A00}"/>
            </a:ext>
          </a:extLst>
        </cdr:cNvPr>
        <cdr:cNvSpPr/>
      </cdr:nvSpPr>
      <cdr:spPr>
        <a:xfrm xmlns:a="http://schemas.openxmlformats.org/drawingml/2006/main">
          <a:off x="3769895" y="1646867"/>
          <a:ext cx="152890" cy="155351"/>
        </a:xfrm>
        <a:prstGeom xmlns:a="http://schemas.openxmlformats.org/drawingml/2006/main" prst="star4">
          <a:avLst/>
        </a:prstGeom>
      </cdr:spPr>
      <cdr:style>
        <a:lnRef xmlns:a="http://schemas.openxmlformats.org/drawingml/2006/main" idx="2">
          <a:schemeClr val="accent1">
            <a:shade val="50000"/>
          </a:schemeClr>
        </a:lnRef>
        <a:fillRef xmlns:a="http://schemas.openxmlformats.org/drawingml/2006/main" idx="1">
          <a:schemeClr val="accent1"/>
        </a:fillRef>
        <a:effectRef xmlns:a="http://schemas.openxmlformats.org/drawingml/2006/main" idx="0">
          <a:schemeClr val="accent1"/>
        </a:effectRef>
        <a:fontRef xmlns:a="http://schemas.openxmlformats.org/drawingml/2006/main" idx="minor">
          <a:schemeClr val="lt1"/>
        </a:fontRef>
      </cdr:style>
      <cdr:txBody>
        <a:bodyPr xmlns:a="http://schemas.openxmlformats.org/drawingml/2006/main"/>
        <a:lstStyle xmlns:a="http://schemas.openxmlformats.org/drawingml/2006/main">
          <a:lvl1pPr marL="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1pPr>
          <a:lvl2pPr marL="4572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2pPr>
          <a:lvl3pPr marL="9144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3pPr>
          <a:lvl4pPr marL="13716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4pPr>
          <a:lvl5pPr marL="18288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5pPr>
          <a:lvl6pPr marL="22860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6pPr>
          <a:lvl7pPr marL="27432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7pPr>
          <a:lvl8pPr marL="32004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8pPr>
          <a:lvl9pPr marL="36576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endParaRPr lang="en-US"/>
        </a:p>
      </cdr:txBody>
    </cdr:sp>
  </cdr:relSizeAnchor>
  <cdr:relSizeAnchor xmlns:cdr="http://schemas.openxmlformats.org/drawingml/2006/chartDrawing">
    <cdr:from>
      <cdr:x>0.57499</cdr:x>
      <cdr:y>0.9094</cdr:y>
    </cdr:from>
    <cdr:to>
      <cdr:x>0.5955</cdr:x>
      <cdr:y>0.94695</cdr:y>
    </cdr:to>
    <cdr:sp macro="" textlink="">
      <cdr:nvSpPr>
        <cdr:cNvPr id="11" name="Star: 4 Points 10">
          <a:extLst xmlns:a="http://schemas.openxmlformats.org/drawingml/2006/main">
            <a:ext uri="{FF2B5EF4-FFF2-40B4-BE49-F238E27FC236}">
              <a16:creationId xmlns:a16="http://schemas.microsoft.com/office/drawing/2014/main" id="{82D070AF-C66F-495D-83DA-C7C8B8DC1CDD}"/>
            </a:ext>
          </a:extLst>
        </cdr:cNvPr>
        <cdr:cNvSpPr/>
      </cdr:nvSpPr>
      <cdr:spPr>
        <a:xfrm xmlns:a="http://schemas.openxmlformats.org/drawingml/2006/main">
          <a:off x="2768796" y="2367616"/>
          <a:ext cx="98764" cy="97761"/>
        </a:xfrm>
        <a:prstGeom xmlns:a="http://schemas.openxmlformats.org/drawingml/2006/main" prst="star4">
          <a:avLst/>
        </a:prstGeom>
      </cdr:spPr>
      <cdr:style>
        <a:lnRef xmlns:a="http://schemas.openxmlformats.org/drawingml/2006/main" idx="2">
          <a:schemeClr val="accent1">
            <a:shade val="50000"/>
          </a:schemeClr>
        </a:lnRef>
        <a:fillRef xmlns:a="http://schemas.openxmlformats.org/drawingml/2006/main" idx="1">
          <a:schemeClr val="accent1"/>
        </a:fillRef>
        <a:effectRef xmlns:a="http://schemas.openxmlformats.org/drawingml/2006/main" idx="0">
          <a:schemeClr val="accent1"/>
        </a:effectRef>
        <a:fontRef xmlns:a="http://schemas.openxmlformats.org/drawingml/2006/main" idx="minor">
          <a:schemeClr val="lt1"/>
        </a:fontRef>
      </cdr:style>
      <cdr:txBody>
        <a:bodyPr xmlns:a="http://schemas.openxmlformats.org/drawingml/2006/main"/>
        <a:lstStyle xmlns:a="http://schemas.openxmlformats.org/drawingml/2006/main">
          <a:lvl1pPr marL="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1pPr>
          <a:lvl2pPr marL="4572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2pPr>
          <a:lvl3pPr marL="9144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3pPr>
          <a:lvl4pPr marL="13716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4pPr>
          <a:lvl5pPr marL="18288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5pPr>
          <a:lvl6pPr marL="22860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6pPr>
          <a:lvl7pPr marL="27432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7pPr>
          <a:lvl8pPr marL="32004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8pPr>
          <a:lvl9pPr marL="36576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endParaRPr lang="en-US"/>
        </a:p>
      </cdr:txBody>
    </cdr:sp>
  </cdr:relSizeAnchor>
  <cdr:relSizeAnchor xmlns:cdr="http://schemas.openxmlformats.org/drawingml/2006/chartDrawing">
    <cdr:from>
      <cdr:x>0.5896</cdr:x>
      <cdr:y>0.87878</cdr:y>
    </cdr:from>
    <cdr:to>
      <cdr:x>0.62307</cdr:x>
      <cdr:y>0.96697</cdr:y>
    </cdr:to>
    <cdr:sp macro="" textlink="">
      <cdr:nvSpPr>
        <cdr:cNvPr id="12" name="TextBox 1">
          <a:extLst xmlns:a="http://schemas.openxmlformats.org/drawingml/2006/main">
            <a:ext uri="{FF2B5EF4-FFF2-40B4-BE49-F238E27FC236}">
              <a16:creationId xmlns:a16="http://schemas.microsoft.com/office/drawing/2014/main" id="{8E22AC53-5691-430A-8CB9-74E4F84235E8}"/>
            </a:ext>
          </a:extLst>
        </cdr:cNvPr>
        <cdr:cNvSpPr txBox="1"/>
      </cdr:nvSpPr>
      <cdr:spPr>
        <a:xfrm xmlns:a="http://schemas.openxmlformats.org/drawingml/2006/main">
          <a:off x="2839175" y="2287904"/>
          <a:ext cx="161172" cy="229602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wrap="none" rtlCol="0"/>
        <a:lstStyle xmlns:a="http://schemas.openxmlformats.org/drawingml/2006/main">
          <a:lvl1pPr marL="0" indent="0">
            <a:defRPr sz="1100">
              <a:latin typeface="+mn-lt"/>
              <a:ea typeface="+mn-ea"/>
              <a:cs typeface="+mn-cs"/>
            </a:defRPr>
          </a:lvl1pPr>
          <a:lvl2pPr marL="457200" indent="0">
            <a:defRPr sz="1100">
              <a:latin typeface="+mn-lt"/>
              <a:ea typeface="+mn-ea"/>
              <a:cs typeface="+mn-cs"/>
            </a:defRPr>
          </a:lvl2pPr>
          <a:lvl3pPr marL="914400" indent="0">
            <a:defRPr sz="1100">
              <a:latin typeface="+mn-lt"/>
              <a:ea typeface="+mn-ea"/>
              <a:cs typeface="+mn-cs"/>
            </a:defRPr>
          </a:lvl3pPr>
          <a:lvl4pPr marL="1371600" indent="0">
            <a:defRPr sz="1100">
              <a:latin typeface="+mn-lt"/>
              <a:ea typeface="+mn-ea"/>
              <a:cs typeface="+mn-cs"/>
            </a:defRPr>
          </a:lvl4pPr>
          <a:lvl5pPr marL="1828800" indent="0">
            <a:defRPr sz="1100">
              <a:latin typeface="+mn-lt"/>
              <a:ea typeface="+mn-ea"/>
              <a:cs typeface="+mn-cs"/>
            </a:defRPr>
          </a:lvl5pPr>
          <a:lvl6pPr marL="2286000" indent="0">
            <a:defRPr sz="1100">
              <a:latin typeface="+mn-lt"/>
              <a:ea typeface="+mn-ea"/>
              <a:cs typeface="+mn-cs"/>
            </a:defRPr>
          </a:lvl6pPr>
          <a:lvl7pPr marL="2743200" indent="0">
            <a:defRPr sz="1100">
              <a:latin typeface="+mn-lt"/>
              <a:ea typeface="+mn-ea"/>
              <a:cs typeface="+mn-cs"/>
            </a:defRPr>
          </a:lvl7pPr>
          <a:lvl8pPr marL="3200400" indent="0">
            <a:defRPr sz="1100">
              <a:latin typeface="+mn-lt"/>
              <a:ea typeface="+mn-ea"/>
              <a:cs typeface="+mn-cs"/>
            </a:defRPr>
          </a:lvl8pPr>
          <a:lvl9pPr marL="3657600" indent="0">
            <a:defRPr sz="1100"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r>
            <a:rPr lang="en-US" sz="900" b="0" dirty="0">
              <a:solidFill>
                <a:schemeClr val="accent1"/>
              </a:solidFill>
            </a:rPr>
            <a:t>Hand</a:t>
          </a:r>
          <a:r>
            <a:rPr lang="en-US" sz="1050" b="0" dirty="0">
              <a:solidFill>
                <a:schemeClr val="accent1"/>
              </a:solidFill>
            </a:rPr>
            <a:t> </a:t>
          </a:r>
          <a:r>
            <a:rPr lang="en-US" sz="1000" b="0" dirty="0">
              <a:solidFill>
                <a:schemeClr val="accent1"/>
              </a:solidFill>
            </a:rPr>
            <a:t>Over</a:t>
          </a:r>
          <a:endParaRPr lang="en-US" sz="1050" b="0" dirty="0">
            <a:solidFill>
              <a:schemeClr val="accent1"/>
            </a:solidFill>
          </a:endParaRPr>
        </a:p>
      </cdr:txBody>
    </cdr:sp>
  </cdr:relSizeAnchor>
  <cdr:relSizeAnchor xmlns:cdr="http://schemas.openxmlformats.org/drawingml/2006/chartDrawing">
    <cdr:from>
      <cdr:x>0.33251</cdr:x>
      <cdr:y>0.45846</cdr:y>
    </cdr:from>
    <cdr:to>
      <cdr:x>0.36426</cdr:x>
      <cdr:y>0.51813</cdr:y>
    </cdr:to>
    <cdr:sp macro="" textlink="">
      <cdr:nvSpPr>
        <cdr:cNvPr id="13" name="Star: 4 Points 12">
          <a:extLst xmlns:a="http://schemas.openxmlformats.org/drawingml/2006/main">
            <a:ext uri="{FF2B5EF4-FFF2-40B4-BE49-F238E27FC236}">
              <a16:creationId xmlns:a16="http://schemas.microsoft.com/office/drawing/2014/main" id="{F8DA7106-59B7-48B5-9085-EF460C25E56B}"/>
            </a:ext>
          </a:extLst>
        </cdr:cNvPr>
        <cdr:cNvSpPr/>
      </cdr:nvSpPr>
      <cdr:spPr>
        <a:xfrm xmlns:a="http://schemas.openxmlformats.org/drawingml/2006/main">
          <a:off x="1601150" y="1193598"/>
          <a:ext cx="152890" cy="155351"/>
        </a:xfrm>
        <a:prstGeom xmlns:a="http://schemas.openxmlformats.org/drawingml/2006/main" prst="star4">
          <a:avLst/>
        </a:prstGeom>
      </cdr:spPr>
      <cdr:style>
        <a:lnRef xmlns:a="http://schemas.openxmlformats.org/drawingml/2006/main" idx="2">
          <a:schemeClr val="accent1">
            <a:shade val="50000"/>
          </a:schemeClr>
        </a:lnRef>
        <a:fillRef xmlns:a="http://schemas.openxmlformats.org/drawingml/2006/main" idx="1">
          <a:schemeClr val="accent1"/>
        </a:fillRef>
        <a:effectRef xmlns:a="http://schemas.openxmlformats.org/drawingml/2006/main" idx="0">
          <a:schemeClr val="accent1"/>
        </a:effectRef>
        <a:fontRef xmlns:a="http://schemas.openxmlformats.org/drawingml/2006/main" idx="minor">
          <a:schemeClr val="lt1"/>
        </a:fontRef>
      </cdr:style>
      <cdr:txBody>
        <a:bodyPr xmlns:a="http://schemas.openxmlformats.org/drawingml/2006/main"/>
        <a:lstStyle xmlns:a="http://schemas.openxmlformats.org/drawingml/2006/main">
          <a:lvl1pPr marL="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1pPr>
          <a:lvl2pPr marL="4572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2pPr>
          <a:lvl3pPr marL="9144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3pPr>
          <a:lvl4pPr marL="13716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4pPr>
          <a:lvl5pPr marL="18288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5pPr>
          <a:lvl6pPr marL="22860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6pPr>
          <a:lvl7pPr marL="27432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7pPr>
          <a:lvl8pPr marL="32004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8pPr>
          <a:lvl9pPr marL="36576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endParaRPr lang="en-US"/>
        </a:p>
      </cdr:txBody>
    </cdr:sp>
  </cdr:relSizeAnchor>
  <cdr:relSizeAnchor xmlns:cdr="http://schemas.openxmlformats.org/drawingml/2006/chartDrawing">
    <cdr:from>
      <cdr:x>0</cdr:x>
      <cdr:y>0.17878</cdr:y>
    </cdr:from>
    <cdr:to>
      <cdr:x>0.07672</cdr:x>
      <cdr:y>0.26412</cdr:y>
    </cdr:to>
    <cdr:sp macro="" textlink="">
      <cdr:nvSpPr>
        <cdr:cNvPr id="2" name="TextBox 2">
          <a:extLst xmlns:a="http://schemas.openxmlformats.org/drawingml/2006/main">
            <a:ext uri="{FF2B5EF4-FFF2-40B4-BE49-F238E27FC236}">
              <a16:creationId xmlns:a16="http://schemas.microsoft.com/office/drawing/2014/main" id="{DD50B497-BA80-4A4B-AC45-0FEFE192C21A}"/>
            </a:ext>
          </a:extLst>
        </cdr:cNvPr>
        <cdr:cNvSpPr txBox="1"/>
      </cdr:nvSpPr>
      <cdr:spPr>
        <a:xfrm xmlns:a="http://schemas.openxmlformats.org/drawingml/2006/main">
          <a:off x="0" y="469226"/>
          <a:ext cx="377152" cy="223989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vertOverflow="clip" wrap="none" rtlCol="0"/>
        <a:lstStyle xmlns:a="http://schemas.openxmlformats.org/drawingml/2006/main"/>
        <a:p xmlns:a="http://schemas.openxmlformats.org/drawingml/2006/main">
          <a:r>
            <a:rPr lang="en-US" sz="1100" b="1" i="0">
              <a:solidFill>
                <a:schemeClr val="bg2"/>
              </a:solidFill>
            </a:rPr>
            <a:t>Good</a:t>
          </a:r>
        </a:p>
      </cdr:txBody>
    </cdr:sp>
  </cdr:relSizeAnchor>
  <cdr:relSizeAnchor xmlns:cdr="http://schemas.openxmlformats.org/drawingml/2006/chartDrawing">
    <cdr:from>
      <cdr:x>0.01509</cdr:x>
      <cdr:y>0.74049</cdr:y>
    </cdr:from>
    <cdr:to>
      <cdr:x>0.08135</cdr:x>
      <cdr:y>0.82621</cdr:y>
    </cdr:to>
    <cdr:sp macro="" textlink="">
      <cdr:nvSpPr>
        <cdr:cNvPr id="5" name="TextBox 7">
          <a:extLst xmlns:a="http://schemas.openxmlformats.org/drawingml/2006/main">
            <a:ext uri="{FF2B5EF4-FFF2-40B4-BE49-F238E27FC236}">
              <a16:creationId xmlns:a16="http://schemas.microsoft.com/office/drawing/2014/main" id="{1D9D7C4F-9586-49F9-A6A7-BFF16E9DEC42}"/>
            </a:ext>
          </a:extLst>
        </cdr:cNvPr>
        <cdr:cNvSpPr txBox="1"/>
      </cdr:nvSpPr>
      <cdr:spPr>
        <a:xfrm xmlns:a="http://schemas.openxmlformats.org/drawingml/2006/main">
          <a:off x="74191" y="1943546"/>
          <a:ext cx="325732" cy="224986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vertOverflow="clip" wrap="none" rtlCol="0"/>
        <a:lstStyle xmlns:a="http://schemas.openxmlformats.org/drawingml/2006/main"/>
        <a:p xmlns:a="http://schemas.openxmlformats.org/drawingml/2006/main">
          <a:pPr algn="l"/>
          <a:r>
            <a:rPr lang="en-US" sz="1100" b="1" u="none">
              <a:solidFill>
                <a:schemeClr val="bg2"/>
              </a:solidFill>
            </a:rPr>
            <a:t>Bad</a:t>
          </a:r>
        </a:p>
      </cdr:txBody>
    </cdr:sp>
  </cdr:relSizeAnchor>
  <cdr:relSizeAnchor xmlns:cdr="http://schemas.openxmlformats.org/drawingml/2006/chartDrawing">
    <cdr:from>
      <cdr:x>0.01651</cdr:x>
      <cdr:y>0.44981</cdr:y>
    </cdr:from>
    <cdr:to>
      <cdr:x>0.10148</cdr:x>
      <cdr:y>0.53995</cdr:y>
    </cdr:to>
    <cdr:sp macro="" textlink="">
      <cdr:nvSpPr>
        <cdr:cNvPr id="6" name="TextBox 8">
          <a:extLst xmlns:a="http://schemas.openxmlformats.org/drawingml/2006/main">
            <a:ext uri="{FF2B5EF4-FFF2-40B4-BE49-F238E27FC236}">
              <a16:creationId xmlns:a16="http://schemas.microsoft.com/office/drawing/2014/main" id="{3172C4AF-B5BB-4005-8546-485B48595F6A}"/>
            </a:ext>
          </a:extLst>
        </cdr:cNvPr>
        <cdr:cNvSpPr txBox="1"/>
      </cdr:nvSpPr>
      <cdr:spPr>
        <a:xfrm xmlns:a="http://schemas.openxmlformats.org/drawingml/2006/main">
          <a:off x="81170" y="1180596"/>
          <a:ext cx="417709" cy="236587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vertOverflow="clip" wrap="none" rtlCol="0"/>
        <a:lstStyle xmlns:a="http://schemas.openxmlformats.org/drawingml/2006/main"/>
        <a:p xmlns:a="http://schemas.openxmlformats.org/drawingml/2006/main">
          <a:r>
            <a:rPr lang="en-US" sz="1100" b="1">
              <a:solidFill>
                <a:schemeClr val="bg2"/>
              </a:solidFill>
            </a:rPr>
            <a:t>Fair</a:t>
          </a:r>
        </a:p>
      </cdr:txBody>
    </cdr:sp>
  </cdr:relSizeAnchor>
  <cdr:relSizeAnchor xmlns:cdr="http://schemas.openxmlformats.org/drawingml/2006/chartDrawing">
    <cdr:from>
      <cdr:x>0.78288</cdr:x>
      <cdr:y>0.63256</cdr:y>
    </cdr:from>
    <cdr:to>
      <cdr:x>0.81463</cdr:x>
      <cdr:y>0.69223</cdr:y>
    </cdr:to>
    <cdr:sp macro="" textlink="">
      <cdr:nvSpPr>
        <cdr:cNvPr id="7" name="Star: 4 Points 9">
          <a:extLst xmlns:a="http://schemas.openxmlformats.org/drawingml/2006/main">
            <a:ext uri="{FF2B5EF4-FFF2-40B4-BE49-F238E27FC236}">
              <a16:creationId xmlns:a16="http://schemas.microsoft.com/office/drawing/2014/main" id="{E7406C4A-2727-43B4-BB96-FD6558A71A00}"/>
            </a:ext>
          </a:extLst>
        </cdr:cNvPr>
        <cdr:cNvSpPr/>
      </cdr:nvSpPr>
      <cdr:spPr>
        <a:xfrm xmlns:a="http://schemas.openxmlformats.org/drawingml/2006/main">
          <a:off x="3769895" y="1646867"/>
          <a:ext cx="152890" cy="155351"/>
        </a:xfrm>
        <a:prstGeom xmlns:a="http://schemas.openxmlformats.org/drawingml/2006/main" prst="star4">
          <a:avLst/>
        </a:prstGeom>
      </cdr:spPr>
      <cdr:style>
        <a:lnRef xmlns:a="http://schemas.openxmlformats.org/drawingml/2006/main" idx="2">
          <a:schemeClr val="accent1">
            <a:shade val="50000"/>
          </a:schemeClr>
        </a:lnRef>
        <a:fillRef xmlns:a="http://schemas.openxmlformats.org/drawingml/2006/main" idx="1">
          <a:schemeClr val="accent1"/>
        </a:fillRef>
        <a:effectRef xmlns:a="http://schemas.openxmlformats.org/drawingml/2006/main" idx="0">
          <a:schemeClr val="accent1"/>
        </a:effectRef>
        <a:fontRef xmlns:a="http://schemas.openxmlformats.org/drawingml/2006/main" idx="minor">
          <a:schemeClr val="lt1"/>
        </a:fontRef>
      </cdr:style>
      <cdr:txBody>
        <a:bodyPr xmlns:a="http://schemas.openxmlformats.org/drawingml/2006/main"/>
        <a:lstStyle xmlns:a="http://schemas.openxmlformats.org/drawingml/2006/main">
          <a:lvl1pPr marL="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1pPr>
          <a:lvl2pPr marL="4572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2pPr>
          <a:lvl3pPr marL="9144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3pPr>
          <a:lvl4pPr marL="13716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4pPr>
          <a:lvl5pPr marL="18288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5pPr>
          <a:lvl6pPr marL="22860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6pPr>
          <a:lvl7pPr marL="27432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7pPr>
          <a:lvl8pPr marL="32004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8pPr>
          <a:lvl9pPr marL="36576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endParaRPr lang="en-US"/>
        </a:p>
      </cdr:txBody>
    </cdr:sp>
  </cdr:relSizeAnchor>
  <cdr:relSizeAnchor xmlns:cdr="http://schemas.openxmlformats.org/drawingml/2006/chartDrawing">
    <cdr:from>
      <cdr:x>0.57499</cdr:x>
      <cdr:y>0.9094</cdr:y>
    </cdr:from>
    <cdr:to>
      <cdr:x>0.5955</cdr:x>
      <cdr:y>0.94695</cdr:y>
    </cdr:to>
    <cdr:sp macro="" textlink="">
      <cdr:nvSpPr>
        <cdr:cNvPr id="14" name="Star: 4 Points 10">
          <a:extLst xmlns:a="http://schemas.openxmlformats.org/drawingml/2006/main">
            <a:ext uri="{FF2B5EF4-FFF2-40B4-BE49-F238E27FC236}">
              <a16:creationId xmlns:a16="http://schemas.microsoft.com/office/drawing/2014/main" id="{82D070AF-C66F-495D-83DA-C7C8B8DC1CDD}"/>
            </a:ext>
          </a:extLst>
        </cdr:cNvPr>
        <cdr:cNvSpPr/>
      </cdr:nvSpPr>
      <cdr:spPr>
        <a:xfrm xmlns:a="http://schemas.openxmlformats.org/drawingml/2006/main">
          <a:off x="2768796" y="2367616"/>
          <a:ext cx="98764" cy="97761"/>
        </a:xfrm>
        <a:prstGeom xmlns:a="http://schemas.openxmlformats.org/drawingml/2006/main" prst="star4">
          <a:avLst/>
        </a:prstGeom>
      </cdr:spPr>
      <cdr:style>
        <a:lnRef xmlns:a="http://schemas.openxmlformats.org/drawingml/2006/main" idx="2">
          <a:schemeClr val="accent1">
            <a:shade val="50000"/>
          </a:schemeClr>
        </a:lnRef>
        <a:fillRef xmlns:a="http://schemas.openxmlformats.org/drawingml/2006/main" idx="1">
          <a:schemeClr val="accent1"/>
        </a:fillRef>
        <a:effectRef xmlns:a="http://schemas.openxmlformats.org/drawingml/2006/main" idx="0">
          <a:schemeClr val="accent1"/>
        </a:effectRef>
        <a:fontRef xmlns:a="http://schemas.openxmlformats.org/drawingml/2006/main" idx="minor">
          <a:schemeClr val="lt1"/>
        </a:fontRef>
      </cdr:style>
      <cdr:txBody>
        <a:bodyPr xmlns:a="http://schemas.openxmlformats.org/drawingml/2006/main"/>
        <a:lstStyle xmlns:a="http://schemas.openxmlformats.org/drawingml/2006/main">
          <a:lvl1pPr marL="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1pPr>
          <a:lvl2pPr marL="4572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2pPr>
          <a:lvl3pPr marL="9144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3pPr>
          <a:lvl4pPr marL="13716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4pPr>
          <a:lvl5pPr marL="18288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5pPr>
          <a:lvl6pPr marL="22860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6pPr>
          <a:lvl7pPr marL="27432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7pPr>
          <a:lvl8pPr marL="32004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8pPr>
          <a:lvl9pPr marL="36576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endParaRPr lang="en-US"/>
        </a:p>
      </cdr:txBody>
    </cdr:sp>
  </cdr:relSizeAnchor>
  <cdr:relSizeAnchor xmlns:cdr="http://schemas.openxmlformats.org/drawingml/2006/chartDrawing">
    <cdr:from>
      <cdr:x>0.33251</cdr:x>
      <cdr:y>0.45846</cdr:y>
    </cdr:from>
    <cdr:to>
      <cdr:x>0.36426</cdr:x>
      <cdr:y>0.51813</cdr:y>
    </cdr:to>
    <cdr:sp macro="" textlink="">
      <cdr:nvSpPr>
        <cdr:cNvPr id="16" name="Star: 4 Points 12">
          <a:extLst xmlns:a="http://schemas.openxmlformats.org/drawingml/2006/main">
            <a:ext uri="{FF2B5EF4-FFF2-40B4-BE49-F238E27FC236}">
              <a16:creationId xmlns:a16="http://schemas.microsoft.com/office/drawing/2014/main" id="{F8DA7106-59B7-48B5-9085-EF460C25E56B}"/>
            </a:ext>
          </a:extLst>
        </cdr:cNvPr>
        <cdr:cNvSpPr/>
      </cdr:nvSpPr>
      <cdr:spPr>
        <a:xfrm xmlns:a="http://schemas.openxmlformats.org/drawingml/2006/main">
          <a:off x="1601150" y="1193598"/>
          <a:ext cx="152890" cy="155351"/>
        </a:xfrm>
        <a:prstGeom xmlns:a="http://schemas.openxmlformats.org/drawingml/2006/main" prst="star4">
          <a:avLst/>
        </a:prstGeom>
      </cdr:spPr>
      <cdr:style>
        <a:lnRef xmlns:a="http://schemas.openxmlformats.org/drawingml/2006/main" idx="2">
          <a:schemeClr val="accent1">
            <a:shade val="50000"/>
          </a:schemeClr>
        </a:lnRef>
        <a:fillRef xmlns:a="http://schemas.openxmlformats.org/drawingml/2006/main" idx="1">
          <a:schemeClr val="accent1"/>
        </a:fillRef>
        <a:effectRef xmlns:a="http://schemas.openxmlformats.org/drawingml/2006/main" idx="0">
          <a:schemeClr val="accent1"/>
        </a:effectRef>
        <a:fontRef xmlns:a="http://schemas.openxmlformats.org/drawingml/2006/main" idx="minor">
          <a:schemeClr val="lt1"/>
        </a:fontRef>
      </cdr:style>
      <cdr:txBody>
        <a:bodyPr xmlns:a="http://schemas.openxmlformats.org/drawingml/2006/main"/>
        <a:lstStyle xmlns:a="http://schemas.openxmlformats.org/drawingml/2006/main">
          <a:lvl1pPr marL="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1pPr>
          <a:lvl2pPr marL="4572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2pPr>
          <a:lvl3pPr marL="9144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3pPr>
          <a:lvl4pPr marL="13716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4pPr>
          <a:lvl5pPr marL="18288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5pPr>
          <a:lvl6pPr marL="22860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6pPr>
          <a:lvl7pPr marL="27432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7pPr>
          <a:lvl8pPr marL="32004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8pPr>
          <a:lvl9pPr marL="36576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endParaRPr lang="en-US"/>
        </a:p>
      </cdr:txBody>
    </cdr:sp>
  </cdr:relSizeAnchor>
  <cdr:relSizeAnchor xmlns:cdr="http://schemas.openxmlformats.org/drawingml/2006/chartDrawing">
    <cdr:from>
      <cdr:x>0.16516</cdr:x>
      <cdr:y>0.52462</cdr:y>
    </cdr:from>
    <cdr:to>
      <cdr:x>0.26958</cdr:x>
      <cdr:y>0.65167</cdr:y>
    </cdr:to>
    <cdr:sp macro="" textlink="">
      <cdr:nvSpPr>
        <cdr:cNvPr id="17" name="TextBox 1">
          <a:extLst xmlns:a="http://schemas.openxmlformats.org/drawingml/2006/main">
            <a:ext uri="{FF2B5EF4-FFF2-40B4-BE49-F238E27FC236}">
              <a16:creationId xmlns:a16="http://schemas.microsoft.com/office/drawing/2014/main" id="{73FDFAFC-E149-441E-802B-363A35F3AC9A}"/>
            </a:ext>
          </a:extLst>
        </cdr:cNvPr>
        <cdr:cNvSpPr txBox="1"/>
      </cdr:nvSpPr>
      <cdr:spPr>
        <a:xfrm xmlns:a="http://schemas.openxmlformats.org/drawingml/2006/main">
          <a:off x="812800" y="1404711"/>
          <a:ext cx="513847" cy="340179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wrap="none" rtlCol="0"/>
        <a:lstStyle xmlns:a="http://schemas.openxmlformats.org/drawingml/2006/main">
          <a:lvl1pPr marL="0" indent="0">
            <a:defRPr sz="1100">
              <a:latin typeface="+mn-lt"/>
              <a:ea typeface="+mn-ea"/>
              <a:cs typeface="+mn-cs"/>
            </a:defRPr>
          </a:lvl1pPr>
          <a:lvl2pPr marL="457200" indent="0">
            <a:defRPr sz="1100">
              <a:latin typeface="+mn-lt"/>
              <a:ea typeface="+mn-ea"/>
              <a:cs typeface="+mn-cs"/>
            </a:defRPr>
          </a:lvl2pPr>
          <a:lvl3pPr marL="914400" indent="0">
            <a:defRPr sz="1100">
              <a:latin typeface="+mn-lt"/>
              <a:ea typeface="+mn-ea"/>
              <a:cs typeface="+mn-cs"/>
            </a:defRPr>
          </a:lvl3pPr>
          <a:lvl4pPr marL="1371600" indent="0">
            <a:defRPr sz="1100">
              <a:latin typeface="+mn-lt"/>
              <a:ea typeface="+mn-ea"/>
              <a:cs typeface="+mn-cs"/>
            </a:defRPr>
          </a:lvl4pPr>
          <a:lvl5pPr marL="1828800" indent="0">
            <a:defRPr sz="1100">
              <a:latin typeface="+mn-lt"/>
              <a:ea typeface="+mn-ea"/>
              <a:cs typeface="+mn-cs"/>
            </a:defRPr>
          </a:lvl5pPr>
          <a:lvl6pPr marL="2286000" indent="0">
            <a:defRPr sz="1100">
              <a:latin typeface="+mn-lt"/>
              <a:ea typeface="+mn-ea"/>
              <a:cs typeface="+mn-cs"/>
            </a:defRPr>
          </a:lvl6pPr>
          <a:lvl7pPr marL="2743200" indent="0">
            <a:defRPr sz="1100">
              <a:latin typeface="+mn-lt"/>
              <a:ea typeface="+mn-ea"/>
              <a:cs typeface="+mn-cs"/>
            </a:defRPr>
          </a:lvl7pPr>
          <a:lvl8pPr marL="3200400" indent="0">
            <a:defRPr sz="1100">
              <a:latin typeface="+mn-lt"/>
              <a:ea typeface="+mn-ea"/>
              <a:cs typeface="+mn-cs"/>
            </a:defRPr>
          </a:lvl8pPr>
          <a:lvl9pPr marL="3657600" indent="0">
            <a:defRPr sz="1100"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r>
            <a:rPr lang="en-US" sz="1000" b="1">
              <a:solidFill>
                <a:schemeClr val="accent1"/>
              </a:solidFill>
            </a:rPr>
            <a:t>Start</a:t>
          </a:r>
        </a:p>
      </cdr:txBody>
    </cdr:sp>
  </cdr:relSizeAnchor>
</c:userShapes>
</file>

<file path=ppt/drawings/drawing3.xml><?xml version="1.0" encoding="utf-8"?>
<c:userShapes xmlns:c="http://schemas.openxmlformats.org/drawingml/2006/chart">
  <cdr:relSizeAnchor xmlns:cdr="http://schemas.openxmlformats.org/drawingml/2006/chartDrawing">
    <cdr:from>
      <cdr:x>0.00108</cdr:x>
      <cdr:y>0.16312</cdr:y>
    </cdr:from>
    <cdr:to>
      <cdr:x>0.0778</cdr:x>
      <cdr:y>0.24845</cdr:y>
    </cdr:to>
    <cdr:sp macro="" textlink="">
      <cdr:nvSpPr>
        <cdr:cNvPr id="3" name="TextBox 2">
          <a:extLst xmlns:a="http://schemas.openxmlformats.org/drawingml/2006/main">
            <a:ext uri="{FF2B5EF4-FFF2-40B4-BE49-F238E27FC236}">
              <a16:creationId xmlns:a16="http://schemas.microsoft.com/office/drawing/2014/main" id="{DD50B497-BA80-4A4B-AC45-0FEFE192C21A}"/>
            </a:ext>
          </a:extLst>
        </cdr:cNvPr>
        <cdr:cNvSpPr txBox="1"/>
      </cdr:nvSpPr>
      <cdr:spPr>
        <a:xfrm xmlns:a="http://schemas.openxmlformats.org/drawingml/2006/main">
          <a:off x="5292" y="422945"/>
          <a:ext cx="375508" cy="221272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vertOverflow="clip" wrap="none" rtlCol="0"/>
        <a:lstStyle xmlns:a="http://schemas.openxmlformats.org/drawingml/2006/main"/>
        <a:p xmlns:a="http://schemas.openxmlformats.org/drawingml/2006/main">
          <a:r>
            <a:rPr lang="en-US" sz="1100" b="1" i="0">
              <a:solidFill>
                <a:schemeClr val="bg2"/>
              </a:solidFill>
            </a:rPr>
            <a:t>Good</a:t>
          </a:r>
        </a:p>
      </cdr:txBody>
    </cdr:sp>
  </cdr:relSizeAnchor>
  <cdr:relSizeAnchor xmlns:cdr="http://schemas.openxmlformats.org/drawingml/2006/chartDrawing">
    <cdr:from>
      <cdr:x>0.01311</cdr:x>
      <cdr:y>0.76654</cdr:y>
    </cdr:from>
    <cdr:to>
      <cdr:x>0.07937</cdr:x>
      <cdr:y>0.85226</cdr:y>
    </cdr:to>
    <cdr:sp macro="" textlink="">
      <cdr:nvSpPr>
        <cdr:cNvPr id="8" name="TextBox 7">
          <a:extLst xmlns:a="http://schemas.openxmlformats.org/drawingml/2006/main">
            <a:ext uri="{FF2B5EF4-FFF2-40B4-BE49-F238E27FC236}">
              <a16:creationId xmlns:a16="http://schemas.microsoft.com/office/drawing/2014/main" id="{1D9D7C4F-9586-49F9-A6A7-BFF16E9DEC42}"/>
            </a:ext>
          </a:extLst>
        </cdr:cNvPr>
        <cdr:cNvSpPr txBox="1"/>
      </cdr:nvSpPr>
      <cdr:spPr>
        <a:xfrm xmlns:a="http://schemas.openxmlformats.org/drawingml/2006/main">
          <a:off x="64188" y="1987581"/>
          <a:ext cx="324329" cy="222265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vertOverflow="clip" wrap="none" rtlCol="0"/>
        <a:lstStyle xmlns:a="http://schemas.openxmlformats.org/drawingml/2006/main"/>
        <a:p xmlns:a="http://schemas.openxmlformats.org/drawingml/2006/main">
          <a:pPr algn="l"/>
          <a:r>
            <a:rPr lang="en-US" sz="1100" b="1" u="none">
              <a:solidFill>
                <a:schemeClr val="bg2"/>
              </a:solidFill>
            </a:rPr>
            <a:t>Bad</a:t>
          </a:r>
        </a:p>
      </cdr:txBody>
    </cdr:sp>
  </cdr:relSizeAnchor>
  <cdr:relSizeAnchor xmlns:cdr="http://schemas.openxmlformats.org/drawingml/2006/chartDrawing">
    <cdr:from>
      <cdr:x>0.01547</cdr:x>
      <cdr:y>0.46597</cdr:y>
    </cdr:from>
    <cdr:to>
      <cdr:x>0.08541</cdr:x>
      <cdr:y>0.56327</cdr:y>
    </cdr:to>
    <cdr:sp macro="" textlink="">
      <cdr:nvSpPr>
        <cdr:cNvPr id="9" name="TextBox 8">
          <a:extLst xmlns:a="http://schemas.openxmlformats.org/drawingml/2006/main">
            <a:ext uri="{FF2B5EF4-FFF2-40B4-BE49-F238E27FC236}">
              <a16:creationId xmlns:a16="http://schemas.microsoft.com/office/drawing/2014/main" id="{3172C4AF-B5BB-4005-8546-485B48595F6A}"/>
            </a:ext>
          </a:extLst>
        </cdr:cNvPr>
        <cdr:cNvSpPr txBox="1"/>
      </cdr:nvSpPr>
      <cdr:spPr>
        <a:xfrm xmlns:a="http://schemas.openxmlformats.org/drawingml/2006/main">
          <a:off x="75728" y="1208227"/>
          <a:ext cx="342315" cy="252272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vertOverflow="clip" wrap="none" rtlCol="0"/>
        <a:lstStyle xmlns:a="http://schemas.openxmlformats.org/drawingml/2006/main"/>
        <a:p xmlns:a="http://schemas.openxmlformats.org/drawingml/2006/main">
          <a:r>
            <a:rPr lang="en-US" sz="1100" b="1">
              <a:solidFill>
                <a:schemeClr val="bg2"/>
              </a:solidFill>
            </a:rPr>
            <a:t>Fair</a:t>
          </a:r>
        </a:p>
      </cdr:txBody>
    </cdr:sp>
  </cdr:relSizeAnchor>
  <cdr:relSizeAnchor xmlns:cdr="http://schemas.openxmlformats.org/drawingml/2006/chartDrawing">
    <cdr:from>
      <cdr:x>0.41758</cdr:x>
      <cdr:y>0.66231</cdr:y>
    </cdr:from>
    <cdr:to>
      <cdr:x>0.44933</cdr:x>
      <cdr:y>0.72198</cdr:y>
    </cdr:to>
    <cdr:sp macro="" textlink="">
      <cdr:nvSpPr>
        <cdr:cNvPr id="4" name="Star: 4 Points 3">
          <a:extLst xmlns:a="http://schemas.openxmlformats.org/drawingml/2006/main">
            <a:ext uri="{FF2B5EF4-FFF2-40B4-BE49-F238E27FC236}">
              <a16:creationId xmlns:a16="http://schemas.microsoft.com/office/drawing/2014/main" id="{61BFA523-51F2-460A-9E22-615CAB69AAD6}"/>
            </a:ext>
          </a:extLst>
        </cdr:cNvPr>
        <cdr:cNvSpPr/>
      </cdr:nvSpPr>
      <cdr:spPr>
        <a:xfrm xmlns:a="http://schemas.openxmlformats.org/drawingml/2006/main">
          <a:off x="2046194" y="1752358"/>
          <a:ext cx="155578" cy="157877"/>
        </a:xfrm>
        <a:prstGeom xmlns:a="http://schemas.openxmlformats.org/drawingml/2006/main" prst="star4">
          <a:avLst/>
        </a:prstGeom>
      </cdr:spPr>
      <cdr:style>
        <a:lnRef xmlns:a="http://schemas.openxmlformats.org/drawingml/2006/main" idx="2">
          <a:schemeClr val="accent1">
            <a:shade val="50000"/>
          </a:schemeClr>
        </a:lnRef>
        <a:fillRef xmlns:a="http://schemas.openxmlformats.org/drawingml/2006/main" idx="1">
          <a:schemeClr val="accent1"/>
        </a:fillRef>
        <a:effectRef xmlns:a="http://schemas.openxmlformats.org/drawingml/2006/main" idx="0">
          <a:schemeClr val="accent1"/>
        </a:effectRef>
        <a:fontRef xmlns:a="http://schemas.openxmlformats.org/drawingml/2006/main" idx="minor">
          <a:schemeClr val="lt1"/>
        </a:fontRef>
      </cdr:style>
      <cdr:txBody>
        <a:bodyPr xmlns:a="http://schemas.openxmlformats.org/drawingml/2006/main" vertOverflow="clip"/>
        <a:lstStyle xmlns:a="http://schemas.openxmlformats.org/drawingml/2006/main"/>
        <a:p xmlns:a="http://schemas.openxmlformats.org/drawingml/2006/main">
          <a:endParaRPr lang="en-US"/>
        </a:p>
      </cdr:txBody>
    </cdr:sp>
  </cdr:relSizeAnchor>
  <cdr:relSizeAnchor xmlns:cdr="http://schemas.openxmlformats.org/drawingml/2006/chartDrawing">
    <cdr:from>
      <cdr:x>0.71484</cdr:x>
      <cdr:y>0.41454</cdr:y>
    </cdr:from>
    <cdr:to>
      <cdr:x>0.74659</cdr:x>
      <cdr:y>0.47422</cdr:y>
    </cdr:to>
    <cdr:sp macro="" textlink="">
      <cdr:nvSpPr>
        <cdr:cNvPr id="10" name="Star: 4 Points 9">
          <a:extLst xmlns:a="http://schemas.openxmlformats.org/drawingml/2006/main">
            <a:ext uri="{FF2B5EF4-FFF2-40B4-BE49-F238E27FC236}">
              <a16:creationId xmlns:a16="http://schemas.microsoft.com/office/drawing/2014/main" id="{E7406C4A-2727-43B4-BB96-FD6558A71A00}"/>
            </a:ext>
          </a:extLst>
        </cdr:cNvPr>
        <cdr:cNvSpPr/>
      </cdr:nvSpPr>
      <cdr:spPr>
        <a:xfrm xmlns:a="http://schemas.openxmlformats.org/drawingml/2006/main">
          <a:off x="3174040" y="1049827"/>
          <a:ext cx="140977" cy="151114"/>
        </a:xfrm>
        <a:prstGeom xmlns:a="http://schemas.openxmlformats.org/drawingml/2006/main" prst="star4">
          <a:avLst/>
        </a:prstGeom>
      </cdr:spPr>
      <cdr:style>
        <a:lnRef xmlns:a="http://schemas.openxmlformats.org/drawingml/2006/main" idx="2">
          <a:schemeClr val="accent1">
            <a:shade val="50000"/>
          </a:schemeClr>
        </a:lnRef>
        <a:fillRef xmlns:a="http://schemas.openxmlformats.org/drawingml/2006/main" idx="1">
          <a:schemeClr val="accent1"/>
        </a:fillRef>
        <a:effectRef xmlns:a="http://schemas.openxmlformats.org/drawingml/2006/main" idx="0">
          <a:schemeClr val="accent1"/>
        </a:effectRef>
        <a:fontRef xmlns:a="http://schemas.openxmlformats.org/drawingml/2006/main" idx="minor">
          <a:schemeClr val="lt1"/>
        </a:fontRef>
      </cdr:style>
      <cdr:txBody>
        <a:bodyPr xmlns:a="http://schemas.openxmlformats.org/drawingml/2006/main"/>
        <a:lstStyle xmlns:a="http://schemas.openxmlformats.org/drawingml/2006/main">
          <a:lvl1pPr marL="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1pPr>
          <a:lvl2pPr marL="4572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2pPr>
          <a:lvl3pPr marL="9144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3pPr>
          <a:lvl4pPr marL="13716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4pPr>
          <a:lvl5pPr marL="18288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5pPr>
          <a:lvl6pPr marL="22860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6pPr>
          <a:lvl7pPr marL="27432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7pPr>
          <a:lvl8pPr marL="32004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8pPr>
          <a:lvl9pPr marL="36576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endParaRPr lang="en-US"/>
        </a:p>
      </cdr:txBody>
    </cdr:sp>
  </cdr:relSizeAnchor>
  <cdr:relSizeAnchor xmlns:cdr="http://schemas.openxmlformats.org/drawingml/2006/chartDrawing">
    <cdr:from>
      <cdr:x>0.56147</cdr:x>
      <cdr:y>0.91508</cdr:y>
    </cdr:from>
    <cdr:to>
      <cdr:x>0.58198</cdr:x>
      <cdr:y>0.95263</cdr:y>
    </cdr:to>
    <cdr:sp macro="" textlink="">
      <cdr:nvSpPr>
        <cdr:cNvPr id="11" name="Star: 4 Points 10">
          <a:extLst xmlns:a="http://schemas.openxmlformats.org/drawingml/2006/main">
            <a:ext uri="{FF2B5EF4-FFF2-40B4-BE49-F238E27FC236}">
              <a16:creationId xmlns:a16="http://schemas.microsoft.com/office/drawing/2014/main" id="{82D070AF-C66F-495D-83DA-C7C8B8DC1CDD}"/>
            </a:ext>
          </a:extLst>
        </cdr:cNvPr>
        <cdr:cNvSpPr/>
      </cdr:nvSpPr>
      <cdr:spPr>
        <a:xfrm xmlns:a="http://schemas.openxmlformats.org/drawingml/2006/main">
          <a:off x="2886299" y="2578325"/>
          <a:ext cx="105435" cy="105800"/>
        </a:xfrm>
        <a:prstGeom xmlns:a="http://schemas.openxmlformats.org/drawingml/2006/main" prst="star4">
          <a:avLst/>
        </a:prstGeom>
      </cdr:spPr>
      <cdr:style>
        <a:lnRef xmlns:a="http://schemas.openxmlformats.org/drawingml/2006/main" idx="2">
          <a:schemeClr val="accent1">
            <a:shade val="50000"/>
          </a:schemeClr>
        </a:lnRef>
        <a:fillRef xmlns:a="http://schemas.openxmlformats.org/drawingml/2006/main" idx="1">
          <a:schemeClr val="accent1"/>
        </a:fillRef>
        <a:effectRef xmlns:a="http://schemas.openxmlformats.org/drawingml/2006/main" idx="0">
          <a:schemeClr val="accent1"/>
        </a:effectRef>
        <a:fontRef xmlns:a="http://schemas.openxmlformats.org/drawingml/2006/main" idx="minor">
          <a:schemeClr val="lt1"/>
        </a:fontRef>
      </cdr:style>
      <cdr:txBody>
        <a:bodyPr xmlns:a="http://schemas.openxmlformats.org/drawingml/2006/main"/>
        <a:lstStyle xmlns:a="http://schemas.openxmlformats.org/drawingml/2006/main">
          <a:lvl1pPr marL="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1pPr>
          <a:lvl2pPr marL="4572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2pPr>
          <a:lvl3pPr marL="9144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3pPr>
          <a:lvl4pPr marL="13716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4pPr>
          <a:lvl5pPr marL="18288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5pPr>
          <a:lvl6pPr marL="22860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6pPr>
          <a:lvl7pPr marL="27432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7pPr>
          <a:lvl8pPr marL="32004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8pPr>
          <a:lvl9pPr marL="36576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endParaRPr lang="en-US"/>
        </a:p>
      </cdr:txBody>
    </cdr:sp>
  </cdr:relSizeAnchor>
  <cdr:relSizeAnchor xmlns:cdr="http://schemas.openxmlformats.org/drawingml/2006/chartDrawing">
    <cdr:from>
      <cdr:x>0.5742</cdr:x>
      <cdr:y>0.89212</cdr:y>
    </cdr:from>
    <cdr:to>
      <cdr:x>0.60767</cdr:x>
      <cdr:y>0.98031</cdr:y>
    </cdr:to>
    <cdr:sp macro="" textlink="">
      <cdr:nvSpPr>
        <cdr:cNvPr id="12" name="TextBox 1">
          <a:extLst xmlns:a="http://schemas.openxmlformats.org/drawingml/2006/main">
            <a:ext uri="{FF2B5EF4-FFF2-40B4-BE49-F238E27FC236}">
              <a16:creationId xmlns:a16="http://schemas.microsoft.com/office/drawing/2014/main" id="{8E22AC53-5691-430A-8CB9-74E4F84235E8}"/>
            </a:ext>
          </a:extLst>
        </cdr:cNvPr>
        <cdr:cNvSpPr txBox="1"/>
      </cdr:nvSpPr>
      <cdr:spPr>
        <a:xfrm xmlns:a="http://schemas.openxmlformats.org/drawingml/2006/main">
          <a:off x="2951765" y="2513626"/>
          <a:ext cx="172058" cy="248482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wrap="none" rtlCol="0"/>
        <a:lstStyle xmlns:a="http://schemas.openxmlformats.org/drawingml/2006/main">
          <a:lvl1pPr marL="0" indent="0">
            <a:defRPr sz="1100">
              <a:latin typeface="+mn-lt"/>
              <a:ea typeface="+mn-ea"/>
              <a:cs typeface="+mn-cs"/>
            </a:defRPr>
          </a:lvl1pPr>
          <a:lvl2pPr marL="457200" indent="0">
            <a:defRPr sz="1100">
              <a:latin typeface="+mn-lt"/>
              <a:ea typeface="+mn-ea"/>
              <a:cs typeface="+mn-cs"/>
            </a:defRPr>
          </a:lvl2pPr>
          <a:lvl3pPr marL="914400" indent="0">
            <a:defRPr sz="1100">
              <a:latin typeface="+mn-lt"/>
              <a:ea typeface="+mn-ea"/>
              <a:cs typeface="+mn-cs"/>
            </a:defRPr>
          </a:lvl3pPr>
          <a:lvl4pPr marL="1371600" indent="0">
            <a:defRPr sz="1100">
              <a:latin typeface="+mn-lt"/>
              <a:ea typeface="+mn-ea"/>
              <a:cs typeface="+mn-cs"/>
            </a:defRPr>
          </a:lvl4pPr>
          <a:lvl5pPr marL="1828800" indent="0">
            <a:defRPr sz="1100">
              <a:latin typeface="+mn-lt"/>
              <a:ea typeface="+mn-ea"/>
              <a:cs typeface="+mn-cs"/>
            </a:defRPr>
          </a:lvl5pPr>
          <a:lvl6pPr marL="2286000" indent="0">
            <a:defRPr sz="1100">
              <a:latin typeface="+mn-lt"/>
              <a:ea typeface="+mn-ea"/>
              <a:cs typeface="+mn-cs"/>
            </a:defRPr>
          </a:lvl6pPr>
          <a:lvl7pPr marL="2743200" indent="0">
            <a:defRPr sz="1100">
              <a:latin typeface="+mn-lt"/>
              <a:ea typeface="+mn-ea"/>
              <a:cs typeface="+mn-cs"/>
            </a:defRPr>
          </a:lvl7pPr>
          <a:lvl8pPr marL="3200400" indent="0">
            <a:defRPr sz="1100">
              <a:latin typeface="+mn-lt"/>
              <a:ea typeface="+mn-ea"/>
              <a:cs typeface="+mn-cs"/>
            </a:defRPr>
          </a:lvl8pPr>
          <a:lvl9pPr marL="3657600" indent="0">
            <a:defRPr sz="1100"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r>
            <a:rPr lang="en-US" sz="900" b="0" dirty="0">
              <a:solidFill>
                <a:schemeClr val="accent1"/>
              </a:solidFill>
            </a:rPr>
            <a:t>Hand Over</a:t>
          </a:r>
        </a:p>
      </cdr:txBody>
    </cdr:sp>
  </cdr:relSizeAnchor>
  <cdr:relSizeAnchor xmlns:cdr="http://schemas.openxmlformats.org/drawingml/2006/chartDrawing">
    <cdr:from>
      <cdr:x>0.17345</cdr:x>
      <cdr:y>0.22125</cdr:y>
    </cdr:from>
    <cdr:to>
      <cdr:x>0.2485</cdr:x>
      <cdr:y>0.37819</cdr:y>
    </cdr:to>
    <cdr:sp macro="" textlink="">
      <cdr:nvSpPr>
        <cdr:cNvPr id="2" name="TextBox 1">
          <a:extLst xmlns:a="http://schemas.openxmlformats.org/drawingml/2006/main">
            <a:ext uri="{FF2B5EF4-FFF2-40B4-BE49-F238E27FC236}">
              <a16:creationId xmlns:a16="http://schemas.microsoft.com/office/drawing/2014/main" id="{D7803B67-5C28-4123-A416-8849A0F7098E}"/>
            </a:ext>
          </a:extLst>
        </cdr:cNvPr>
        <cdr:cNvSpPr txBox="1"/>
      </cdr:nvSpPr>
      <cdr:spPr>
        <a:xfrm xmlns:a="http://schemas.openxmlformats.org/drawingml/2006/main">
          <a:off x="920200" y="648769"/>
          <a:ext cx="398182" cy="460212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vertOverflow="clip" wrap="none" rtlCol="0"/>
        <a:lstStyle xmlns:a="http://schemas.openxmlformats.org/drawingml/2006/main"/>
        <a:p xmlns:a="http://schemas.openxmlformats.org/drawingml/2006/main">
          <a:r>
            <a:rPr lang="en-US" sz="1000" b="1">
              <a:solidFill>
                <a:schemeClr val="accent1"/>
              </a:solidFill>
            </a:rPr>
            <a:t>Start</a:t>
          </a:r>
        </a:p>
      </cdr:txBody>
    </cdr:sp>
  </cdr:relSizeAnchor>
</c:userShapes>
</file>

<file path=ppt/drawings/drawing4.xml><?xml version="1.0" encoding="utf-8"?>
<c:userShapes xmlns:c="http://schemas.openxmlformats.org/drawingml/2006/chart">
  <cdr:relSizeAnchor xmlns:cdr="http://schemas.openxmlformats.org/drawingml/2006/chartDrawing">
    <cdr:from>
      <cdr:x>1.964E-7</cdr:x>
      <cdr:y>0.18563</cdr:y>
    </cdr:from>
    <cdr:to>
      <cdr:x>0.06344</cdr:x>
      <cdr:y>0.27425</cdr:y>
    </cdr:to>
    <cdr:sp macro="" textlink="">
      <cdr:nvSpPr>
        <cdr:cNvPr id="3" name="TextBox 2">
          <a:extLst xmlns:a="http://schemas.openxmlformats.org/drawingml/2006/main">
            <a:ext uri="{FF2B5EF4-FFF2-40B4-BE49-F238E27FC236}">
              <a16:creationId xmlns:a16="http://schemas.microsoft.com/office/drawing/2014/main" id="{DD50B497-BA80-4A4B-AC45-0FEFE192C21A}"/>
            </a:ext>
          </a:extLst>
        </cdr:cNvPr>
        <cdr:cNvSpPr txBox="1"/>
      </cdr:nvSpPr>
      <cdr:spPr>
        <a:xfrm xmlns:a="http://schemas.openxmlformats.org/drawingml/2006/main">
          <a:off x="1" y="541069"/>
          <a:ext cx="322998" cy="258300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vertOverflow="clip" wrap="none" rtlCol="0"/>
        <a:lstStyle xmlns:a="http://schemas.openxmlformats.org/drawingml/2006/main"/>
        <a:p xmlns:a="http://schemas.openxmlformats.org/drawingml/2006/main">
          <a:r>
            <a:rPr lang="en-US" sz="1100" b="1" i="0" dirty="0">
              <a:solidFill>
                <a:schemeClr val="bg2"/>
              </a:solidFill>
            </a:rPr>
            <a:t>Good</a:t>
          </a:r>
        </a:p>
      </cdr:txBody>
    </cdr:sp>
  </cdr:relSizeAnchor>
  <cdr:relSizeAnchor xmlns:cdr="http://schemas.openxmlformats.org/drawingml/2006/chartDrawing">
    <cdr:from>
      <cdr:x>0.0196</cdr:x>
      <cdr:y>0.83389</cdr:y>
    </cdr:from>
    <cdr:to>
      <cdr:x>0.08586</cdr:x>
      <cdr:y>0.91961</cdr:y>
    </cdr:to>
    <cdr:sp macro="" textlink="">
      <cdr:nvSpPr>
        <cdr:cNvPr id="8" name="TextBox 7">
          <a:extLst xmlns:a="http://schemas.openxmlformats.org/drawingml/2006/main">
            <a:ext uri="{FF2B5EF4-FFF2-40B4-BE49-F238E27FC236}">
              <a16:creationId xmlns:a16="http://schemas.microsoft.com/office/drawing/2014/main" id="{1D9D7C4F-9586-49F9-A6A7-BFF16E9DEC42}"/>
            </a:ext>
          </a:extLst>
        </cdr:cNvPr>
        <cdr:cNvSpPr txBox="1"/>
      </cdr:nvSpPr>
      <cdr:spPr>
        <a:xfrm xmlns:a="http://schemas.openxmlformats.org/drawingml/2006/main">
          <a:off x="95643" y="2894694"/>
          <a:ext cx="323277" cy="297562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vertOverflow="clip" wrap="none" rtlCol="0"/>
        <a:lstStyle xmlns:a="http://schemas.openxmlformats.org/drawingml/2006/main"/>
        <a:p xmlns:a="http://schemas.openxmlformats.org/drawingml/2006/main">
          <a:pPr algn="l"/>
          <a:r>
            <a:rPr lang="en-US" sz="1100" b="1" u="none">
              <a:solidFill>
                <a:schemeClr val="bg2"/>
              </a:solidFill>
            </a:rPr>
            <a:t>Bad</a:t>
          </a:r>
        </a:p>
      </cdr:txBody>
    </cdr:sp>
  </cdr:relSizeAnchor>
  <cdr:relSizeAnchor xmlns:cdr="http://schemas.openxmlformats.org/drawingml/2006/chartDrawing">
    <cdr:from>
      <cdr:x>0.01531</cdr:x>
      <cdr:y>0.49172</cdr:y>
    </cdr:from>
    <cdr:to>
      <cdr:x>0.10263</cdr:x>
      <cdr:y>0.54992</cdr:y>
    </cdr:to>
    <cdr:sp macro="" textlink="">
      <cdr:nvSpPr>
        <cdr:cNvPr id="9" name="TextBox 8">
          <a:extLst xmlns:a="http://schemas.openxmlformats.org/drawingml/2006/main">
            <a:ext uri="{FF2B5EF4-FFF2-40B4-BE49-F238E27FC236}">
              <a16:creationId xmlns:a16="http://schemas.microsoft.com/office/drawing/2014/main" id="{3172C4AF-B5BB-4005-8546-485B48595F6A}"/>
            </a:ext>
          </a:extLst>
        </cdr:cNvPr>
        <cdr:cNvSpPr txBox="1"/>
      </cdr:nvSpPr>
      <cdr:spPr>
        <a:xfrm xmlns:a="http://schemas.openxmlformats.org/drawingml/2006/main">
          <a:off x="80283" y="1613255"/>
          <a:ext cx="457909" cy="190945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vertOverflow="clip" wrap="none" rtlCol="0"/>
        <a:lstStyle xmlns:a="http://schemas.openxmlformats.org/drawingml/2006/main"/>
        <a:p xmlns:a="http://schemas.openxmlformats.org/drawingml/2006/main">
          <a:r>
            <a:rPr lang="en-US" sz="1100" b="1">
              <a:solidFill>
                <a:schemeClr val="bg2"/>
              </a:solidFill>
            </a:rPr>
            <a:t>Fair</a:t>
          </a:r>
        </a:p>
      </cdr:txBody>
    </cdr:sp>
  </cdr:relSizeAnchor>
  <cdr:relSizeAnchor xmlns:cdr="http://schemas.openxmlformats.org/drawingml/2006/chartDrawing">
    <cdr:from>
      <cdr:x>0.61105</cdr:x>
      <cdr:y>0.5242</cdr:y>
    </cdr:from>
    <cdr:to>
      <cdr:x>0.6428</cdr:x>
      <cdr:y>0.58387</cdr:y>
    </cdr:to>
    <cdr:sp macro="" textlink="">
      <cdr:nvSpPr>
        <cdr:cNvPr id="4" name="Star: 4 Points 3">
          <a:extLst xmlns:a="http://schemas.openxmlformats.org/drawingml/2006/main">
            <a:ext uri="{FF2B5EF4-FFF2-40B4-BE49-F238E27FC236}">
              <a16:creationId xmlns:a16="http://schemas.microsoft.com/office/drawing/2014/main" id="{61BFA523-51F2-460A-9E22-615CAB69AAD6}"/>
            </a:ext>
          </a:extLst>
        </cdr:cNvPr>
        <cdr:cNvSpPr/>
      </cdr:nvSpPr>
      <cdr:spPr>
        <a:xfrm xmlns:a="http://schemas.openxmlformats.org/drawingml/2006/main">
          <a:off x="3204395" y="1719803"/>
          <a:ext cx="166499" cy="195767"/>
        </a:xfrm>
        <a:prstGeom xmlns:a="http://schemas.openxmlformats.org/drawingml/2006/main" prst="star4">
          <a:avLst/>
        </a:prstGeom>
      </cdr:spPr>
      <cdr:style>
        <a:lnRef xmlns:a="http://schemas.openxmlformats.org/drawingml/2006/main" idx="2">
          <a:schemeClr val="accent1">
            <a:shade val="50000"/>
          </a:schemeClr>
        </a:lnRef>
        <a:fillRef xmlns:a="http://schemas.openxmlformats.org/drawingml/2006/main" idx="1">
          <a:schemeClr val="accent1"/>
        </a:fillRef>
        <a:effectRef xmlns:a="http://schemas.openxmlformats.org/drawingml/2006/main" idx="0">
          <a:schemeClr val="accent1"/>
        </a:effectRef>
        <a:fontRef xmlns:a="http://schemas.openxmlformats.org/drawingml/2006/main" idx="minor">
          <a:schemeClr val="lt1"/>
        </a:fontRef>
      </cdr:style>
      <cdr:txBody>
        <a:bodyPr xmlns:a="http://schemas.openxmlformats.org/drawingml/2006/main" vertOverflow="clip"/>
        <a:lstStyle xmlns:a="http://schemas.openxmlformats.org/drawingml/2006/main"/>
        <a:p xmlns:a="http://schemas.openxmlformats.org/drawingml/2006/main">
          <a:endParaRPr lang="en-US"/>
        </a:p>
      </cdr:txBody>
    </cdr:sp>
  </cdr:relSizeAnchor>
  <cdr:relSizeAnchor xmlns:cdr="http://schemas.openxmlformats.org/drawingml/2006/chartDrawing">
    <cdr:from>
      <cdr:x>0.58653</cdr:x>
      <cdr:y>0.92839</cdr:y>
    </cdr:from>
    <cdr:to>
      <cdr:x>0.60578</cdr:x>
      <cdr:y>0.95903</cdr:y>
    </cdr:to>
    <cdr:sp macro="" textlink="">
      <cdr:nvSpPr>
        <cdr:cNvPr id="7" name="Star: 4 Points 6">
          <a:extLst xmlns:a="http://schemas.openxmlformats.org/drawingml/2006/main">
            <a:ext uri="{FF2B5EF4-FFF2-40B4-BE49-F238E27FC236}">
              <a16:creationId xmlns:a16="http://schemas.microsoft.com/office/drawing/2014/main" id="{09EA0BB1-2FEF-4BC2-8D95-3F5ED314E7B4}"/>
            </a:ext>
          </a:extLst>
        </cdr:cNvPr>
        <cdr:cNvSpPr/>
      </cdr:nvSpPr>
      <cdr:spPr>
        <a:xfrm xmlns:a="http://schemas.openxmlformats.org/drawingml/2006/main">
          <a:off x="2986403" y="2706047"/>
          <a:ext cx="98014" cy="89309"/>
        </a:xfrm>
        <a:prstGeom xmlns:a="http://schemas.openxmlformats.org/drawingml/2006/main" prst="star4">
          <a:avLst/>
        </a:prstGeom>
      </cdr:spPr>
      <cdr:style>
        <a:lnRef xmlns:a="http://schemas.openxmlformats.org/drawingml/2006/main" idx="2">
          <a:schemeClr val="accent1">
            <a:shade val="50000"/>
          </a:schemeClr>
        </a:lnRef>
        <a:fillRef xmlns:a="http://schemas.openxmlformats.org/drawingml/2006/main" idx="1">
          <a:schemeClr val="accent1"/>
        </a:fillRef>
        <a:effectRef xmlns:a="http://schemas.openxmlformats.org/drawingml/2006/main" idx="0">
          <a:schemeClr val="accent1"/>
        </a:effectRef>
        <a:fontRef xmlns:a="http://schemas.openxmlformats.org/drawingml/2006/main" idx="minor">
          <a:schemeClr val="lt1"/>
        </a:fontRef>
      </cdr:style>
      <cdr:txBody>
        <a:bodyPr xmlns:a="http://schemas.openxmlformats.org/drawingml/2006/main"/>
        <a:lstStyle xmlns:a="http://schemas.openxmlformats.org/drawingml/2006/main">
          <a:lvl1pPr marL="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1pPr>
          <a:lvl2pPr marL="4572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2pPr>
          <a:lvl3pPr marL="9144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3pPr>
          <a:lvl4pPr marL="13716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4pPr>
          <a:lvl5pPr marL="18288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5pPr>
          <a:lvl6pPr marL="22860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6pPr>
          <a:lvl7pPr marL="27432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7pPr>
          <a:lvl8pPr marL="32004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8pPr>
          <a:lvl9pPr marL="36576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endParaRPr lang="en-US"/>
        </a:p>
      </cdr:txBody>
    </cdr:sp>
  </cdr:relSizeAnchor>
  <cdr:relSizeAnchor xmlns:cdr="http://schemas.openxmlformats.org/drawingml/2006/chartDrawing">
    <cdr:from>
      <cdr:x>0.60268</cdr:x>
      <cdr:y>0.90258</cdr:y>
    </cdr:from>
    <cdr:to>
      <cdr:x>0.63409</cdr:x>
      <cdr:y>0.97456</cdr:y>
    </cdr:to>
    <cdr:sp macro="" textlink="">
      <cdr:nvSpPr>
        <cdr:cNvPr id="12" name="TextBox 1">
          <a:extLst xmlns:a="http://schemas.openxmlformats.org/drawingml/2006/main">
            <a:ext uri="{FF2B5EF4-FFF2-40B4-BE49-F238E27FC236}">
              <a16:creationId xmlns:a16="http://schemas.microsoft.com/office/drawing/2014/main" id="{B638992B-55AA-486A-A154-379902364C49}"/>
            </a:ext>
          </a:extLst>
        </cdr:cNvPr>
        <cdr:cNvSpPr txBox="1"/>
      </cdr:nvSpPr>
      <cdr:spPr>
        <a:xfrm xmlns:a="http://schemas.openxmlformats.org/drawingml/2006/main">
          <a:off x="3068633" y="2630817"/>
          <a:ext cx="159928" cy="209805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wrap="none" rtlCol="0"/>
        <a:lstStyle xmlns:a="http://schemas.openxmlformats.org/drawingml/2006/main">
          <a:lvl1pPr marL="0" indent="0">
            <a:defRPr sz="1100">
              <a:latin typeface="+mn-lt"/>
              <a:ea typeface="+mn-ea"/>
              <a:cs typeface="+mn-cs"/>
            </a:defRPr>
          </a:lvl1pPr>
          <a:lvl2pPr marL="457200" indent="0">
            <a:defRPr sz="1100">
              <a:latin typeface="+mn-lt"/>
              <a:ea typeface="+mn-ea"/>
              <a:cs typeface="+mn-cs"/>
            </a:defRPr>
          </a:lvl2pPr>
          <a:lvl3pPr marL="914400" indent="0">
            <a:defRPr sz="1100">
              <a:latin typeface="+mn-lt"/>
              <a:ea typeface="+mn-ea"/>
              <a:cs typeface="+mn-cs"/>
            </a:defRPr>
          </a:lvl3pPr>
          <a:lvl4pPr marL="1371600" indent="0">
            <a:defRPr sz="1100">
              <a:latin typeface="+mn-lt"/>
              <a:ea typeface="+mn-ea"/>
              <a:cs typeface="+mn-cs"/>
            </a:defRPr>
          </a:lvl4pPr>
          <a:lvl5pPr marL="1828800" indent="0">
            <a:defRPr sz="1100">
              <a:latin typeface="+mn-lt"/>
              <a:ea typeface="+mn-ea"/>
              <a:cs typeface="+mn-cs"/>
            </a:defRPr>
          </a:lvl5pPr>
          <a:lvl6pPr marL="2286000" indent="0">
            <a:defRPr sz="1100">
              <a:latin typeface="+mn-lt"/>
              <a:ea typeface="+mn-ea"/>
              <a:cs typeface="+mn-cs"/>
            </a:defRPr>
          </a:lvl6pPr>
          <a:lvl7pPr marL="2743200" indent="0">
            <a:defRPr sz="1100">
              <a:latin typeface="+mn-lt"/>
              <a:ea typeface="+mn-ea"/>
              <a:cs typeface="+mn-cs"/>
            </a:defRPr>
          </a:lvl7pPr>
          <a:lvl8pPr marL="3200400" indent="0">
            <a:defRPr sz="1100">
              <a:latin typeface="+mn-lt"/>
              <a:ea typeface="+mn-ea"/>
              <a:cs typeface="+mn-cs"/>
            </a:defRPr>
          </a:lvl8pPr>
          <a:lvl9pPr marL="3657600" indent="0">
            <a:defRPr sz="1100"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r>
            <a:rPr lang="en-US" sz="1000" b="0" dirty="0">
              <a:solidFill>
                <a:schemeClr val="accent1"/>
              </a:solidFill>
            </a:rPr>
            <a:t>Hand</a:t>
          </a:r>
          <a:r>
            <a:rPr lang="en-US" sz="1050" b="0" dirty="0">
              <a:solidFill>
                <a:schemeClr val="accent1"/>
              </a:solidFill>
            </a:rPr>
            <a:t> </a:t>
          </a:r>
          <a:r>
            <a:rPr lang="en-US" sz="1000" b="0" dirty="0">
              <a:solidFill>
                <a:schemeClr val="accent1"/>
              </a:solidFill>
            </a:rPr>
            <a:t>Over</a:t>
          </a:r>
          <a:endParaRPr lang="en-US" sz="1050" b="0" dirty="0">
            <a:solidFill>
              <a:schemeClr val="accent1"/>
            </a:solidFill>
          </a:endParaRPr>
        </a:p>
      </cdr:txBody>
    </cdr:sp>
  </cdr:relSizeAnchor>
</c:userShapes>
</file>

<file path=ppt/drawings/drawing5.xml><?xml version="1.0" encoding="utf-8"?>
<c:userShapes xmlns:c="http://schemas.openxmlformats.org/drawingml/2006/chart">
  <cdr:relSizeAnchor xmlns:cdr="http://schemas.openxmlformats.org/drawingml/2006/chartDrawing">
    <cdr:from>
      <cdr:x>0</cdr:x>
      <cdr:y>0.11044</cdr:y>
    </cdr:from>
    <cdr:to>
      <cdr:x>0.06962</cdr:x>
      <cdr:y>0.19751</cdr:y>
    </cdr:to>
    <cdr:sp macro="" textlink="">
      <cdr:nvSpPr>
        <cdr:cNvPr id="3" name="TextBox 2">
          <a:extLst xmlns:a="http://schemas.openxmlformats.org/drawingml/2006/main">
            <a:ext uri="{FF2B5EF4-FFF2-40B4-BE49-F238E27FC236}">
              <a16:creationId xmlns:a16="http://schemas.microsoft.com/office/drawing/2014/main" id="{DD50B497-BA80-4A4B-AC45-0FEFE192C21A}"/>
            </a:ext>
          </a:extLst>
        </cdr:cNvPr>
        <cdr:cNvSpPr txBox="1"/>
      </cdr:nvSpPr>
      <cdr:spPr>
        <a:xfrm xmlns:a="http://schemas.openxmlformats.org/drawingml/2006/main">
          <a:off x="0" y="307436"/>
          <a:ext cx="306891" cy="242377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vertOverflow="clip" wrap="none" rtlCol="0"/>
        <a:lstStyle xmlns:a="http://schemas.openxmlformats.org/drawingml/2006/main"/>
        <a:p xmlns:a="http://schemas.openxmlformats.org/drawingml/2006/main">
          <a:r>
            <a:rPr lang="en-US" sz="1100" b="1" i="0" dirty="0">
              <a:solidFill>
                <a:schemeClr val="bg2"/>
              </a:solidFill>
            </a:rPr>
            <a:t>Good</a:t>
          </a:r>
        </a:p>
      </cdr:txBody>
    </cdr:sp>
  </cdr:relSizeAnchor>
  <cdr:relSizeAnchor xmlns:cdr="http://schemas.openxmlformats.org/drawingml/2006/chartDrawing">
    <cdr:from>
      <cdr:x>0.01032</cdr:x>
      <cdr:y>0.48349</cdr:y>
    </cdr:from>
    <cdr:to>
      <cdr:x>0.12304</cdr:x>
      <cdr:y>0.55548</cdr:y>
    </cdr:to>
    <cdr:sp macro="" textlink="">
      <cdr:nvSpPr>
        <cdr:cNvPr id="9" name="TextBox 8">
          <a:extLst xmlns:a="http://schemas.openxmlformats.org/drawingml/2006/main">
            <a:ext uri="{FF2B5EF4-FFF2-40B4-BE49-F238E27FC236}">
              <a16:creationId xmlns:a16="http://schemas.microsoft.com/office/drawing/2014/main" id="{3172C4AF-B5BB-4005-8546-485B48595F6A}"/>
            </a:ext>
          </a:extLst>
        </cdr:cNvPr>
        <cdr:cNvSpPr txBox="1"/>
      </cdr:nvSpPr>
      <cdr:spPr>
        <a:xfrm xmlns:a="http://schemas.openxmlformats.org/drawingml/2006/main">
          <a:off x="45493" y="1345864"/>
          <a:ext cx="496895" cy="200407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vertOverflow="clip" wrap="none" rtlCol="0"/>
        <a:lstStyle xmlns:a="http://schemas.openxmlformats.org/drawingml/2006/main"/>
        <a:p xmlns:a="http://schemas.openxmlformats.org/drawingml/2006/main">
          <a:r>
            <a:rPr lang="en-US" sz="1100" b="1" dirty="0">
              <a:solidFill>
                <a:schemeClr val="bg2"/>
              </a:solidFill>
            </a:rPr>
            <a:t>Fair</a:t>
          </a:r>
        </a:p>
      </cdr:txBody>
    </cdr:sp>
  </cdr:relSizeAnchor>
  <cdr:relSizeAnchor xmlns:cdr="http://schemas.openxmlformats.org/drawingml/2006/chartDrawing">
    <cdr:from>
      <cdr:x>0.01074</cdr:x>
      <cdr:y>0.81842</cdr:y>
    </cdr:from>
    <cdr:to>
      <cdr:x>0.077</cdr:x>
      <cdr:y>0.90414</cdr:y>
    </cdr:to>
    <cdr:sp macro="" textlink="">
      <cdr:nvSpPr>
        <cdr:cNvPr id="6" name="TextBox 7">
          <a:extLst xmlns:a="http://schemas.openxmlformats.org/drawingml/2006/main">
            <a:ext uri="{FF2B5EF4-FFF2-40B4-BE49-F238E27FC236}">
              <a16:creationId xmlns:a16="http://schemas.microsoft.com/office/drawing/2014/main" id="{1D9D7C4F-9586-49F9-A6A7-BFF16E9DEC42}"/>
            </a:ext>
          </a:extLst>
        </cdr:cNvPr>
        <cdr:cNvSpPr txBox="1"/>
      </cdr:nvSpPr>
      <cdr:spPr>
        <a:xfrm xmlns:a="http://schemas.openxmlformats.org/drawingml/2006/main">
          <a:off x="47328" y="2278216"/>
          <a:ext cx="292089" cy="238616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vertOverflow="clip" wrap="none" rtlCol="0"/>
        <a:lstStyle xmlns:a="http://schemas.openxmlformats.org/drawingml/2006/main"/>
        <a:p xmlns:a="http://schemas.openxmlformats.org/drawingml/2006/main">
          <a:pPr algn="l"/>
          <a:r>
            <a:rPr lang="en-US" sz="1100" b="1" u="none" dirty="0">
              <a:solidFill>
                <a:schemeClr val="bg2"/>
              </a:solidFill>
            </a:rPr>
            <a:t>Bad</a:t>
          </a:r>
        </a:p>
      </cdr:txBody>
    </cdr:sp>
  </cdr:relSizeAnchor>
  <cdr:relSizeAnchor xmlns:cdr="http://schemas.openxmlformats.org/drawingml/2006/chartDrawing">
    <cdr:from>
      <cdr:x>0.51095</cdr:x>
      <cdr:y>0.52721</cdr:y>
    </cdr:from>
    <cdr:to>
      <cdr:x>0.54277</cdr:x>
      <cdr:y>0.58787</cdr:y>
    </cdr:to>
    <cdr:sp macro="" textlink="">
      <cdr:nvSpPr>
        <cdr:cNvPr id="10" name="Star: 4 Points 9">
          <a:extLst xmlns:a="http://schemas.openxmlformats.org/drawingml/2006/main">
            <a:ext uri="{FF2B5EF4-FFF2-40B4-BE49-F238E27FC236}">
              <a16:creationId xmlns:a16="http://schemas.microsoft.com/office/drawing/2014/main" id="{8D18CE67-815E-4FB4-BF83-BDF4BDD0E5D1}"/>
            </a:ext>
          </a:extLst>
        </cdr:cNvPr>
        <cdr:cNvSpPr/>
      </cdr:nvSpPr>
      <cdr:spPr>
        <a:xfrm xmlns:a="http://schemas.openxmlformats.org/drawingml/2006/main">
          <a:off x="2617258" y="1701800"/>
          <a:ext cx="162984" cy="195792"/>
        </a:xfrm>
        <a:prstGeom xmlns:a="http://schemas.openxmlformats.org/drawingml/2006/main" prst="star4">
          <a:avLst/>
        </a:prstGeom>
      </cdr:spPr>
      <cdr:style>
        <a:lnRef xmlns:a="http://schemas.openxmlformats.org/drawingml/2006/main" idx="2">
          <a:schemeClr val="accent1">
            <a:shade val="50000"/>
          </a:schemeClr>
        </a:lnRef>
        <a:fillRef xmlns:a="http://schemas.openxmlformats.org/drawingml/2006/main" idx="1">
          <a:schemeClr val="accent1"/>
        </a:fillRef>
        <a:effectRef xmlns:a="http://schemas.openxmlformats.org/drawingml/2006/main" idx="0">
          <a:schemeClr val="accent1"/>
        </a:effectRef>
        <a:fontRef xmlns:a="http://schemas.openxmlformats.org/drawingml/2006/main" idx="minor">
          <a:schemeClr val="lt1"/>
        </a:fontRef>
      </cdr:style>
      <cdr:txBody>
        <a:bodyPr xmlns:a="http://schemas.openxmlformats.org/drawingml/2006/main"/>
        <a:lstStyle xmlns:a="http://schemas.openxmlformats.org/drawingml/2006/main">
          <a:lvl1pPr marL="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1pPr>
          <a:lvl2pPr marL="4572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2pPr>
          <a:lvl3pPr marL="9144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3pPr>
          <a:lvl4pPr marL="13716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4pPr>
          <a:lvl5pPr marL="18288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5pPr>
          <a:lvl6pPr marL="22860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6pPr>
          <a:lvl7pPr marL="27432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7pPr>
          <a:lvl8pPr marL="32004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8pPr>
          <a:lvl9pPr marL="36576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endParaRPr lang="en-US"/>
        </a:p>
      </cdr:txBody>
    </cdr:sp>
  </cdr:relSizeAnchor>
  <cdr:relSizeAnchor xmlns:cdr="http://schemas.openxmlformats.org/drawingml/2006/chartDrawing">
    <cdr:from>
      <cdr:x>0.65763</cdr:x>
      <cdr:y>0.91344</cdr:y>
    </cdr:from>
    <cdr:to>
      <cdr:x>0.67733</cdr:x>
      <cdr:y>0.94459</cdr:y>
    </cdr:to>
    <cdr:sp macro="" textlink="">
      <cdr:nvSpPr>
        <cdr:cNvPr id="11" name="Star: 4 Points 10">
          <a:extLst xmlns:a="http://schemas.openxmlformats.org/drawingml/2006/main">
            <a:ext uri="{FF2B5EF4-FFF2-40B4-BE49-F238E27FC236}">
              <a16:creationId xmlns:a16="http://schemas.microsoft.com/office/drawing/2014/main" id="{09EA0BB1-2FEF-4BC2-8D95-3F5ED314E7B4}"/>
            </a:ext>
          </a:extLst>
        </cdr:cNvPr>
        <cdr:cNvSpPr/>
      </cdr:nvSpPr>
      <cdr:spPr>
        <a:xfrm xmlns:a="http://schemas.openxmlformats.org/drawingml/2006/main">
          <a:off x="2898999" y="2542713"/>
          <a:ext cx="86843" cy="86711"/>
        </a:xfrm>
        <a:prstGeom xmlns:a="http://schemas.openxmlformats.org/drawingml/2006/main" prst="star4">
          <a:avLst/>
        </a:prstGeom>
      </cdr:spPr>
      <cdr:style>
        <a:lnRef xmlns:a="http://schemas.openxmlformats.org/drawingml/2006/main" idx="2">
          <a:schemeClr val="accent1">
            <a:shade val="50000"/>
          </a:schemeClr>
        </a:lnRef>
        <a:fillRef xmlns:a="http://schemas.openxmlformats.org/drawingml/2006/main" idx="1">
          <a:schemeClr val="accent1"/>
        </a:fillRef>
        <a:effectRef xmlns:a="http://schemas.openxmlformats.org/drawingml/2006/main" idx="0">
          <a:schemeClr val="accent1"/>
        </a:effectRef>
        <a:fontRef xmlns:a="http://schemas.openxmlformats.org/drawingml/2006/main" idx="minor">
          <a:schemeClr val="lt1"/>
        </a:fontRef>
      </cdr:style>
      <cdr:txBody>
        <a:bodyPr xmlns:a="http://schemas.openxmlformats.org/drawingml/2006/main"/>
        <a:lstStyle xmlns:a="http://schemas.openxmlformats.org/drawingml/2006/main">
          <a:lvl1pPr marL="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1pPr>
          <a:lvl2pPr marL="4572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2pPr>
          <a:lvl3pPr marL="9144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3pPr>
          <a:lvl4pPr marL="13716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4pPr>
          <a:lvl5pPr marL="18288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5pPr>
          <a:lvl6pPr marL="22860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6pPr>
          <a:lvl7pPr marL="27432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7pPr>
          <a:lvl8pPr marL="32004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8pPr>
          <a:lvl9pPr marL="36576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endParaRPr lang="en-US"/>
        </a:p>
      </cdr:txBody>
    </cdr:sp>
  </cdr:relSizeAnchor>
  <cdr:relSizeAnchor xmlns:cdr="http://schemas.openxmlformats.org/drawingml/2006/chartDrawing">
    <cdr:from>
      <cdr:x>0.67312</cdr:x>
      <cdr:y>0.88721</cdr:y>
    </cdr:from>
    <cdr:to>
      <cdr:x>0.70528</cdr:x>
      <cdr:y>0.96037</cdr:y>
    </cdr:to>
    <cdr:sp macro="" textlink="">
      <cdr:nvSpPr>
        <cdr:cNvPr id="12" name="TextBox 1">
          <a:extLst xmlns:a="http://schemas.openxmlformats.org/drawingml/2006/main">
            <a:ext uri="{FF2B5EF4-FFF2-40B4-BE49-F238E27FC236}">
              <a16:creationId xmlns:a16="http://schemas.microsoft.com/office/drawing/2014/main" id="{B638992B-55AA-486A-A154-379902364C49}"/>
            </a:ext>
          </a:extLst>
        </cdr:cNvPr>
        <cdr:cNvSpPr txBox="1"/>
      </cdr:nvSpPr>
      <cdr:spPr>
        <a:xfrm xmlns:a="http://schemas.openxmlformats.org/drawingml/2006/main">
          <a:off x="2967283" y="2469697"/>
          <a:ext cx="141768" cy="203653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wrap="none" rtlCol="0"/>
        <a:lstStyle xmlns:a="http://schemas.openxmlformats.org/drawingml/2006/main">
          <a:lvl1pPr marL="0" indent="0">
            <a:defRPr sz="1100">
              <a:latin typeface="+mn-lt"/>
              <a:ea typeface="+mn-ea"/>
              <a:cs typeface="+mn-cs"/>
            </a:defRPr>
          </a:lvl1pPr>
          <a:lvl2pPr marL="457200" indent="0">
            <a:defRPr sz="1100">
              <a:latin typeface="+mn-lt"/>
              <a:ea typeface="+mn-ea"/>
              <a:cs typeface="+mn-cs"/>
            </a:defRPr>
          </a:lvl2pPr>
          <a:lvl3pPr marL="914400" indent="0">
            <a:defRPr sz="1100">
              <a:latin typeface="+mn-lt"/>
              <a:ea typeface="+mn-ea"/>
              <a:cs typeface="+mn-cs"/>
            </a:defRPr>
          </a:lvl3pPr>
          <a:lvl4pPr marL="1371600" indent="0">
            <a:defRPr sz="1100">
              <a:latin typeface="+mn-lt"/>
              <a:ea typeface="+mn-ea"/>
              <a:cs typeface="+mn-cs"/>
            </a:defRPr>
          </a:lvl4pPr>
          <a:lvl5pPr marL="1828800" indent="0">
            <a:defRPr sz="1100">
              <a:latin typeface="+mn-lt"/>
              <a:ea typeface="+mn-ea"/>
              <a:cs typeface="+mn-cs"/>
            </a:defRPr>
          </a:lvl5pPr>
          <a:lvl6pPr marL="2286000" indent="0">
            <a:defRPr sz="1100">
              <a:latin typeface="+mn-lt"/>
              <a:ea typeface="+mn-ea"/>
              <a:cs typeface="+mn-cs"/>
            </a:defRPr>
          </a:lvl6pPr>
          <a:lvl7pPr marL="2743200" indent="0">
            <a:defRPr sz="1100">
              <a:latin typeface="+mn-lt"/>
              <a:ea typeface="+mn-ea"/>
              <a:cs typeface="+mn-cs"/>
            </a:defRPr>
          </a:lvl7pPr>
          <a:lvl8pPr marL="3200400" indent="0">
            <a:defRPr sz="1100">
              <a:latin typeface="+mn-lt"/>
              <a:ea typeface="+mn-ea"/>
              <a:cs typeface="+mn-cs"/>
            </a:defRPr>
          </a:lvl8pPr>
          <a:lvl9pPr marL="3657600" indent="0">
            <a:defRPr sz="1100"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r>
            <a:rPr lang="en-US" sz="1000" b="0">
              <a:solidFill>
                <a:schemeClr val="accent1"/>
              </a:solidFill>
            </a:rPr>
            <a:t>Hand</a:t>
          </a:r>
          <a:r>
            <a:rPr lang="en-US" sz="1050" b="0">
              <a:solidFill>
                <a:schemeClr val="accent1"/>
              </a:solidFill>
            </a:rPr>
            <a:t> </a:t>
          </a:r>
          <a:r>
            <a:rPr lang="en-US" sz="1000" b="0">
              <a:solidFill>
                <a:schemeClr val="accent1"/>
              </a:solidFill>
            </a:rPr>
            <a:t>Over</a:t>
          </a:r>
          <a:endParaRPr lang="en-US" sz="1050" b="0">
            <a:solidFill>
              <a:schemeClr val="accent1"/>
            </a:solidFill>
          </a:endParaRPr>
        </a:p>
      </cdr:txBody>
    </cdr:sp>
  </cdr:relSizeAnchor>
</c:userShapes>
</file>

<file path=ppt/drawings/drawing6.xml><?xml version="1.0" encoding="utf-8"?>
<c:userShapes xmlns:c="http://schemas.openxmlformats.org/drawingml/2006/chart">
  <cdr:relSizeAnchor xmlns:cdr="http://schemas.openxmlformats.org/drawingml/2006/chartDrawing">
    <cdr:from>
      <cdr:x>0.37811</cdr:x>
      <cdr:y>0.60353</cdr:y>
    </cdr:from>
    <cdr:to>
      <cdr:x>0.41158</cdr:x>
      <cdr:y>0.69172</cdr:y>
    </cdr:to>
    <cdr:sp macro="" textlink="">
      <cdr:nvSpPr>
        <cdr:cNvPr id="2" name="TextBox 1">
          <a:extLst xmlns:a="http://schemas.openxmlformats.org/drawingml/2006/main">
            <a:ext uri="{FF2B5EF4-FFF2-40B4-BE49-F238E27FC236}">
              <a16:creationId xmlns:a16="http://schemas.microsoft.com/office/drawing/2014/main" id="{9890C0B0-EDD1-4304-8E9F-E2B90E932E86}"/>
            </a:ext>
          </a:extLst>
        </cdr:cNvPr>
        <cdr:cNvSpPr txBox="1"/>
      </cdr:nvSpPr>
      <cdr:spPr>
        <a:xfrm xmlns:a="http://schemas.openxmlformats.org/drawingml/2006/main">
          <a:off x="1680540" y="1680028"/>
          <a:ext cx="148762" cy="245492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vertOverflow="clip" wrap="none" rtlCol="0"/>
        <a:lstStyle xmlns:a="http://schemas.openxmlformats.org/drawingml/2006/main"/>
        <a:p xmlns:a="http://schemas.openxmlformats.org/drawingml/2006/main">
          <a:endParaRPr lang="en-US" sz="1100" b="1"/>
        </a:p>
      </cdr:txBody>
    </cdr:sp>
  </cdr:relSizeAnchor>
  <cdr:relSizeAnchor xmlns:cdr="http://schemas.openxmlformats.org/drawingml/2006/chartDrawing">
    <cdr:from>
      <cdr:x>0</cdr:x>
      <cdr:y>0.12434</cdr:y>
    </cdr:from>
    <cdr:to>
      <cdr:x>0.07779</cdr:x>
      <cdr:y>0.21392</cdr:y>
    </cdr:to>
    <cdr:sp macro="" textlink="">
      <cdr:nvSpPr>
        <cdr:cNvPr id="3" name="TextBox 2">
          <a:extLst xmlns:a="http://schemas.openxmlformats.org/drawingml/2006/main">
            <a:ext uri="{FF2B5EF4-FFF2-40B4-BE49-F238E27FC236}">
              <a16:creationId xmlns:a16="http://schemas.microsoft.com/office/drawing/2014/main" id="{DD50B497-BA80-4A4B-AC45-0FEFE192C21A}"/>
            </a:ext>
          </a:extLst>
        </cdr:cNvPr>
        <cdr:cNvSpPr txBox="1"/>
      </cdr:nvSpPr>
      <cdr:spPr>
        <a:xfrm xmlns:a="http://schemas.openxmlformats.org/drawingml/2006/main">
          <a:off x="-6778386" y="346121"/>
          <a:ext cx="345746" cy="249358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vertOverflow="clip" wrap="none" rtlCol="0"/>
        <a:lstStyle xmlns:a="http://schemas.openxmlformats.org/drawingml/2006/main"/>
        <a:p xmlns:a="http://schemas.openxmlformats.org/drawingml/2006/main">
          <a:r>
            <a:rPr lang="en-US" sz="1100" b="1" i="0" dirty="0">
              <a:solidFill>
                <a:schemeClr val="bg2"/>
              </a:solidFill>
            </a:rPr>
            <a:t>Good</a:t>
          </a:r>
        </a:p>
      </cdr:txBody>
    </cdr:sp>
  </cdr:relSizeAnchor>
  <cdr:relSizeAnchor xmlns:cdr="http://schemas.openxmlformats.org/drawingml/2006/chartDrawing">
    <cdr:from>
      <cdr:x>0.01448</cdr:x>
      <cdr:y>0.83226</cdr:y>
    </cdr:from>
    <cdr:to>
      <cdr:x>0.08074</cdr:x>
      <cdr:y>0.91798</cdr:y>
    </cdr:to>
    <cdr:sp macro="" textlink="">
      <cdr:nvSpPr>
        <cdr:cNvPr id="8" name="TextBox 7">
          <a:extLst xmlns:a="http://schemas.openxmlformats.org/drawingml/2006/main">
            <a:ext uri="{FF2B5EF4-FFF2-40B4-BE49-F238E27FC236}">
              <a16:creationId xmlns:a16="http://schemas.microsoft.com/office/drawing/2014/main" id="{1D9D7C4F-9586-49F9-A6A7-BFF16E9DEC42}"/>
            </a:ext>
          </a:extLst>
        </cdr:cNvPr>
        <cdr:cNvSpPr txBox="1"/>
      </cdr:nvSpPr>
      <cdr:spPr>
        <a:xfrm xmlns:a="http://schemas.openxmlformats.org/drawingml/2006/main">
          <a:off x="64369" y="2316725"/>
          <a:ext cx="294500" cy="238616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vertOverflow="clip" wrap="none" rtlCol="0"/>
        <a:lstStyle xmlns:a="http://schemas.openxmlformats.org/drawingml/2006/main"/>
        <a:p xmlns:a="http://schemas.openxmlformats.org/drawingml/2006/main">
          <a:pPr algn="l"/>
          <a:r>
            <a:rPr lang="en-US" sz="1100" b="1" u="none" dirty="0">
              <a:solidFill>
                <a:schemeClr val="bg2"/>
              </a:solidFill>
            </a:rPr>
            <a:t>Bad</a:t>
          </a:r>
        </a:p>
      </cdr:txBody>
    </cdr:sp>
  </cdr:relSizeAnchor>
  <cdr:relSizeAnchor xmlns:cdr="http://schemas.openxmlformats.org/drawingml/2006/chartDrawing">
    <cdr:from>
      <cdr:x>0.01331</cdr:x>
      <cdr:y>0.47704</cdr:y>
    </cdr:from>
    <cdr:to>
      <cdr:x>0.11771</cdr:x>
      <cdr:y>0.56202</cdr:y>
    </cdr:to>
    <cdr:sp macro="" textlink="">
      <cdr:nvSpPr>
        <cdr:cNvPr id="9" name="TextBox 8">
          <a:extLst xmlns:a="http://schemas.openxmlformats.org/drawingml/2006/main">
            <a:ext uri="{FF2B5EF4-FFF2-40B4-BE49-F238E27FC236}">
              <a16:creationId xmlns:a16="http://schemas.microsoft.com/office/drawing/2014/main" id="{3172C4AF-B5BB-4005-8546-485B48595F6A}"/>
            </a:ext>
          </a:extLst>
        </cdr:cNvPr>
        <cdr:cNvSpPr txBox="1"/>
      </cdr:nvSpPr>
      <cdr:spPr>
        <a:xfrm xmlns:a="http://schemas.openxmlformats.org/drawingml/2006/main">
          <a:off x="59144" y="1327911"/>
          <a:ext cx="464024" cy="236560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vertOverflow="clip" wrap="none" rtlCol="0"/>
        <a:lstStyle xmlns:a="http://schemas.openxmlformats.org/drawingml/2006/main"/>
        <a:p xmlns:a="http://schemas.openxmlformats.org/drawingml/2006/main">
          <a:r>
            <a:rPr lang="en-US" sz="1100" b="1" dirty="0">
              <a:solidFill>
                <a:schemeClr val="bg2"/>
              </a:solidFill>
            </a:rPr>
            <a:t>Fair</a:t>
          </a:r>
        </a:p>
      </cdr:txBody>
    </cdr:sp>
  </cdr:relSizeAnchor>
  <cdr:relSizeAnchor xmlns:cdr="http://schemas.openxmlformats.org/drawingml/2006/chartDrawing">
    <cdr:from>
      <cdr:x>0.34742</cdr:x>
      <cdr:y>0.72097</cdr:y>
    </cdr:from>
    <cdr:to>
      <cdr:x>0.37918</cdr:x>
      <cdr:y>0.78065</cdr:y>
    </cdr:to>
    <cdr:sp macro="" textlink="">
      <cdr:nvSpPr>
        <cdr:cNvPr id="4" name="Star: 4 Points 3">
          <a:extLst xmlns:a="http://schemas.openxmlformats.org/drawingml/2006/main">
            <a:ext uri="{FF2B5EF4-FFF2-40B4-BE49-F238E27FC236}">
              <a16:creationId xmlns:a16="http://schemas.microsoft.com/office/drawing/2014/main" id="{61BFA523-51F2-460A-9E22-615CAB69AAD6}"/>
            </a:ext>
          </a:extLst>
        </cdr:cNvPr>
        <cdr:cNvSpPr/>
      </cdr:nvSpPr>
      <cdr:spPr>
        <a:xfrm xmlns:a="http://schemas.openxmlformats.org/drawingml/2006/main">
          <a:off x="1783290" y="2365374"/>
          <a:ext cx="162984" cy="195792"/>
        </a:xfrm>
        <a:prstGeom xmlns:a="http://schemas.openxmlformats.org/drawingml/2006/main" prst="star4">
          <a:avLst/>
        </a:prstGeom>
      </cdr:spPr>
      <cdr:style>
        <a:lnRef xmlns:a="http://schemas.openxmlformats.org/drawingml/2006/main" idx="2">
          <a:schemeClr val="accent1">
            <a:shade val="50000"/>
          </a:schemeClr>
        </a:lnRef>
        <a:fillRef xmlns:a="http://schemas.openxmlformats.org/drawingml/2006/main" idx="1">
          <a:schemeClr val="accent1"/>
        </a:fillRef>
        <a:effectRef xmlns:a="http://schemas.openxmlformats.org/drawingml/2006/main" idx="0">
          <a:schemeClr val="accent1"/>
        </a:effectRef>
        <a:fontRef xmlns:a="http://schemas.openxmlformats.org/drawingml/2006/main" idx="minor">
          <a:schemeClr val="lt1"/>
        </a:fontRef>
      </cdr:style>
      <cdr:txBody>
        <a:bodyPr xmlns:a="http://schemas.openxmlformats.org/drawingml/2006/main" vertOverflow="clip"/>
        <a:lstStyle xmlns:a="http://schemas.openxmlformats.org/drawingml/2006/main"/>
        <a:p xmlns:a="http://schemas.openxmlformats.org/drawingml/2006/main">
          <a:endParaRPr lang="en-US"/>
        </a:p>
      </cdr:txBody>
    </cdr:sp>
  </cdr:relSizeAnchor>
  <cdr:relSizeAnchor xmlns:cdr="http://schemas.openxmlformats.org/drawingml/2006/chartDrawing">
    <cdr:from>
      <cdr:x>0.65617</cdr:x>
      <cdr:y>0.91695</cdr:y>
    </cdr:from>
    <cdr:to>
      <cdr:x>0.67584</cdr:x>
      <cdr:y>0.94759</cdr:y>
    </cdr:to>
    <cdr:sp macro="" textlink="">
      <cdr:nvSpPr>
        <cdr:cNvPr id="13" name="Star: 4 Points 12">
          <a:extLst xmlns:a="http://schemas.openxmlformats.org/drawingml/2006/main">
            <a:ext uri="{FF2B5EF4-FFF2-40B4-BE49-F238E27FC236}">
              <a16:creationId xmlns:a16="http://schemas.microsoft.com/office/drawing/2014/main" id="{09EA0BB1-2FEF-4BC2-8D95-3F5ED314E7B4}"/>
            </a:ext>
          </a:extLst>
        </cdr:cNvPr>
        <cdr:cNvSpPr/>
      </cdr:nvSpPr>
      <cdr:spPr>
        <a:xfrm xmlns:a="http://schemas.openxmlformats.org/drawingml/2006/main">
          <a:off x="2916412" y="2552486"/>
          <a:ext cx="87426" cy="85292"/>
        </a:xfrm>
        <a:prstGeom xmlns:a="http://schemas.openxmlformats.org/drawingml/2006/main" prst="star4">
          <a:avLst/>
        </a:prstGeom>
      </cdr:spPr>
      <cdr:style>
        <a:lnRef xmlns:a="http://schemas.openxmlformats.org/drawingml/2006/main" idx="2">
          <a:schemeClr val="accent1">
            <a:shade val="50000"/>
          </a:schemeClr>
        </a:lnRef>
        <a:fillRef xmlns:a="http://schemas.openxmlformats.org/drawingml/2006/main" idx="1">
          <a:schemeClr val="accent1"/>
        </a:fillRef>
        <a:effectRef xmlns:a="http://schemas.openxmlformats.org/drawingml/2006/main" idx="0">
          <a:schemeClr val="accent1"/>
        </a:effectRef>
        <a:fontRef xmlns:a="http://schemas.openxmlformats.org/drawingml/2006/main" idx="minor">
          <a:schemeClr val="lt1"/>
        </a:fontRef>
      </cdr:style>
      <cdr:txBody>
        <a:bodyPr xmlns:a="http://schemas.openxmlformats.org/drawingml/2006/main"/>
        <a:lstStyle xmlns:a="http://schemas.openxmlformats.org/drawingml/2006/main">
          <a:lvl1pPr marL="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1pPr>
          <a:lvl2pPr marL="4572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2pPr>
          <a:lvl3pPr marL="9144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3pPr>
          <a:lvl4pPr marL="13716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4pPr>
          <a:lvl5pPr marL="18288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5pPr>
          <a:lvl6pPr marL="22860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6pPr>
          <a:lvl7pPr marL="27432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7pPr>
          <a:lvl8pPr marL="32004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8pPr>
          <a:lvl9pPr marL="36576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endParaRPr lang="en-US"/>
        </a:p>
      </cdr:txBody>
    </cdr:sp>
  </cdr:relSizeAnchor>
  <cdr:relSizeAnchor xmlns:cdr="http://schemas.openxmlformats.org/drawingml/2006/chartDrawing">
    <cdr:from>
      <cdr:x>0.67061</cdr:x>
      <cdr:y>0.89114</cdr:y>
    </cdr:from>
    <cdr:to>
      <cdr:x>0.7027</cdr:x>
      <cdr:y>0.96312</cdr:y>
    </cdr:to>
    <cdr:sp macro="" textlink="">
      <cdr:nvSpPr>
        <cdr:cNvPr id="14" name="TextBox 1">
          <a:extLst xmlns:a="http://schemas.openxmlformats.org/drawingml/2006/main">
            <a:ext uri="{FF2B5EF4-FFF2-40B4-BE49-F238E27FC236}">
              <a16:creationId xmlns:a16="http://schemas.microsoft.com/office/drawing/2014/main" id="{B638992B-55AA-486A-A154-379902364C49}"/>
            </a:ext>
          </a:extLst>
        </cdr:cNvPr>
        <cdr:cNvSpPr txBox="1"/>
      </cdr:nvSpPr>
      <cdr:spPr>
        <a:xfrm xmlns:a="http://schemas.openxmlformats.org/drawingml/2006/main">
          <a:off x="2980592" y="2480640"/>
          <a:ext cx="142628" cy="200368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wrap="none" rtlCol="0"/>
        <a:lstStyle xmlns:a="http://schemas.openxmlformats.org/drawingml/2006/main">
          <a:lvl1pPr marL="0" indent="0">
            <a:defRPr sz="1100">
              <a:latin typeface="+mn-lt"/>
              <a:ea typeface="+mn-ea"/>
              <a:cs typeface="+mn-cs"/>
            </a:defRPr>
          </a:lvl1pPr>
          <a:lvl2pPr marL="457200" indent="0">
            <a:defRPr sz="1100">
              <a:latin typeface="+mn-lt"/>
              <a:ea typeface="+mn-ea"/>
              <a:cs typeface="+mn-cs"/>
            </a:defRPr>
          </a:lvl2pPr>
          <a:lvl3pPr marL="914400" indent="0">
            <a:defRPr sz="1100">
              <a:latin typeface="+mn-lt"/>
              <a:ea typeface="+mn-ea"/>
              <a:cs typeface="+mn-cs"/>
            </a:defRPr>
          </a:lvl3pPr>
          <a:lvl4pPr marL="1371600" indent="0">
            <a:defRPr sz="1100">
              <a:latin typeface="+mn-lt"/>
              <a:ea typeface="+mn-ea"/>
              <a:cs typeface="+mn-cs"/>
            </a:defRPr>
          </a:lvl4pPr>
          <a:lvl5pPr marL="1828800" indent="0">
            <a:defRPr sz="1100">
              <a:latin typeface="+mn-lt"/>
              <a:ea typeface="+mn-ea"/>
              <a:cs typeface="+mn-cs"/>
            </a:defRPr>
          </a:lvl5pPr>
          <a:lvl6pPr marL="2286000" indent="0">
            <a:defRPr sz="1100">
              <a:latin typeface="+mn-lt"/>
              <a:ea typeface="+mn-ea"/>
              <a:cs typeface="+mn-cs"/>
            </a:defRPr>
          </a:lvl6pPr>
          <a:lvl7pPr marL="2743200" indent="0">
            <a:defRPr sz="1100">
              <a:latin typeface="+mn-lt"/>
              <a:ea typeface="+mn-ea"/>
              <a:cs typeface="+mn-cs"/>
            </a:defRPr>
          </a:lvl7pPr>
          <a:lvl8pPr marL="3200400" indent="0">
            <a:defRPr sz="1100">
              <a:latin typeface="+mn-lt"/>
              <a:ea typeface="+mn-ea"/>
              <a:cs typeface="+mn-cs"/>
            </a:defRPr>
          </a:lvl8pPr>
          <a:lvl9pPr marL="3657600" indent="0">
            <a:defRPr sz="1100"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r>
            <a:rPr lang="en-US" sz="1000" b="0" dirty="0">
              <a:solidFill>
                <a:schemeClr val="accent1"/>
              </a:solidFill>
            </a:rPr>
            <a:t>Hand</a:t>
          </a:r>
          <a:r>
            <a:rPr lang="en-US" sz="1050" b="0" dirty="0">
              <a:solidFill>
                <a:schemeClr val="accent1"/>
              </a:solidFill>
            </a:rPr>
            <a:t> </a:t>
          </a:r>
          <a:r>
            <a:rPr lang="en-US" sz="1000" b="0" dirty="0">
              <a:solidFill>
                <a:schemeClr val="accent1"/>
              </a:solidFill>
            </a:rPr>
            <a:t>Over</a:t>
          </a:r>
          <a:endParaRPr lang="en-US" sz="1050" b="0" dirty="0">
            <a:solidFill>
              <a:schemeClr val="accent1"/>
            </a:solidFill>
          </a:endParaRPr>
        </a:p>
      </cdr:txBody>
    </cdr:sp>
  </cdr:relSizeAnchor>
</c:userShape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2D22FB6-13E2-B84F-8B09-E0789BE35DB0}" type="slidenum">
              <a:rPr lang="en-US" smtClean="0"/>
              <a:t>‹#›</a:t>
            </a:fld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F08B80D-5A25-F14F-A19E-833A383AEEC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2486858-BEB2-AA4A-AEF7-6C259965A833}" type="datetimeFigureOut">
              <a:rPr lang="en-US" smtClean="0"/>
              <a:t>11/3/25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06581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E650B3E-2EAB-E847-9859-1E8EF3D97F17}" type="datetimeFigureOut">
              <a:rPr lang="en-US" smtClean="0"/>
              <a:t>11/3/25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B3F51BA-7433-1D4B-84CB-B35DE54FDF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4516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3F51BA-7433-1D4B-84CB-B35DE54FDFCD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92742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jpeg"/><Relationship Id="rId13" Type="http://schemas.openxmlformats.org/officeDocument/2006/relationships/image" Target="../media/image16.jpeg"/><Relationship Id="rId3" Type="http://schemas.openxmlformats.org/officeDocument/2006/relationships/image" Target="../media/image6.jpeg"/><Relationship Id="rId7" Type="http://schemas.openxmlformats.org/officeDocument/2006/relationships/image" Target="../media/image10.jpeg"/><Relationship Id="rId12" Type="http://schemas.openxmlformats.org/officeDocument/2006/relationships/image" Target="../media/image15.jpe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9.jpeg"/><Relationship Id="rId11" Type="http://schemas.openxmlformats.org/officeDocument/2006/relationships/image" Target="../media/image14.jpeg"/><Relationship Id="rId5" Type="http://schemas.openxmlformats.org/officeDocument/2006/relationships/image" Target="../media/image8.jpeg"/><Relationship Id="rId10" Type="http://schemas.openxmlformats.org/officeDocument/2006/relationships/image" Target="../media/image13.jpeg"/><Relationship Id="rId4" Type="http://schemas.openxmlformats.org/officeDocument/2006/relationships/image" Target="../media/image7.jpeg"/><Relationship Id="rId9" Type="http://schemas.openxmlformats.org/officeDocument/2006/relationships/image" Target="../media/image12.jpeg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emf"/><Relationship Id="rId2" Type="http://schemas.openxmlformats.org/officeDocument/2006/relationships/image" Target="../media/image17.jpe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3.png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emf"/><Relationship Id="rId2" Type="http://schemas.openxmlformats.org/officeDocument/2006/relationships/image" Target="../media/image20.jpeg"/><Relationship Id="rId1" Type="http://schemas.openxmlformats.org/officeDocument/2006/relationships/slideMaster" Target="../slideMasters/slideMaster3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Master" Target="../slideMasters/slideMaster3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jpeg"/><Relationship Id="rId13" Type="http://schemas.openxmlformats.org/officeDocument/2006/relationships/image" Target="../media/image16.jpeg"/><Relationship Id="rId3" Type="http://schemas.openxmlformats.org/officeDocument/2006/relationships/image" Target="../media/image23.jpeg"/><Relationship Id="rId7" Type="http://schemas.openxmlformats.org/officeDocument/2006/relationships/image" Target="../media/image10.jpeg"/><Relationship Id="rId12" Type="http://schemas.openxmlformats.org/officeDocument/2006/relationships/image" Target="../media/image15.jpe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3.xml"/><Relationship Id="rId6" Type="http://schemas.openxmlformats.org/officeDocument/2006/relationships/image" Target="../media/image9.jpeg"/><Relationship Id="rId11" Type="http://schemas.openxmlformats.org/officeDocument/2006/relationships/image" Target="../media/image14.jpeg"/><Relationship Id="rId5" Type="http://schemas.openxmlformats.org/officeDocument/2006/relationships/image" Target="../media/image8.jpeg"/><Relationship Id="rId10" Type="http://schemas.openxmlformats.org/officeDocument/2006/relationships/image" Target="../media/image13.jpeg"/><Relationship Id="rId4" Type="http://schemas.openxmlformats.org/officeDocument/2006/relationships/image" Target="../media/image7.jpeg"/><Relationship Id="rId9" Type="http://schemas.openxmlformats.org/officeDocument/2006/relationships/image" Target="../media/image12.jpeg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Master" Target="../slideMasters/slideMaster7.xml"/><Relationship Id="rId4" Type="http://schemas.openxmlformats.org/officeDocument/2006/relationships/image" Target="../media/image3.png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7.xml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6.png"/><Relationship Id="rId1" Type="http://schemas.openxmlformats.org/officeDocument/2006/relationships/slideMaster" Target="../slideMasters/slideMaster7.xml"/><Relationship Id="rId4" Type="http://schemas.openxmlformats.org/officeDocument/2006/relationships/image" Target="../media/image25.png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7.jpeg"/><Relationship Id="rId1" Type="http://schemas.openxmlformats.org/officeDocument/2006/relationships/slideMaster" Target="../slideMasters/slideMaster7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eg"/><Relationship Id="rId1" Type="http://schemas.openxmlformats.org/officeDocument/2006/relationships/slideMaster" Target="../slideMasters/slideMaster8.xml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emf"/><Relationship Id="rId1" Type="http://schemas.openxmlformats.org/officeDocument/2006/relationships/slideMaster" Target="../slideMasters/slideMaster8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Master" Target="../slideMasters/slideMaster8.xml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31.emf"/><Relationship Id="rId1" Type="http://schemas.openxmlformats.org/officeDocument/2006/relationships/slideMaster" Target="../slideMasters/slideMaster8.xml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32.emf"/><Relationship Id="rId1" Type="http://schemas.openxmlformats.org/officeDocument/2006/relationships/slideMaster" Target="../slideMasters/slideMaster8.xml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33.png"/><Relationship Id="rId1" Type="http://schemas.openxmlformats.org/officeDocument/2006/relationships/slideMaster" Target="../slideMasters/slideMaster8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jpeg"/><Relationship Id="rId1" Type="http://schemas.openxmlformats.org/officeDocument/2006/relationships/slideMaster" Target="../slideMasters/slideMaster9.xml"/><Relationship Id="rId4" Type="http://schemas.openxmlformats.org/officeDocument/2006/relationships/image" Target="../media/image37.png"/></Relationships>
</file>

<file path=ppt/slideLayouts/_rels/slideLayout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Master" Target="../slideMasters/slideMaster9.xml"/><Relationship Id="rId5" Type="http://schemas.openxmlformats.org/officeDocument/2006/relationships/image" Target="../media/image40.png"/><Relationship Id="rId4" Type="http://schemas.openxmlformats.org/officeDocument/2006/relationships/image" Target="../media/image36.png"/></Relationships>
</file>

<file path=ppt/slideLayouts/_rels/slideLayout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41.jpeg"/><Relationship Id="rId1" Type="http://schemas.openxmlformats.org/officeDocument/2006/relationships/slideMaster" Target="../slideMasters/slideMaster9.xml"/><Relationship Id="rId5" Type="http://schemas.openxmlformats.org/officeDocument/2006/relationships/image" Target="../media/image40.png"/><Relationship Id="rId4" Type="http://schemas.openxmlformats.org/officeDocument/2006/relationships/image" Target="../media/image36.png"/></Relationships>
</file>

<file path=ppt/slideLayouts/_rels/slideLayout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42.jpeg"/><Relationship Id="rId1" Type="http://schemas.openxmlformats.org/officeDocument/2006/relationships/slideMaster" Target="../slideMasters/slideMaster9.xml"/><Relationship Id="rId5" Type="http://schemas.openxmlformats.org/officeDocument/2006/relationships/image" Target="../media/image40.png"/><Relationship Id="rId4" Type="http://schemas.openxmlformats.org/officeDocument/2006/relationships/image" Target="../media/image36.png"/></Relationships>
</file>

<file path=ppt/slideLayouts/_rels/slideLayout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43.jpeg"/><Relationship Id="rId1" Type="http://schemas.openxmlformats.org/officeDocument/2006/relationships/slideMaster" Target="../slideMasters/slideMaster9.xml"/><Relationship Id="rId5" Type="http://schemas.openxmlformats.org/officeDocument/2006/relationships/image" Target="../media/image40.png"/><Relationship Id="rId4" Type="http://schemas.openxmlformats.org/officeDocument/2006/relationships/image" Target="../media/image36.png"/></Relationships>
</file>

<file path=ppt/slideLayouts/_rels/slideLayout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34.jpeg"/><Relationship Id="rId1" Type="http://schemas.openxmlformats.org/officeDocument/2006/relationships/slideMaster" Target="../slideMasters/slideMaster9.xml"/></Relationships>
</file>

<file path=ppt/slideLayouts/_rels/slideLayout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45.jpeg"/><Relationship Id="rId1" Type="http://schemas.openxmlformats.org/officeDocument/2006/relationships/slideMaster" Target="../slideMasters/slideMaster9.xml"/></Relationships>
</file>

<file path=ppt/slideLayouts/_rels/slideLayout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46.jpeg"/><Relationship Id="rId1" Type="http://schemas.openxmlformats.org/officeDocument/2006/relationships/slideMaster" Target="../slideMasters/slideMaster9.xml"/></Relationships>
</file>

<file path=ppt/slideLayouts/_rels/slideLayout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5.jpeg"/><Relationship Id="rId1" Type="http://schemas.openxmlformats.org/officeDocument/2006/relationships/slideMaster" Target="../slideMasters/slideMaster9.xml"/></Relationships>
</file>

<file path=ppt/slideLayouts/_rels/slideLayout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svg"/><Relationship Id="rId2" Type="http://schemas.openxmlformats.org/officeDocument/2006/relationships/image" Target="../media/image47.png"/><Relationship Id="rId1" Type="http://schemas.openxmlformats.org/officeDocument/2006/relationships/slideMaster" Target="../slideMasters/slideMaster9.xml"/></Relationships>
</file>

<file path=ppt/slideLayouts/_rels/slideLayout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svg"/><Relationship Id="rId2" Type="http://schemas.openxmlformats.org/officeDocument/2006/relationships/image" Target="../media/image47.png"/><Relationship Id="rId1" Type="http://schemas.openxmlformats.org/officeDocument/2006/relationships/slideMaster" Target="../slideMasters/slideMaster9.xml"/></Relationships>
</file>

<file path=ppt/slideLayouts/_rels/slideLayout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svg"/><Relationship Id="rId2" Type="http://schemas.openxmlformats.org/officeDocument/2006/relationships/image" Target="../media/image47.png"/><Relationship Id="rId1" Type="http://schemas.openxmlformats.org/officeDocument/2006/relationships/slideMaster" Target="../slideMasters/slideMaster9.xml"/><Relationship Id="rId5" Type="http://schemas.openxmlformats.org/officeDocument/2006/relationships/image" Target="../media/image50.svg"/><Relationship Id="rId4" Type="http://schemas.openxmlformats.org/officeDocument/2006/relationships/image" Target="../media/image49.png"/></Relationships>
</file>

<file path=ppt/slideLayouts/_rels/slideLayout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Master" Target="../slideMasters/slideMaster9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jpeg"/><Relationship Id="rId1" Type="http://schemas.openxmlformats.org/officeDocument/2006/relationships/slideMaster" Target="../slideMasters/slideMaster10.xml"/></Relationships>
</file>

<file path=ppt/slideLayouts/_rels/slideLayout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Master" Target="../slideMasters/slideMaster10.xml"/><Relationship Id="rId5" Type="http://schemas.openxmlformats.org/officeDocument/2006/relationships/image" Target="../media/image40.png"/><Relationship Id="rId4" Type="http://schemas.openxmlformats.org/officeDocument/2006/relationships/image" Target="../media/image36.png"/></Relationships>
</file>

<file path=ppt/slideLayouts/_rels/slideLayout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41.jpeg"/><Relationship Id="rId1" Type="http://schemas.openxmlformats.org/officeDocument/2006/relationships/slideMaster" Target="../slideMasters/slideMaster10.xml"/><Relationship Id="rId5" Type="http://schemas.openxmlformats.org/officeDocument/2006/relationships/image" Target="../media/image40.png"/><Relationship Id="rId4" Type="http://schemas.openxmlformats.org/officeDocument/2006/relationships/image" Target="../media/image36.png"/></Relationships>
</file>

<file path=ppt/slideLayouts/_rels/slideLayout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42.jpeg"/><Relationship Id="rId1" Type="http://schemas.openxmlformats.org/officeDocument/2006/relationships/slideMaster" Target="../slideMasters/slideMaster10.xml"/><Relationship Id="rId5" Type="http://schemas.openxmlformats.org/officeDocument/2006/relationships/image" Target="../media/image40.png"/><Relationship Id="rId4" Type="http://schemas.openxmlformats.org/officeDocument/2006/relationships/image" Target="../media/image36.png"/></Relationships>
</file>

<file path=ppt/slideLayouts/_rels/slideLayout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43.jpeg"/><Relationship Id="rId1" Type="http://schemas.openxmlformats.org/officeDocument/2006/relationships/slideMaster" Target="../slideMasters/slideMaster10.xml"/><Relationship Id="rId5" Type="http://schemas.openxmlformats.org/officeDocument/2006/relationships/image" Target="../media/image40.png"/><Relationship Id="rId4" Type="http://schemas.openxmlformats.org/officeDocument/2006/relationships/image" Target="../media/image36.png"/></Relationships>
</file>

<file path=ppt/slideLayouts/_rels/slideLayout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34.jpeg"/><Relationship Id="rId1" Type="http://schemas.openxmlformats.org/officeDocument/2006/relationships/slideMaster" Target="../slideMasters/slideMaster10.xml"/></Relationships>
</file>

<file path=ppt/slideLayouts/_rels/slideLayout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45.jpeg"/><Relationship Id="rId1" Type="http://schemas.openxmlformats.org/officeDocument/2006/relationships/slideMaster" Target="../slideMasters/slideMaster10.xml"/></Relationships>
</file>

<file path=ppt/slideLayouts/_rels/slideLayout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46.jpeg"/><Relationship Id="rId1" Type="http://schemas.openxmlformats.org/officeDocument/2006/relationships/slideMaster" Target="../slideMasters/slideMaster10.xml"/></Relationships>
</file>

<file path=ppt/slideLayouts/_rels/slideLayout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5.jpeg"/><Relationship Id="rId1" Type="http://schemas.openxmlformats.org/officeDocument/2006/relationships/slideMaster" Target="../slideMasters/slideMaster10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jpeg"/><Relationship Id="rId1" Type="http://schemas.openxmlformats.org/officeDocument/2006/relationships/slideMaster" Target="../slideMasters/slideMaster11.xml"/><Relationship Id="rId4" Type="http://schemas.openxmlformats.org/officeDocument/2006/relationships/image" Target="../media/image29.emf"/></Relationships>
</file>

<file path=ppt/slideLayouts/_rels/slideLayout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Master" Target="../slideMasters/slideMaster11.xml"/><Relationship Id="rId5" Type="http://schemas.openxmlformats.org/officeDocument/2006/relationships/image" Target="../media/image40.png"/><Relationship Id="rId4" Type="http://schemas.openxmlformats.org/officeDocument/2006/relationships/image" Target="../media/image36.png"/></Relationships>
</file>

<file path=ppt/slideLayouts/_rels/slideLayout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41.jpeg"/><Relationship Id="rId1" Type="http://schemas.openxmlformats.org/officeDocument/2006/relationships/slideMaster" Target="../slideMasters/slideMaster11.xml"/><Relationship Id="rId5" Type="http://schemas.openxmlformats.org/officeDocument/2006/relationships/image" Target="../media/image40.png"/><Relationship Id="rId4" Type="http://schemas.openxmlformats.org/officeDocument/2006/relationships/image" Target="../media/image36.png"/></Relationships>
</file>

<file path=ppt/slideLayouts/_rels/slideLayout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42.jpeg"/><Relationship Id="rId1" Type="http://schemas.openxmlformats.org/officeDocument/2006/relationships/slideMaster" Target="../slideMasters/slideMaster11.xml"/><Relationship Id="rId5" Type="http://schemas.openxmlformats.org/officeDocument/2006/relationships/image" Target="../media/image40.png"/><Relationship Id="rId4" Type="http://schemas.openxmlformats.org/officeDocument/2006/relationships/image" Target="../media/image36.png"/></Relationships>
</file>

<file path=ppt/slideLayouts/_rels/slideLayout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43.jpeg"/><Relationship Id="rId1" Type="http://schemas.openxmlformats.org/officeDocument/2006/relationships/slideMaster" Target="../slideMasters/slideMaster11.xml"/><Relationship Id="rId5" Type="http://schemas.openxmlformats.org/officeDocument/2006/relationships/image" Target="../media/image40.png"/><Relationship Id="rId4" Type="http://schemas.openxmlformats.org/officeDocument/2006/relationships/image" Target="../media/image36.png"/></Relationships>
</file>

<file path=ppt/slideLayouts/_rels/slideLayout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34.jpeg"/><Relationship Id="rId1" Type="http://schemas.openxmlformats.org/officeDocument/2006/relationships/slideMaster" Target="../slideMasters/slideMaster11.xml"/></Relationships>
</file>

<file path=ppt/slideLayouts/_rels/slideLayout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45.jpeg"/><Relationship Id="rId1" Type="http://schemas.openxmlformats.org/officeDocument/2006/relationships/slideMaster" Target="../slideMasters/slideMaster11.xml"/></Relationships>
</file>

<file path=ppt/slideLayouts/_rels/slideLayout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46.jpeg"/><Relationship Id="rId1" Type="http://schemas.openxmlformats.org/officeDocument/2006/relationships/slideMaster" Target="../slideMasters/slideMaster11.xml"/></Relationships>
</file>

<file path=ppt/slideLayouts/_rels/slideLayout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5.jpeg"/><Relationship Id="rId1" Type="http://schemas.openxmlformats.org/officeDocument/2006/relationships/slideMaster" Target="../slideMasters/slideMaster11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emf"/><Relationship Id="rId1" Type="http://schemas.openxmlformats.org/officeDocument/2006/relationships/slideMaster" Target="../slideMasters/slideMaster12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jpeg"/><Relationship Id="rId1" Type="http://schemas.openxmlformats.org/officeDocument/2006/relationships/slideMaster" Target="../slideMasters/slideMaster12.xml"/><Relationship Id="rId5" Type="http://schemas.openxmlformats.org/officeDocument/2006/relationships/image" Target="../media/image53.svg"/><Relationship Id="rId4" Type="http://schemas.openxmlformats.org/officeDocument/2006/relationships/image" Target="../media/image52.png"/></Relationships>
</file>

<file path=ppt/slideLayouts/_rels/slideLayout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Master" Target="../slideMasters/slideMaster12.xml"/><Relationship Id="rId5" Type="http://schemas.openxmlformats.org/officeDocument/2006/relationships/image" Target="../media/image40.png"/><Relationship Id="rId4" Type="http://schemas.openxmlformats.org/officeDocument/2006/relationships/image" Target="../media/image36.png"/></Relationships>
</file>

<file path=ppt/slideLayouts/_rels/slideLayout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41.jpeg"/><Relationship Id="rId1" Type="http://schemas.openxmlformats.org/officeDocument/2006/relationships/slideMaster" Target="../slideMasters/slideMaster12.xml"/><Relationship Id="rId5" Type="http://schemas.openxmlformats.org/officeDocument/2006/relationships/image" Target="../media/image40.png"/><Relationship Id="rId4" Type="http://schemas.openxmlformats.org/officeDocument/2006/relationships/image" Target="../media/image36.png"/></Relationships>
</file>

<file path=ppt/slideLayouts/_rels/slideLayout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42.jpeg"/><Relationship Id="rId1" Type="http://schemas.openxmlformats.org/officeDocument/2006/relationships/slideMaster" Target="../slideMasters/slideMaster12.xml"/><Relationship Id="rId5" Type="http://schemas.openxmlformats.org/officeDocument/2006/relationships/image" Target="../media/image40.png"/><Relationship Id="rId4" Type="http://schemas.openxmlformats.org/officeDocument/2006/relationships/image" Target="../media/image36.png"/></Relationships>
</file>

<file path=ppt/slideLayouts/_rels/slideLayout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43.jpeg"/><Relationship Id="rId1" Type="http://schemas.openxmlformats.org/officeDocument/2006/relationships/slideMaster" Target="../slideMasters/slideMaster12.xml"/><Relationship Id="rId5" Type="http://schemas.openxmlformats.org/officeDocument/2006/relationships/image" Target="../media/image40.png"/><Relationship Id="rId4" Type="http://schemas.openxmlformats.org/officeDocument/2006/relationships/image" Target="../media/image36.png"/></Relationships>
</file>

<file path=ppt/slideLayouts/_rels/slideLayout8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34.jpeg"/><Relationship Id="rId1" Type="http://schemas.openxmlformats.org/officeDocument/2006/relationships/slideMaster" Target="../slideMasters/slideMaster12.xml"/><Relationship Id="rId6" Type="http://schemas.openxmlformats.org/officeDocument/2006/relationships/image" Target="../media/image53.svg"/><Relationship Id="rId5" Type="http://schemas.openxmlformats.org/officeDocument/2006/relationships/image" Target="../media/image52.png"/><Relationship Id="rId4" Type="http://schemas.openxmlformats.org/officeDocument/2006/relationships/image" Target="../media/image29.emf"/></Relationships>
</file>

<file path=ppt/slideLayouts/_rels/slideLayout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45.jpeg"/><Relationship Id="rId1" Type="http://schemas.openxmlformats.org/officeDocument/2006/relationships/slideMaster" Target="../slideMasters/slideMaster12.xml"/><Relationship Id="rId5" Type="http://schemas.openxmlformats.org/officeDocument/2006/relationships/image" Target="../media/image53.svg"/><Relationship Id="rId4" Type="http://schemas.openxmlformats.org/officeDocument/2006/relationships/image" Target="../media/image52.png"/></Relationships>
</file>

<file path=ppt/slideLayouts/_rels/slideLayout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46.jpeg"/><Relationship Id="rId1" Type="http://schemas.openxmlformats.org/officeDocument/2006/relationships/slideMaster" Target="../slideMasters/slideMaster12.xml"/><Relationship Id="rId5" Type="http://schemas.openxmlformats.org/officeDocument/2006/relationships/image" Target="../media/image53.svg"/><Relationship Id="rId4" Type="http://schemas.openxmlformats.org/officeDocument/2006/relationships/image" Target="../media/image52.png"/></Relationships>
</file>

<file path=ppt/slideLayouts/_rels/slideLayout8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5.jpeg"/><Relationship Id="rId1" Type="http://schemas.openxmlformats.org/officeDocument/2006/relationships/slideMaster" Target="../slideMasters/slideMaster12.xml"/><Relationship Id="rId5" Type="http://schemas.openxmlformats.org/officeDocument/2006/relationships/image" Target="../media/image53.svg"/><Relationship Id="rId4" Type="http://schemas.openxmlformats.org/officeDocument/2006/relationships/image" Target="../media/image52.png"/></Relationships>
</file>

<file path=ppt/slideLayouts/_rels/slideLayout8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Master" Target="../slideMasters/slideMaster13.xml"/></Relationships>
</file>

<file path=ppt/slideLayouts/_rels/slideLayout9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58.png"/><Relationship Id="rId1" Type="http://schemas.openxmlformats.org/officeDocument/2006/relationships/slideMaster" Target="../slideMasters/slideMaster13.xml"/></Relationships>
</file>

<file path=ppt/slideLayouts/_rels/slideLayout9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59.png"/><Relationship Id="rId1" Type="http://schemas.openxmlformats.org/officeDocument/2006/relationships/slideMaster" Target="../slideMasters/slideMaster13.xml"/></Relationships>
</file>

<file path=ppt/slideLayouts/_rels/slideLayout9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Master" Target="../slideMasters/slideMaster13.xml"/></Relationships>
</file>

<file path=ppt/slideLayouts/_rels/slideLayout9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image" Target="../media/image60.png"/><Relationship Id="rId1" Type="http://schemas.openxmlformats.org/officeDocument/2006/relationships/slideMaster" Target="../slideMasters/slideMaster13.xml"/><Relationship Id="rId5" Type="http://schemas.openxmlformats.org/officeDocument/2006/relationships/image" Target="../media/image53.svg"/><Relationship Id="rId4" Type="http://schemas.openxmlformats.org/officeDocument/2006/relationships/image" Target="../media/image52.png"/></Relationships>
</file>

<file path=ppt/slideLayouts/_rels/slideLayout9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Master" Target="../slideMasters/slideMaster13.xml"/></Relationships>
</file>

<file path=ppt/slideLayouts/_rels/slideLayout9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59.png"/><Relationship Id="rId1" Type="http://schemas.openxmlformats.org/officeDocument/2006/relationships/slideMaster" Target="../slideMasters/slideMaster13.xml"/></Relationships>
</file>

<file path=ppt/slideLayouts/_rels/slideLayout9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59.png"/><Relationship Id="rId1" Type="http://schemas.openxmlformats.org/officeDocument/2006/relationships/slideMaster" Target="../slideMasters/slideMaster13.xml"/></Relationships>
</file>

<file path=ppt/slideLayouts/_rels/slideLayout9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59.png"/><Relationship Id="rId1" Type="http://schemas.openxmlformats.org/officeDocument/2006/relationships/slideMaster" Target="../slideMasters/slideMaster1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nstructions_Template-Overview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F2D7CB3A-C869-7745-A3E7-D2E1A85F305C}"/>
              </a:ext>
            </a:extLst>
          </p:cNvPr>
          <p:cNvSpPr/>
          <p:nvPr userDrawn="1"/>
        </p:nvSpPr>
        <p:spPr>
          <a:xfrm>
            <a:off x="0" y="0"/>
            <a:ext cx="5071466" cy="6858000"/>
          </a:xfrm>
          <a:prstGeom prst="rect">
            <a:avLst/>
          </a:prstGeom>
          <a:solidFill>
            <a:schemeClr val="tx1">
              <a:alpha val="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" name="Picture Placeholder 2">
            <a:extLst>
              <a:ext uri="{FF2B5EF4-FFF2-40B4-BE49-F238E27FC236}">
                <a16:creationId xmlns:a16="http://schemas.microsoft.com/office/drawing/2014/main" id="{F1AE4BC4-40EE-5345-89CC-0F7C6DA5A86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071466" y="861933"/>
            <a:ext cx="6134416" cy="5141199"/>
          </a:xfrm>
          <a:prstGeom prst="rect">
            <a:avLst/>
          </a:prstGeom>
        </p:spPr>
      </p:pic>
      <p:grpSp>
        <p:nvGrpSpPr>
          <p:cNvPr id="14" name="Group 13">
            <a:extLst>
              <a:ext uri="{FF2B5EF4-FFF2-40B4-BE49-F238E27FC236}">
                <a16:creationId xmlns:a16="http://schemas.microsoft.com/office/drawing/2014/main" id="{D7339A1A-8CB2-5247-BD3F-CA950AE1A115}"/>
              </a:ext>
            </a:extLst>
          </p:cNvPr>
          <p:cNvGrpSpPr/>
          <p:nvPr userDrawn="1"/>
        </p:nvGrpSpPr>
        <p:grpSpPr>
          <a:xfrm>
            <a:off x="0" y="0"/>
            <a:ext cx="786983" cy="786983"/>
            <a:chOff x="1036572" y="786063"/>
            <a:chExt cx="2286000" cy="2286000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03BB9F3E-B11E-2A42-8CB8-3E9D2DC2CB21}"/>
                </a:ext>
              </a:extLst>
            </p:cNvPr>
            <p:cNvSpPr/>
            <p:nvPr userDrawn="1"/>
          </p:nvSpPr>
          <p:spPr>
            <a:xfrm>
              <a:off x="1036572" y="786063"/>
              <a:ext cx="2286000" cy="22860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 spc="300">
                <a:latin typeface="linea-basic-10" charset="0"/>
                <a:ea typeface="linea-basic-10" charset="0"/>
                <a:cs typeface="linea-basic-10" charset="0"/>
              </a:endParaRPr>
            </a:p>
          </p:txBody>
        </p:sp>
        <p:pic>
          <p:nvPicPr>
            <p:cNvPr id="16" name="Picture 15" descr="A picture containing text, clipart&#10;&#10;Description automatically generated">
              <a:extLst>
                <a:ext uri="{FF2B5EF4-FFF2-40B4-BE49-F238E27FC236}">
                  <a16:creationId xmlns:a16="http://schemas.microsoft.com/office/drawing/2014/main" id="{87E07178-0154-764E-835E-FC5FFACD91C7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617424" y="1245734"/>
              <a:ext cx="1124296" cy="1366659"/>
            </a:xfrm>
            <a:prstGeom prst="rect">
              <a:avLst/>
            </a:prstGeom>
          </p:spPr>
        </p:pic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id="{2FC297A2-7A6E-6243-85B7-CA9ADB1768B1}"/>
              </a:ext>
            </a:extLst>
          </p:cNvPr>
          <p:cNvSpPr txBox="1"/>
          <p:nvPr userDrawn="1"/>
        </p:nvSpPr>
        <p:spPr>
          <a:xfrm rot="16200000">
            <a:off x="-459364" y="5485096"/>
            <a:ext cx="1739579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b="1" i="0" spc="600">
                <a:solidFill>
                  <a:schemeClr val="tx1"/>
                </a:solidFill>
                <a:latin typeface="TeleNeo Office" panose="020B0504040202090203" pitchFamily="34" charset="77"/>
                <a:ea typeface="Bebas Neue Bold" charset="0"/>
                <a:cs typeface="Bebas Neue Bold" charset="0"/>
              </a:rPr>
              <a:t>CONFIDENTIAL</a:t>
            </a:r>
          </a:p>
        </p:txBody>
      </p:sp>
    </p:spTree>
    <p:extLst>
      <p:ext uri="{BB962C8B-B14F-4D97-AF65-F5344CB8AC3E}">
        <p14:creationId xmlns:p14="http://schemas.microsoft.com/office/powerpoint/2010/main" val="30595581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744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nstructions_Building-Your-Presentati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>
            <a:extLst>
              <a:ext uri="{FF2B5EF4-FFF2-40B4-BE49-F238E27FC236}">
                <a16:creationId xmlns:a16="http://schemas.microsoft.com/office/drawing/2014/main" id="{D7339A1A-8CB2-5247-BD3F-CA950AE1A115}"/>
              </a:ext>
            </a:extLst>
          </p:cNvPr>
          <p:cNvGrpSpPr/>
          <p:nvPr userDrawn="1"/>
        </p:nvGrpSpPr>
        <p:grpSpPr>
          <a:xfrm>
            <a:off x="0" y="0"/>
            <a:ext cx="786983" cy="786983"/>
            <a:chOff x="1036572" y="786063"/>
            <a:chExt cx="2286000" cy="2286000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03BB9F3E-B11E-2A42-8CB8-3E9D2DC2CB21}"/>
                </a:ext>
              </a:extLst>
            </p:cNvPr>
            <p:cNvSpPr/>
            <p:nvPr userDrawn="1"/>
          </p:nvSpPr>
          <p:spPr>
            <a:xfrm>
              <a:off x="1036572" y="786063"/>
              <a:ext cx="2286000" cy="22860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 spc="300">
                <a:latin typeface="linea-basic-10" charset="0"/>
                <a:ea typeface="linea-basic-10" charset="0"/>
                <a:cs typeface="linea-basic-10" charset="0"/>
              </a:endParaRPr>
            </a:p>
          </p:txBody>
        </p:sp>
        <p:pic>
          <p:nvPicPr>
            <p:cNvPr id="16" name="Picture 15" descr="A picture containing text, clipart&#10;&#10;Description automatically generated">
              <a:extLst>
                <a:ext uri="{FF2B5EF4-FFF2-40B4-BE49-F238E27FC236}">
                  <a16:creationId xmlns:a16="http://schemas.microsoft.com/office/drawing/2014/main" id="{87E07178-0154-764E-835E-FC5FFACD91C7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617424" y="1245734"/>
              <a:ext cx="1124296" cy="1366659"/>
            </a:xfrm>
            <a:prstGeom prst="rect">
              <a:avLst/>
            </a:prstGeom>
          </p:spPr>
        </p:pic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id="{2FC297A2-7A6E-6243-85B7-CA9ADB1768B1}"/>
              </a:ext>
            </a:extLst>
          </p:cNvPr>
          <p:cNvSpPr txBox="1"/>
          <p:nvPr userDrawn="1"/>
        </p:nvSpPr>
        <p:spPr>
          <a:xfrm rot="16200000">
            <a:off x="-459364" y="5485096"/>
            <a:ext cx="1739579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b="1" i="0" spc="600">
                <a:solidFill>
                  <a:schemeClr val="tx1"/>
                </a:solidFill>
                <a:latin typeface="TeleNeo Office" panose="020B0504040202090203" pitchFamily="34" charset="77"/>
                <a:ea typeface="Bebas Neue Bold" charset="0"/>
                <a:cs typeface="Bebas Neue Bold" charset="0"/>
              </a:rPr>
              <a:t>CONFIDENTIAL</a:t>
            </a:r>
          </a:p>
        </p:txBody>
      </p:sp>
      <p:pic>
        <p:nvPicPr>
          <p:cNvPr id="17" name="Picture Placeholder 2">
            <a:extLst>
              <a:ext uri="{FF2B5EF4-FFF2-40B4-BE49-F238E27FC236}">
                <a16:creationId xmlns:a16="http://schemas.microsoft.com/office/drawing/2014/main" id="{81E0AE93-2942-5C47-B227-14252A2C67E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-534" b="20046"/>
          <a:stretch/>
        </p:blipFill>
        <p:spPr>
          <a:xfrm>
            <a:off x="5071466" y="861933"/>
            <a:ext cx="6134416" cy="5141199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5022E0B0-8532-654D-9FBF-199F1E7855D1}"/>
              </a:ext>
            </a:extLst>
          </p:cNvPr>
          <p:cNvSpPr txBox="1"/>
          <p:nvPr userDrawn="1"/>
        </p:nvSpPr>
        <p:spPr>
          <a:xfrm>
            <a:off x="882038" y="1635512"/>
            <a:ext cx="4214295" cy="13081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ct val="80000"/>
              </a:lnSpc>
            </a:pPr>
            <a:r>
              <a:rPr lang="en-US" sz="4800" b="1">
                <a:solidFill>
                  <a:schemeClr val="accent1"/>
                </a:solidFill>
                <a:latin typeface="TeleNeo Office ExtraBold" panose="020B0504040202090203" pitchFamily="34" charset="77"/>
                <a:ea typeface="Bebas Neue Bold" charset="0"/>
                <a:cs typeface="Bebas Neue Bold" charset="0"/>
              </a:rPr>
              <a:t>Building Your</a:t>
            </a:r>
            <a:br>
              <a:rPr lang="en-US" sz="4800" b="1">
                <a:solidFill>
                  <a:srgbClr val="000000"/>
                </a:solidFill>
                <a:latin typeface="TeleNeo Office ExtraBold" panose="020B0504040202090203" pitchFamily="34" charset="77"/>
                <a:ea typeface="Bebas Neue Bold" charset="0"/>
                <a:cs typeface="Bebas Neue Bold" charset="0"/>
              </a:rPr>
            </a:br>
            <a:r>
              <a:rPr lang="en-US" sz="4800" b="1">
                <a:solidFill>
                  <a:schemeClr val="accent1"/>
                </a:solidFill>
                <a:latin typeface="TeleNeo Office ExtraBold" panose="020B0504040202090203" pitchFamily="34" charset="77"/>
                <a:ea typeface="Bebas Neue Bold" charset="0"/>
                <a:cs typeface="Bebas Neue Bold" charset="0"/>
              </a:rPr>
              <a:t>Presentation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FD24B21F-F545-254E-BB60-E75C9A83FF54}"/>
              </a:ext>
            </a:extLst>
          </p:cNvPr>
          <p:cNvCxnSpPr>
            <a:cxnSpLocks/>
          </p:cNvCxnSpPr>
          <p:nvPr userDrawn="1"/>
        </p:nvCxnSpPr>
        <p:spPr>
          <a:xfrm>
            <a:off x="986118" y="2996022"/>
            <a:ext cx="572429" cy="0"/>
          </a:xfrm>
          <a:prstGeom prst="line">
            <a:avLst/>
          </a:prstGeom>
          <a:ln w="38100">
            <a:solidFill>
              <a:srgbClr val="E2007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0F844D57-8842-1940-A767-8F8555770EFF}"/>
              </a:ext>
            </a:extLst>
          </p:cNvPr>
          <p:cNvSpPr txBox="1"/>
          <p:nvPr userDrawn="1"/>
        </p:nvSpPr>
        <p:spPr>
          <a:xfrm>
            <a:off x="986118" y="3372783"/>
            <a:ext cx="3597757" cy="2462213"/>
          </a:xfrm>
          <a:prstGeom prst="rect">
            <a:avLst/>
          </a:prstGeom>
          <a:noFill/>
        </p:spPr>
        <p:txBody>
          <a:bodyPr wrap="square" lIns="0" tIns="0" rIns="91440" bIns="0" rtlCol="0">
            <a:spAutoFit/>
          </a:bodyPr>
          <a:lstStyle/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1400">
                <a:solidFill>
                  <a:schemeClr val="tx2"/>
                </a:solidFill>
                <a:latin typeface="TeleNeo Office" panose="020B0504040202090203" pitchFamily="34" charset="77"/>
              </a:rPr>
              <a:t>This template provides a variety of pre-made layouts that allow for, customizable presentation building.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1400">
                <a:solidFill>
                  <a:schemeClr val="tx2"/>
                </a:solidFill>
                <a:latin typeface="TeleNeo Office" panose="020B0504040202090203" pitchFamily="34" charset="77"/>
              </a:rPr>
              <a:t>Additional slide image and layout options can be accessed through the Layout or New Slide functions located on the Home tab.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1400">
                <a:solidFill>
                  <a:schemeClr val="tx2"/>
                </a:solidFill>
                <a:latin typeface="TeleNeo Office" panose="020B0504040202090203" pitchFamily="34" charset="77"/>
              </a:rPr>
              <a:t>This template includes timelines and graph templates that you can leverage for your presentation. You can access them through the layout tab located on the home screen. 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50D51D0-2607-FE44-905B-AF5F7E410560}"/>
              </a:ext>
            </a:extLst>
          </p:cNvPr>
          <p:cNvSpPr/>
          <p:nvPr userDrawn="1"/>
        </p:nvSpPr>
        <p:spPr>
          <a:xfrm>
            <a:off x="0" y="0"/>
            <a:ext cx="5071466" cy="6858000"/>
          </a:xfrm>
          <a:prstGeom prst="rect">
            <a:avLst/>
          </a:prstGeom>
          <a:solidFill>
            <a:schemeClr val="tx1">
              <a:alpha val="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303848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744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nstructions_Photography-Selecti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Group 24">
            <a:extLst>
              <a:ext uri="{FF2B5EF4-FFF2-40B4-BE49-F238E27FC236}">
                <a16:creationId xmlns:a16="http://schemas.microsoft.com/office/drawing/2014/main" id="{EB4AB42A-7B42-C249-A74A-93E2C13B52CA}"/>
              </a:ext>
            </a:extLst>
          </p:cNvPr>
          <p:cNvGrpSpPr/>
          <p:nvPr userDrawn="1"/>
        </p:nvGrpSpPr>
        <p:grpSpPr>
          <a:xfrm>
            <a:off x="7115175" y="4244319"/>
            <a:ext cx="3442153" cy="1029039"/>
            <a:chOff x="7115175" y="4177084"/>
            <a:chExt cx="3442153" cy="1029039"/>
          </a:xfrm>
        </p:grpSpPr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A3F7FBB0-46CD-0F45-BCC4-08CC2A8721DB}"/>
                </a:ext>
              </a:extLst>
            </p:cNvPr>
            <p:cNvSpPr txBox="1"/>
            <p:nvPr/>
          </p:nvSpPr>
          <p:spPr>
            <a:xfrm>
              <a:off x="7115175" y="4675978"/>
              <a:ext cx="3442153" cy="530145"/>
            </a:xfrm>
            <a:prstGeom prst="rect">
              <a:avLst/>
            </a:prstGeom>
            <a:noFill/>
          </p:spPr>
          <p:txBody>
            <a:bodyPr wrap="square" lIns="0" tIns="0" rIns="91440" bIns="0" rtlCol="0">
              <a:spAutoFit/>
            </a:bodyPr>
            <a:lstStyle/>
            <a:p>
              <a:pPr lvl="0">
                <a:lnSpc>
                  <a:spcPct val="150000"/>
                </a:lnSpc>
              </a:pPr>
              <a:r>
                <a:rPr lang="en-US" sz="1200">
                  <a:solidFill>
                    <a:schemeClr val="tx2"/>
                  </a:solidFill>
                  <a:latin typeface="TeleNeo Office" panose="020B0504040202090203" pitchFamily="34" charset="77"/>
                  <a:ea typeface="Roboto Light" charset="0"/>
                  <a:cs typeface="Roboto Light" charset="0"/>
                </a:rPr>
                <a:t>That are relevant to the content being presented. </a:t>
              </a:r>
            </a:p>
            <a:p>
              <a:pPr lvl="0">
                <a:lnSpc>
                  <a:spcPct val="150000"/>
                </a:lnSpc>
              </a:pPr>
              <a:r>
                <a:rPr lang="en-US" sz="1200">
                  <a:solidFill>
                    <a:schemeClr val="tx2"/>
                  </a:solidFill>
                  <a:latin typeface="TeleNeo Office" panose="020B0504040202090203" pitchFamily="34" charset="77"/>
                  <a:ea typeface="Roboto Light" charset="0"/>
                  <a:cs typeface="Roboto Light" charset="0"/>
                </a:rPr>
                <a:t>That evoke the emotions wanting to be communicated.</a:t>
              </a: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FE7F08B4-A704-3346-AE80-6F28807F64AF}"/>
                </a:ext>
              </a:extLst>
            </p:cNvPr>
            <p:cNvSpPr txBox="1"/>
            <p:nvPr/>
          </p:nvSpPr>
          <p:spPr>
            <a:xfrm>
              <a:off x="7115175" y="4177084"/>
              <a:ext cx="1417183" cy="300595"/>
            </a:xfrm>
            <a:prstGeom prst="rect">
              <a:avLst/>
            </a:prstGeom>
            <a:noFill/>
          </p:spPr>
          <p:txBody>
            <a:bodyPr wrap="none" lIns="0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1" i="0" u="none" strike="noStrike" kern="1200" cap="none" spc="0" normalizeH="0" baseline="0" noProof="0">
                  <a:ln>
                    <a:noFill/>
                  </a:ln>
                  <a:solidFill>
                    <a:schemeClr val="tx2"/>
                  </a:solidFill>
                  <a:effectLst/>
                  <a:uLnTx/>
                  <a:uFillTx/>
                  <a:latin typeface="TeleNeo Office" panose="020B0504040202090203" pitchFamily="34" charset="77"/>
                  <a:ea typeface="Roboto" charset="0"/>
                  <a:cs typeface="Roboto" charset="0"/>
                </a:rPr>
                <a:t>SELECT IMAGES</a:t>
              </a:r>
            </a:p>
          </p:txBody>
        </p: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50115612-FA9D-6C4E-BE80-0D7CFD2718D9}"/>
                </a:ext>
              </a:extLst>
            </p:cNvPr>
            <p:cNvCxnSpPr>
              <a:cxnSpLocks/>
            </p:cNvCxnSpPr>
            <p:nvPr/>
          </p:nvCxnSpPr>
          <p:spPr>
            <a:xfrm>
              <a:off x="7115175" y="4571472"/>
              <a:ext cx="343990" cy="0"/>
            </a:xfrm>
            <a:prstGeom prst="line">
              <a:avLst/>
            </a:prstGeom>
            <a:ln w="25400">
              <a:solidFill>
                <a:srgbClr val="E2007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29" name="Picture Placeholder 20" descr="A picture containing table, indoor, wall, person&#10;&#10;Description automatically generated">
            <a:extLst>
              <a:ext uri="{FF2B5EF4-FFF2-40B4-BE49-F238E27FC236}">
                <a16:creationId xmlns:a16="http://schemas.microsoft.com/office/drawing/2014/main" id="{C951626A-E48B-DD4E-A36B-9FD614FCB72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30480" y="0"/>
            <a:ext cx="2044805" cy="1836295"/>
          </a:xfrm>
          <a:prstGeom prst="rect">
            <a:avLst/>
          </a:prstGeom>
        </p:spPr>
      </p:pic>
      <p:pic>
        <p:nvPicPr>
          <p:cNvPr id="30" name="Picture Placeholder 49" descr="A person and person standing in a field&#10;&#10;Description automatically generated with low confidence">
            <a:extLst>
              <a:ext uri="{FF2B5EF4-FFF2-40B4-BE49-F238E27FC236}">
                <a16:creationId xmlns:a16="http://schemas.microsoft.com/office/drawing/2014/main" id="{84FC2525-B189-484B-AABD-FA028478928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30480" y="1836295"/>
            <a:ext cx="2044805" cy="1836295"/>
          </a:xfrm>
          <a:prstGeom prst="rect">
            <a:avLst/>
          </a:prstGeom>
        </p:spPr>
      </p:pic>
      <p:pic>
        <p:nvPicPr>
          <p:cNvPr id="31" name="Picture Placeholder 51" descr="A group of people posing for a photo&#10;&#10;Description automatically generated with medium confidence">
            <a:extLst>
              <a:ext uri="{FF2B5EF4-FFF2-40B4-BE49-F238E27FC236}">
                <a16:creationId xmlns:a16="http://schemas.microsoft.com/office/drawing/2014/main" id="{98F10410-ADD0-C24F-8339-619201F7E8F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014326" y="1836295"/>
            <a:ext cx="2044805" cy="1836295"/>
          </a:xfrm>
          <a:prstGeom prst="rect">
            <a:avLst/>
          </a:prstGeom>
        </p:spPr>
      </p:pic>
      <p:pic>
        <p:nvPicPr>
          <p:cNvPr id="32" name="Picture Placeholder 24" descr="A picture containing person, indoor, computer&#10;&#10;Description automatically generated">
            <a:extLst>
              <a:ext uri="{FF2B5EF4-FFF2-40B4-BE49-F238E27FC236}">
                <a16:creationId xmlns:a16="http://schemas.microsoft.com/office/drawing/2014/main" id="{FE9C775A-FEDD-E04F-B1EA-F9382C363AE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059131" y="0"/>
            <a:ext cx="2044805" cy="1836295"/>
          </a:xfrm>
          <a:prstGeom prst="rect">
            <a:avLst/>
          </a:prstGeom>
        </p:spPr>
      </p:pic>
      <p:pic>
        <p:nvPicPr>
          <p:cNvPr id="33" name="Picture Placeholder 53" descr="A picture containing person, outdoor&#10;&#10;Description automatically generated">
            <a:extLst>
              <a:ext uri="{FF2B5EF4-FFF2-40B4-BE49-F238E27FC236}">
                <a16:creationId xmlns:a16="http://schemas.microsoft.com/office/drawing/2014/main" id="{308205BE-55E1-A049-99DB-F9C084695DE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059131" y="1836295"/>
            <a:ext cx="2044805" cy="1836295"/>
          </a:xfrm>
          <a:prstGeom prst="rect">
            <a:avLst/>
          </a:prstGeom>
        </p:spPr>
      </p:pic>
      <p:pic>
        <p:nvPicPr>
          <p:cNvPr id="34" name="Picture Placeholder 5" descr="A group of people posing for a photo&#10;&#10;Description automatically generated with medium confidence">
            <a:extLst>
              <a:ext uri="{FF2B5EF4-FFF2-40B4-BE49-F238E27FC236}">
                <a16:creationId xmlns:a16="http://schemas.microsoft.com/office/drawing/2014/main" id="{B0589B7A-9FD9-C246-A756-3D4BE7B1A07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103936" y="0"/>
            <a:ext cx="2044805" cy="1836295"/>
          </a:xfrm>
          <a:prstGeom prst="rect">
            <a:avLst/>
          </a:prstGeom>
        </p:spPr>
      </p:pic>
      <p:pic>
        <p:nvPicPr>
          <p:cNvPr id="35" name="Picture Placeholder 55" descr="A group of people posing for a photo&#10;&#10;Description automatically generated">
            <a:extLst>
              <a:ext uri="{FF2B5EF4-FFF2-40B4-BE49-F238E27FC236}">
                <a16:creationId xmlns:a16="http://schemas.microsoft.com/office/drawing/2014/main" id="{DC9FD52E-DFAF-E04C-A8FA-14538367CB2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103936" y="1836295"/>
            <a:ext cx="2044805" cy="1836295"/>
          </a:xfrm>
          <a:prstGeom prst="rect">
            <a:avLst/>
          </a:prstGeom>
        </p:spPr>
      </p:pic>
      <p:pic>
        <p:nvPicPr>
          <p:cNvPr id="36" name="Picture Placeholder 28">
            <a:extLst>
              <a:ext uri="{FF2B5EF4-FFF2-40B4-BE49-F238E27FC236}">
                <a16:creationId xmlns:a16="http://schemas.microsoft.com/office/drawing/2014/main" id="{3380529D-D726-2647-8BFD-9B4AE59EAE8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9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148740" y="0"/>
            <a:ext cx="2044805" cy="1836295"/>
          </a:xfrm>
          <a:prstGeom prst="rect">
            <a:avLst/>
          </a:prstGeom>
        </p:spPr>
      </p:pic>
      <p:pic>
        <p:nvPicPr>
          <p:cNvPr id="37" name="Picture Placeholder 47" descr="A group of women sitting on a bench&#10;&#10;Description automatically generated with medium confidence">
            <a:extLst>
              <a:ext uri="{FF2B5EF4-FFF2-40B4-BE49-F238E27FC236}">
                <a16:creationId xmlns:a16="http://schemas.microsoft.com/office/drawing/2014/main" id="{49913AFE-6012-A443-8E3E-48F3918364C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0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193548" y="0"/>
            <a:ext cx="2044805" cy="1836295"/>
          </a:xfrm>
          <a:prstGeom prst="rect">
            <a:avLst/>
          </a:prstGeom>
        </p:spPr>
      </p:pic>
      <p:sp>
        <p:nvSpPr>
          <p:cNvPr id="38" name="TextBox 37">
            <a:extLst>
              <a:ext uri="{FF2B5EF4-FFF2-40B4-BE49-F238E27FC236}">
                <a16:creationId xmlns:a16="http://schemas.microsoft.com/office/drawing/2014/main" id="{F1182230-B92A-9445-92B5-726DE8EFEDEE}"/>
              </a:ext>
            </a:extLst>
          </p:cNvPr>
          <p:cNvSpPr txBox="1"/>
          <p:nvPr userDrawn="1"/>
        </p:nvSpPr>
        <p:spPr>
          <a:xfrm>
            <a:off x="985243" y="4177084"/>
            <a:ext cx="3353354" cy="717248"/>
          </a:xfrm>
          <a:prstGeom prst="rect">
            <a:avLst/>
          </a:prstGeom>
          <a:noFill/>
        </p:spPr>
        <p:txBody>
          <a:bodyPr wrap="none" lIns="0" rtlCol="0">
            <a:spAutoFit/>
          </a:bodyPr>
          <a:lstStyle/>
          <a:p>
            <a:pPr lvl="0">
              <a:lnSpc>
                <a:spcPct val="80000"/>
              </a:lnSpc>
            </a:pPr>
            <a:r>
              <a:rPr lang="en-US" sz="4800" b="1">
                <a:solidFill>
                  <a:schemeClr val="accent1"/>
                </a:solidFill>
                <a:latin typeface="TeleNeo Office ExtraBold" panose="020B0504040202090203" pitchFamily="34" charset="77"/>
                <a:ea typeface="Bebas Neue Bold" charset="0"/>
                <a:cs typeface="Bebas Neue Bold" charset="0"/>
              </a:rPr>
              <a:t>Photography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D92759FD-3E6D-7143-8489-D72728E514E9}"/>
              </a:ext>
            </a:extLst>
          </p:cNvPr>
          <p:cNvSpPr txBox="1"/>
          <p:nvPr userDrawn="1"/>
        </p:nvSpPr>
        <p:spPr>
          <a:xfrm>
            <a:off x="985243" y="4798876"/>
            <a:ext cx="1148456" cy="248530"/>
          </a:xfrm>
          <a:prstGeom prst="rect">
            <a:avLst/>
          </a:prstGeom>
          <a:noFill/>
        </p:spPr>
        <p:txBody>
          <a:bodyPr wrap="none" lIns="0" rtlCol="0">
            <a:spAutoFit/>
          </a:bodyPr>
          <a:lstStyle/>
          <a:p>
            <a:pPr lvl="0">
              <a:lnSpc>
                <a:spcPct val="80000"/>
              </a:lnSpc>
            </a:pPr>
            <a:r>
              <a:rPr lang="en-US" sz="1200" b="1" spc="300">
                <a:solidFill>
                  <a:schemeClr val="tx2"/>
                </a:solidFill>
                <a:latin typeface="TeleNeo Office ExtraBold" panose="020B0504040202090203" pitchFamily="34" charset="77"/>
                <a:ea typeface="Bebas Neue Bold" charset="0"/>
                <a:cs typeface="Bebas Neue Bold" charset="0"/>
              </a:rPr>
              <a:t>SELECTION</a:t>
            </a:r>
          </a:p>
        </p:txBody>
      </p:sp>
      <p:pic>
        <p:nvPicPr>
          <p:cNvPr id="40" name="Picture Placeholder 10" descr="A picture containing outdoor, person, crowd&#10;&#10;Description automatically generated">
            <a:extLst>
              <a:ext uri="{FF2B5EF4-FFF2-40B4-BE49-F238E27FC236}">
                <a16:creationId xmlns:a16="http://schemas.microsoft.com/office/drawing/2014/main" id="{007172D6-E69C-D24A-9A79-C4967400A25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1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8148740" y="1836295"/>
            <a:ext cx="2044805" cy="1836295"/>
          </a:xfrm>
          <a:prstGeom prst="rect">
            <a:avLst/>
          </a:prstGeom>
        </p:spPr>
      </p:pic>
      <p:pic>
        <p:nvPicPr>
          <p:cNvPr id="41" name="Picture Placeholder 6">
            <a:extLst>
              <a:ext uri="{FF2B5EF4-FFF2-40B4-BE49-F238E27FC236}">
                <a16:creationId xmlns:a16="http://schemas.microsoft.com/office/drawing/2014/main" id="{2D3BA877-5CD5-984D-830D-4D1EEA29F36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0193338" y="1836295"/>
            <a:ext cx="2044700" cy="1836738"/>
          </a:xfrm>
          <a:prstGeom prst="rect">
            <a:avLst/>
          </a:prstGeom>
        </p:spPr>
      </p:pic>
      <p:pic>
        <p:nvPicPr>
          <p:cNvPr id="42" name="Picture Placeholder 11" descr="A couple of women sitting at a table with food&#10;&#10;Description automatically generated with low confidence">
            <a:extLst>
              <a:ext uri="{FF2B5EF4-FFF2-40B4-BE49-F238E27FC236}">
                <a16:creationId xmlns:a16="http://schemas.microsoft.com/office/drawing/2014/main" id="{FF62D22F-2C0D-594C-9D78-29E9EA261AA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2014538" y="-443"/>
            <a:ext cx="2044700" cy="1836738"/>
          </a:xfrm>
          <a:prstGeom prst="rect">
            <a:avLst/>
          </a:prstGeom>
        </p:spPr>
      </p:pic>
      <p:sp>
        <p:nvSpPr>
          <p:cNvPr id="43" name="TextBox 42">
            <a:extLst>
              <a:ext uri="{FF2B5EF4-FFF2-40B4-BE49-F238E27FC236}">
                <a16:creationId xmlns:a16="http://schemas.microsoft.com/office/drawing/2014/main" id="{62567C2C-1B46-4B44-A325-31F0AE0E23A7}"/>
              </a:ext>
            </a:extLst>
          </p:cNvPr>
          <p:cNvSpPr txBox="1"/>
          <p:nvPr userDrawn="1"/>
        </p:nvSpPr>
        <p:spPr>
          <a:xfrm rot="16200000">
            <a:off x="-459364" y="5485096"/>
            <a:ext cx="1739579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b="1" i="0" spc="600">
                <a:solidFill>
                  <a:schemeClr val="tx1"/>
                </a:solidFill>
                <a:latin typeface="TeleNeo Office" panose="020B0504040202090203" pitchFamily="34" charset="77"/>
                <a:ea typeface="Bebas Neue Bold" charset="0"/>
                <a:cs typeface="Bebas Neue Bold" charset="0"/>
              </a:rPr>
              <a:t>CONFIDENTIAL</a:t>
            </a:r>
          </a:p>
        </p:txBody>
      </p:sp>
    </p:spTree>
    <p:extLst>
      <p:ext uri="{BB962C8B-B14F-4D97-AF65-F5344CB8AC3E}">
        <p14:creationId xmlns:p14="http://schemas.microsoft.com/office/powerpoint/2010/main" val="295682453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744">
          <p15:clr>
            <a:srgbClr val="FBAE40"/>
          </p15:clr>
        </p15:guide>
        <p15:guide id="2" orient="horz" pos="2688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Section-Divider_Magenta-Tex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Slide Number Placeholder 5">
            <a:extLst>
              <a:ext uri="{FF2B5EF4-FFF2-40B4-BE49-F238E27FC236}">
                <a16:creationId xmlns:a16="http://schemas.microsoft.com/office/drawing/2014/main" id="{BFF4C0A8-A1B3-7141-BE11-4E7431FDFBAA}"/>
              </a:ext>
            </a:extLst>
          </p:cNvPr>
          <p:cNvSpPr txBox="1">
            <a:spLocks/>
          </p:cNvSpPr>
          <p:nvPr userDrawn="1"/>
        </p:nvSpPr>
        <p:spPr>
          <a:xfrm>
            <a:off x="78952" y="6361009"/>
            <a:ext cx="629079" cy="489496"/>
          </a:xfrm>
          <a:prstGeom prst="rect">
            <a:avLst/>
          </a:prstGeom>
        </p:spPr>
        <p:txBody>
          <a:bodyPr vert="horz" wrap="none" lIns="121920" tIns="60960" rIns="121920" bIns="6096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1A290D8D-6BA0-418D-AFED-C65293F70DA0}" type="slidenum">
              <a:rPr lang="en-US" sz="1400" b="1" i="0" smtClean="0">
                <a:solidFill>
                  <a:schemeClr val="bg1"/>
                </a:solidFill>
                <a:latin typeface="Bebas Neue Bold" charset="0"/>
                <a:ea typeface="Bebas Neue Bold" charset="0"/>
                <a:cs typeface="Bebas Neue Bold" charset="0"/>
              </a:rPr>
              <a:pPr algn="ctr"/>
              <a:t>‹#›</a:t>
            </a:fld>
            <a:endParaRPr lang="en-US" sz="1400" b="1" i="0">
              <a:solidFill>
                <a:schemeClr val="bg1"/>
              </a:solidFill>
              <a:latin typeface="Bebas Neue Bold" charset="0"/>
              <a:ea typeface="Bebas Neue Bold" charset="0"/>
              <a:cs typeface="Bebas Neue Bold" charset="0"/>
            </a:endParaRPr>
          </a:p>
        </p:txBody>
      </p:sp>
      <p:sp>
        <p:nvSpPr>
          <p:cNvPr id="24" name="Title 23">
            <a:extLst>
              <a:ext uri="{FF2B5EF4-FFF2-40B4-BE49-F238E27FC236}">
                <a16:creationId xmlns:a16="http://schemas.microsoft.com/office/drawing/2014/main" id="{F9ABD725-11B8-E945-8CD4-EAA19806120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81855" y="1681123"/>
            <a:ext cx="5983721" cy="1662763"/>
          </a:xfrm>
        </p:spPr>
        <p:txBody>
          <a:bodyPr lIns="0" anchor="t" anchorCtr="0">
            <a:spAutoFit/>
          </a:bodyPr>
          <a:lstStyle>
            <a:lvl1pPr>
              <a:lnSpc>
                <a:spcPct val="80000"/>
              </a:lnSpc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Section</a:t>
            </a:r>
            <a:br>
              <a:rPr lang="en-US"/>
            </a:br>
            <a:r>
              <a:rPr lang="en-US"/>
              <a:t>Divider</a:t>
            </a:r>
          </a:p>
        </p:txBody>
      </p:sp>
      <p:pic>
        <p:nvPicPr>
          <p:cNvPr id="4" name="Picture 3" descr="A picture containing text, clock, gauge&#10;&#10;Description automatically generated">
            <a:extLst>
              <a:ext uri="{FF2B5EF4-FFF2-40B4-BE49-F238E27FC236}">
                <a16:creationId xmlns:a16="http://schemas.microsoft.com/office/drawing/2014/main" id="{E889D6CF-FC0E-4E86-BE1B-D1446813289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08513" y="6428091"/>
            <a:ext cx="849359" cy="207621"/>
          </a:xfrm>
          <a:prstGeom prst="rect">
            <a:avLst/>
          </a:prstGeom>
          <a:solidFill>
            <a:schemeClr val="accent1"/>
          </a:solidFill>
        </p:spPr>
      </p:pic>
    </p:spTree>
    <p:extLst>
      <p:ext uri="{BB962C8B-B14F-4D97-AF65-F5344CB8AC3E}">
        <p14:creationId xmlns:p14="http://schemas.microsoft.com/office/powerpoint/2010/main" val="22631557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744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Section-Divider_With-Ima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Picture Placeholder 3" descr="A picture containing person, indoor, computer&#10;&#10;Description automatically generated">
            <a:extLst>
              <a:ext uri="{FF2B5EF4-FFF2-40B4-BE49-F238E27FC236}">
                <a16:creationId xmlns:a16="http://schemas.microsoft.com/office/drawing/2014/main" id="{29B7257A-0D19-034B-8984-14C93229065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1" y="0"/>
            <a:ext cx="7116271" cy="6858000"/>
          </a:xfrm>
          <a:prstGeom prst="rect">
            <a:avLst/>
          </a:prstGeom>
        </p:spPr>
      </p:pic>
      <p:sp>
        <p:nvSpPr>
          <p:cNvPr id="26" name="Slide Number Placeholder 5">
            <a:extLst>
              <a:ext uri="{FF2B5EF4-FFF2-40B4-BE49-F238E27FC236}">
                <a16:creationId xmlns:a16="http://schemas.microsoft.com/office/drawing/2014/main" id="{BFF4C0A8-A1B3-7141-BE11-4E7431FDFBAA}"/>
              </a:ext>
            </a:extLst>
          </p:cNvPr>
          <p:cNvSpPr txBox="1">
            <a:spLocks/>
          </p:cNvSpPr>
          <p:nvPr userDrawn="1"/>
        </p:nvSpPr>
        <p:spPr>
          <a:xfrm>
            <a:off x="78952" y="6361009"/>
            <a:ext cx="629079" cy="489496"/>
          </a:xfrm>
          <a:prstGeom prst="rect">
            <a:avLst/>
          </a:prstGeom>
        </p:spPr>
        <p:txBody>
          <a:bodyPr vert="horz" wrap="none" lIns="121920" tIns="60960" rIns="121920" bIns="6096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1A290D8D-6BA0-418D-AFED-C65293F70DA0}" type="slidenum">
              <a:rPr lang="en-US" sz="1400" b="1" i="0" smtClean="0">
                <a:solidFill>
                  <a:schemeClr val="bg1"/>
                </a:solidFill>
                <a:latin typeface="Bebas Neue Bold" charset="0"/>
                <a:ea typeface="Bebas Neue Bold" charset="0"/>
                <a:cs typeface="Bebas Neue Bold" charset="0"/>
              </a:rPr>
              <a:pPr algn="ctr"/>
              <a:t>‹#›</a:t>
            </a:fld>
            <a:endParaRPr lang="en-US" sz="1400" b="1" i="0">
              <a:solidFill>
                <a:schemeClr val="bg1"/>
              </a:solidFill>
              <a:latin typeface="Bebas Neue Bold" charset="0"/>
              <a:ea typeface="Bebas Neue Bold" charset="0"/>
              <a:cs typeface="Bebas Neue Bold" charset="0"/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117EB8E4-1137-064B-8FF0-F53172A4C896}"/>
              </a:ext>
            </a:extLst>
          </p:cNvPr>
          <p:cNvGrpSpPr/>
          <p:nvPr userDrawn="1"/>
        </p:nvGrpSpPr>
        <p:grpSpPr>
          <a:xfrm>
            <a:off x="0" y="0"/>
            <a:ext cx="786983" cy="786983"/>
            <a:chOff x="3962400" y="0"/>
            <a:chExt cx="786983" cy="786983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AC45EC90-6788-6347-AC2F-059207B644D2}"/>
                </a:ext>
              </a:extLst>
            </p:cNvPr>
            <p:cNvSpPr/>
            <p:nvPr/>
          </p:nvSpPr>
          <p:spPr>
            <a:xfrm>
              <a:off x="3962400" y="0"/>
              <a:ext cx="786983" cy="78698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 spc="300">
                <a:latin typeface="linea-basic-10" charset="0"/>
                <a:ea typeface="linea-basic-10" charset="0"/>
                <a:cs typeface="linea-basic-10" charset="0"/>
              </a:endParaRPr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3A5C212A-8E7F-C24E-8E1A-A8AC2B5631F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4160458" y="155747"/>
              <a:ext cx="390867" cy="475488"/>
            </a:xfrm>
            <a:prstGeom prst="rect">
              <a:avLst/>
            </a:prstGeom>
          </p:spPr>
        </p:pic>
      </p:grpSp>
      <p:sp>
        <p:nvSpPr>
          <p:cNvPr id="10" name="Square Gradient">
            <a:extLst>
              <a:ext uri="{FF2B5EF4-FFF2-40B4-BE49-F238E27FC236}">
                <a16:creationId xmlns:a16="http://schemas.microsoft.com/office/drawing/2014/main" id="{660C4738-0AA6-2E4A-A5DF-AEC05AA20AA4}"/>
              </a:ext>
            </a:extLst>
          </p:cNvPr>
          <p:cNvSpPr/>
          <p:nvPr userDrawn="1"/>
        </p:nvSpPr>
        <p:spPr>
          <a:xfrm>
            <a:off x="5071466" y="830578"/>
            <a:ext cx="6140820" cy="5047707"/>
          </a:xfrm>
          <a:prstGeom prst="rect">
            <a:avLst/>
          </a:prstGeom>
          <a:gradFill>
            <a:gsLst>
              <a:gs pos="20000">
                <a:srgbClr val="E20074"/>
              </a:gs>
              <a:gs pos="53000">
                <a:srgbClr val="A30454"/>
              </a:gs>
              <a:gs pos="100000">
                <a:srgbClr val="640834"/>
              </a:gs>
            </a:gsLst>
            <a:lin ang="45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spc="300">
              <a:latin typeface="Bebas Neue Book" charset="0"/>
              <a:ea typeface="Bebas Neue Book" charset="0"/>
              <a:cs typeface="Bebas Neue Book" charset="0"/>
            </a:endParaRP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F8E8E479-5144-FC46-A840-7BFD5205AC23}"/>
              </a:ext>
            </a:extLst>
          </p:cNvPr>
          <p:cNvCxnSpPr/>
          <p:nvPr/>
        </p:nvCxnSpPr>
        <p:spPr>
          <a:xfrm>
            <a:off x="5071465" y="4326059"/>
            <a:ext cx="343990" cy="0"/>
          </a:xfrm>
          <a:prstGeom prst="line">
            <a:avLst/>
          </a:prstGeom>
          <a:ln w="254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6" name="Group 15">
            <a:extLst>
              <a:ext uri="{FF2B5EF4-FFF2-40B4-BE49-F238E27FC236}">
                <a16:creationId xmlns:a16="http://schemas.microsoft.com/office/drawing/2014/main" id="{A2DC3DB3-7644-D941-8CF9-DBFF90AACB49}"/>
              </a:ext>
            </a:extLst>
          </p:cNvPr>
          <p:cNvGrpSpPr/>
          <p:nvPr userDrawn="1"/>
        </p:nvGrpSpPr>
        <p:grpSpPr>
          <a:xfrm>
            <a:off x="0" y="0"/>
            <a:ext cx="786983" cy="786983"/>
            <a:chOff x="1036572" y="786063"/>
            <a:chExt cx="2286000" cy="2286000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E9FEF995-0869-1B4F-9B14-FAA7546B952B}"/>
                </a:ext>
              </a:extLst>
            </p:cNvPr>
            <p:cNvSpPr/>
            <p:nvPr userDrawn="1"/>
          </p:nvSpPr>
          <p:spPr>
            <a:xfrm>
              <a:off x="1036572" y="786063"/>
              <a:ext cx="2286000" cy="2286000"/>
            </a:xfrm>
            <a:prstGeom prst="rect">
              <a:avLst/>
            </a:prstGeom>
            <a:solidFill>
              <a:srgbClr val="E2007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 spc="300">
                <a:latin typeface="linea-basic-10" charset="0"/>
                <a:ea typeface="linea-basic-10" charset="0"/>
                <a:cs typeface="linea-basic-10" charset="0"/>
              </a:endParaRPr>
            </a:p>
          </p:txBody>
        </p:sp>
        <p:pic>
          <p:nvPicPr>
            <p:cNvPr id="18" name="Picture 17" descr="A picture containing text, clipart&#10;&#10;Description automatically generated">
              <a:extLst>
                <a:ext uri="{FF2B5EF4-FFF2-40B4-BE49-F238E27FC236}">
                  <a16:creationId xmlns:a16="http://schemas.microsoft.com/office/drawing/2014/main" id="{DF3FB101-AA04-9241-A825-0669F1D5A412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617424" y="1245734"/>
              <a:ext cx="1124296" cy="1366659"/>
            </a:xfrm>
            <a:prstGeom prst="rect">
              <a:avLst/>
            </a:prstGeom>
          </p:spPr>
        </p:pic>
      </p:grpSp>
      <p:sp>
        <p:nvSpPr>
          <p:cNvPr id="3" name="Section Divider">
            <a:extLst>
              <a:ext uri="{FF2B5EF4-FFF2-40B4-BE49-F238E27FC236}">
                <a16:creationId xmlns:a16="http://schemas.microsoft.com/office/drawing/2014/main" id="{FFEF1EDB-A271-4047-8E82-9A989E40A69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661260" y="3387688"/>
            <a:ext cx="5149494" cy="1285196"/>
          </a:xfrm>
        </p:spPr>
        <p:txBody>
          <a:bodyPr lIns="0" anchor="b" anchorCtr="0">
            <a:spAutoFit/>
          </a:bodyPr>
          <a:lstStyle>
            <a:lvl1pPr marL="0" indent="0">
              <a:buNone/>
              <a:defRPr lang="en-US" sz="4800" b="1" kern="1200" dirty="0">
                <a:solidFill>
                  <a:schemeClr val="bg1"/>
                </a:solidFill>
                <a:latin typeface="TeleNeo Office ExtraBold" panose="020B0504040202090203" pitchFamily="34" charset="77"/>
                <a:ea typeface="Roboto Light" charset="0"/>
                <a:cs typeface="Roboto Light" charset="0"/>
              </a:defRPr>
            </a:lvl1pPr>
            <a:lvl2pPr marL="457200" indent="0">
              <a:buNone/>
              <a:defRPr/>
            </a:lvl2pPr>
          </a:lstStyle>
          <a:p>
            <a:pPr marL="0" lvl="0" algn="l" defTabSz="914400" rtl="0" eaLnBrk="1" latinLnBrk="0" hangingPunct="1">
              <a:lnSpc>
                <a:spcPct val="80000"/>
              </a:lnSpc>
            </a:pPr>
            <a:r>
              <a:rPr lang="en-US"/>
              <a:t>Section </a:t>
            </a:r>
            <a:br>
              <a:rPr lang="en-US"/>
            </a:br>
            <a:r>
              <a:rPr lang="en-US"/>
              <a:t>Divider</a:t>
            </a:r>
          </a:p>
        </p:txBody>
      </p:sp>
      <p:sp>
        <p:nvSpPr>
          <p:cNvPr id="5" name="Subtext">
            <a:extLst>
              <a:ext uri="{FF2B5EF4-FFF2-40B4-BE49-F238E27FC236}">
                <a16:creationId xmlns:a16="http://schemas.microsoft.com/office/drawing/2014/main" id="{D61E4560-1CF7-DA40-8E4B-E5B14F244A1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661260" y="1200440"/>
            <a:ext cx="2455863" cy="225547"/>
          </a:xfrm>
        </p:spPr>
        <p:txBody>
          <a:bodyPr lIns="0">
            <a:spAutoFit/>
          </a:bodyPr>
          <a:lstStyle>
            <a:lvl1pPr marL="0" indent="0">
              <a:buNone/>
              <a:defRPr lang="en-US" sz="1200" b="1" kern="1200" spc="300" dirty="0">
                <a:solidFill>
                  <a:schemeClr val="bg1"/>
                </a:solidFill>
                <a:latin typeface="TeleNeo Office ExtraBold" panose="020B0504040202090203" pitchFamily="34" charset="77"/>
                <a:ea typeface="Bebas Neue Bold" charset="0"/>
                <a:cs typeface="Bebas Neue Bold" charset="0"/>
              </a:defRPr>
            </a:lvl1pPr>
          </a:lstStyle>
          <a:p>
            <a:pPr marL="0" lvl="0" algn="l" defTabSz="914400" rtl="0" eaLnBrk="1" latinLnBrk="0" hangingPunct="1">
              <a:lnSpc>
                <a:spcPct val="80000"/>
              </a:lnSpc>
            </a:pPr>
            <a:r>
              <a:rPr lang="en-US"/>
              <a:t>SUBTEXT</a:t>
            </a:r>
          </a:p>
        </p:txBody>
      </p:sp>
      <p:sp>
        <p:nvSpPr>
          <p:cNvPr id="22" name="2 Lines of text">
            <a:extLst>
              <a:ext uri="{FF2B5EF4-FFF2-40B4-BE49-F238E27FC236}">
                <a16:creationId xmlns:a16="http://schemas.microsoft.com/office/drawing/2014/main" id="{22B87C4C-46C5-8F4F-976B-E435BC3E49A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661260" y="4562038"/>
            <a:ext cx="5168591" cy="699395"/>
          </a:xfrm>
        </p:spPr>
        <p:txBody>
          <a:bodyPr lIns="0">
            <a:noAutofit/>
          </a:bodyPr>
          <a:lstStyle>
            <a:lvl1pPr marL="0" marR="0" indent="0" algn="l" defTabSz="914400" rtl="0" eaLnBrk="1" fontAlgn="auto" latinLnBrk="0" hangingPunct="1">
              <a:lnSpc>
                <a:spcPts val="2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lang="en-US" sz="1400" b="0" kern="1200" dirty="0">
                <a:solidFill>
                  <a:schemeClr val="bg1"/>
                </a:solidFill>
                <a:latin typeface="TeleNeo Office" panose="020B0504040202090203" pitchFamily="34" charset="77"/>
                <a:ea typeface="Roboto Light" charset="0"/>
                <a:cs typeface="Roboto Light" charset="0"/>
              </a:defRPr>
            </a:lvl1pPr>
            <a:lvl4pPr marL="1371600" indent="0">
              <a:buNone/>
              <a:defRPr>
                <a:solidFill>
                  <a:schemeClr val="bg1"/>
                </a:solidFill>
              </a:defRPr>
            </a:lvl4pPr>
          </a:lstStyle>
          <a:p>
            <a:pPr marL="0" lvl="0" algn="l" defTabSz="914400" rtl="0" eaLnBrk="1" latinLnBrk="0" hangingPunct="1">
              <a:lnSpc>
                <a:spcPts val="2000"/>
              </a:lnSpc>
            </a:pPr>
            <a:r>
              <a:rPr lang="en-US"/>
              <a:t>Please limit this to 2 lines of text</a:t>
            </a:r>
          </a:p>
          <a:p>
            <a:pPr marL="0" marR="0" lvl="0" indent="0" algn="l" defTabSz="914400" rtl="0" eaLnBrk="1" fontAlgn="auto" latinLnBrk="0" hangingPunct="1">
              <a:lnSpc>
                <a:spcPts val="2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US"/>
              <a:t>Please limit this to 2 lines of text</a:t>
            </a:r>
            <a:endParaRPr lang="en-US" sz="1400" kern="1200">
              <a:solidFill>
                <a:schemeClr val="bg1"/>
              </a:solidFill>
              <a:latin typeface="TeleNeo Office" panose="020B0504040202090203" pitchFamily="34" charset="77"/>
              <a:cs typeface="Roboto Light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0870389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744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Section-Divider_3-Up-Photo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377EFE61-7E38-B240-8B05-A454D15190CE}"/>
              </a:ext>
            </a:extLst>
          </p:cNvPr>
          <p:cNvSpPr/>
          <p:nvPr userDrawn="1"/>
        </p:nvSpPr>
        <p:spPr>
          <a:xfrm>
            <a:off x="0" y="0"/>
            <a:ext cx="5071466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Slide Number Placeholder 5">
            <a:extLst>
              <a:ext uri="{FF2B5EF4-FFF2-40B4-BE49-F238E27FC236}">
                <a16:creationId xmlns:a16="http://schemas.microsoft.com/office/drawing/2014/main" id="{BFF4C0A8-A1B3-7141-BE11-4E7431FDFBAA}"/>
              </a:ext>
            </a:extLst>
          </p:cNvPr>
          <p:cNvSpPr txBox="1">
            <a:spLocks/>
          </p:cNvSpPr>
          <p:nvPr userDrawn="1"/>
        </p:nvSpPr>
        <p:spPr>
          <a:xfrm>
            <a:off x="78952" y="6361009"/>
            <a:ext cx="629079" cy="489496"/>
          </a:xfrm>
          <a:prstGeom prst="rect">
            <a:avLst/>
          </a:prstGeom>
        </p:spPr>
        <p:txBody>
          <a:bodyPr vert="horz" wrap="none" lIns="121920" tIns="60960" rIns="121920" bIns="6096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1A290D8D-6BA0-418D-AFED-C65293F70DA0}" type="slidenum">
              <a:rPr lang="en-US" sz="1400" b="1" i="0" smtClean="0">
                <a:solidFill>
                  <a:schemeClr val="bg1"/>
                </a:solidFill>
                <a:latin typeface="Bebas Neue Bold" charset="0"/>
                <a:ea typeface="Bebas Neue Bold" charset="0"/>
                <a:cs typeface="Bebas Neue Bold" charset="0"/>
              </a:rPr>
              <a:pPr algn="ctr"/>
              <a:t>‹#›</a:t>
            </a:fld>
            <a:endParaRPr lang="en-US" sz="1400" b="1" i="0">
              <a:solidFill>
                <a:schemeClr val="bg1"/>
              </a:solidFill>
              <a:latin typeface="Bebas Neue Bold" charset="0"/>
              <a:ea typeface="Bebas Neue Bold" charset="0"/>
              <a:cs typeface="Bebas Neue Bold" charset="0"/>
            </a:endParaRPr>
          </a:p>
        </p:txBody>
      </p:sp>
      <p:sp>
        <p:nvSpPr>
          <p:cNvPr id="9" name="Picture Placeholder 2">
            <a:extLst>
              <a:ext uri="{FF2B5EF4-FFF2-40B4-BE49-F238E27FC236}">
                <a16:creationId xmlns:a16="http://schemas.microsoft.com/office/drawing/2014/main" id="{93C4B970-2625-9143-B0AA-46A35BEF419C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5592166" y="861933"/>
            <a:ext cx="2044805" cy="4616783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anchor="ctr"/>
          <a:lstStyle>
            <a:lvl1pPr marL="0" indent="0" algn="ctr">
              <a:buNone/>
              <a:defRPr lang="en-US" sz="1600" b="1" kern="1200">
                <a:solidFill>
                  <a:schemeClr val="tx2"/>
                </a:solidFill>
                <a:latin typeface="TeleNeo Office ExtraBold" panose="020B0504040202090203" pitchFamily="34" charset="77"/>
                <a:ea typeface="Roboto" charset="0"/>
                <a:cs typeface="+mn-cs"/>
              </a:defRPr>
            </a:lvl1pPr>
          </a:lstStyle>
          <a:p>
            <a:r>
              <a:rPr lang="en-US"/>
              <a:t>Drag &amp; Drop Image</a:t>
            </a:r>
          </a:p>
        </p:txBody>
      </p:sp>
      <p:sp>
        <p:nvSpPr>
          <p:cNvPr id="10" name="Picture Placeholder 2">
            <a:extLst>
              <a:ext uri="{FF2B5EF4-FFF2-40B4-BE49-F238E27FC236}">
                <a16:creationId xmlns:a16="http://schemas.microsoft.com/office/drawing/2014/main" id="{D1A1FE4B-D955-CA45-A652-E01219BA6362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636971" y="861933"/>
            <a:ext cx="2044805" cy="4616783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anchor="ctr"/>
          <a:lstStyle>
            <a:lvl1pPr marL="0" indent="0" algn="ctr">
              <a:buNone/>
              <a:defRPr sz="1600" b="0" i="0">
                <a:latin typeface="Source Sans Pro" charset="0"/>
                <a:ea typeface="Source Sans Pro" charset="0"/>
                <a:cs typeface="Source Sans Pro" charset="0"/>
              </a:defRPr>
            </a:lvl1pPr>
          </a:lstStyle>
          <a:p>
            <a:r>
              <a:rPr lang="en-US"/>
              <a:t>Drag &amp; Drop Image</a:t>
            </a:r>
          </a:p>
        </p:txBody>
      </p:sp>
      <p:sp>
        <p:nvSpPr>
          <p:cNvPr id="11" name="Picture Placeholder 2">
            <a:extLst>
              <a:ext uri="{FF2B5EF4-FFF2-40B4-BE49-F238E27FC236}">
                <a16:creationId xmlns:a16="http://schemas.microsoft.com/office/drawing/2014/main" id="{D5F792FF-E408-954C-AE43-15E0FC1A066D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9681776" y="861933"/>
            <a:ext cx="2044805" cy="4616783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anchor="ctr"/>
          <a:lstStyle>
            <a:lvl1pPr marL="0" indent="0" algn="ctr">
              <a:buNone/>
              <a:defRPr sz="1600" b="0" i="0">
                <a:latin typeface="Source Sans Pro" charset="0"/>
                <a:ea typeface="Source Sans Pro" charset="0"/>
                <a:cs typeface="Source Sans Pro" charset="0"/>
              </a:defRPr>
            </a:lvl1pPr>
          </a:lstStyle>
          <a:p>
            <a:r>
              <a:rPr lang="en-US"/>
              <a:t>Drag &amp; Drop Image</a:t>
            </a: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4D9657B4-8EB3-D947-8FEE-F2602BEF7942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592166" y="5697480"/>
            <a:ext cx="1885080" cy="315572"/>
          </a:xfrm>
        </p:spPr>
        <p:txBody>
          <a:bodyPr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 lang="en-US" sz="1600" b="1" kern="1200" dirty="0">
                <a:solidFill>
                  <a:schemeClr val="tx2"/>
                </a:solidFill>
                <a:latin typeface="TeleNeo Office ExtraBold" panose="020B0504040202090203" pitchFamily="34" charset="77"/>
                <a:ea typeface="Roboto" charset="0"/>
                <a:cs typeface="+mn-cs"/>
              </a:defRPr>
            </a:lvl1pPr>
          </a:lstStyle>
          <a:p>
            <a:pPr lvl="0"/>
            <a:r>
              <a:rPr lang="en-US"/>
              <a:t>LABEL</a:t>
            </a:r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5D17D41A-C14E-9441-B614-495D6C3A2CF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592166" y="6007100"/>
            <a:ext cx="1873505" cy="850900"/>
          </a:xfrm>
        </p:spPr>
        <p:txBody>
          <a:bodyPr>
            <a:noAutofit/>
          </a:bodyPr>
          <a:lstStyle>
            <a:lvl1pPr marL="0" indent="0">
              <a:buNone/>
              <a:defRPr sz="1200" b="0" i="0">
                <a:latin typeface="TeleNeo Office" panose="020B0504040202090203" pitchFamily="34" charset="77"/>
              </a:defRPr>
            </a:lvl1pPr>
            <a:lvl2pPr>
              <a:defRPr sz="1200" b="0" i="0">
                <a:latin typeface="TeleNeo Office" panose="020B0504040202090203" pitchFamily="34" charset="77"/>
              </a:defRPr>
            </a:lvl2pPr>
            <a:lvl3pPr>
              <a:defRPr sz="1200" b="0" i="0">
                <a:latin typeface="TeleNeo Office" panose="020B0504040202090203" pitchFamily="34" charset="77"/>
              </a:defRPr>
            </a:lvl3pPr>
            <a:lvl4pPr>
              <a:defRPr sz="1200" b="0" i="0">
                <a:latin typeface="TeleNeo Office" panose="020B0504040202090203" pitchFamily="34" charset="77"/>
              </a:defRPr>
            </a:lvl4pPr>
            <a:lvl5pPr>
              <a:defRPr sz="1200" b="0" i="0">
                <a:latin typeface="TeleNeo Office" panose="020B0504040202090203" pitchFamily="34" charset="77"/>
              </a:defRPr>
            </a:lvl5pPr>
          </a:lstStyle>
          <a:p>
            <a:pPr lvl="0"/>
            <a:r>
              <a:rPr lang="en-US"/>
              <a:t>Description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1E67FFCA-CD1C-1048-95E7-46999FA57BB9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7636971" y="5697480"/>
            <a:ext cx="1885080" cy="315572"/>
          </a:xfrm>
        </p:spPr>
        <p:txBody>
          <a:bodyPr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 lang="en-US" sz="1600" b="1" kern="1200" dirty="0">
                <a:solidFill>
                  <a:schemeClr val="tx2"/>
                </a:solidFill>
                <a:latin typeface="TeleNeo Office ExtraBold" panose="020B0504040202090203" pitchFamily="34" charset="77"/>
                <a:ea typeface="Roboto" charset="0"/>
                <a:cs typeface="+mn-cs"/>
              </a:defRPr>
            </a:lvl1pPr>
          </a:lstStyle>
          <a:p>
            <a:pPr lvl="0"/>
            <a:r>
              <a:rPr lang="en-US"/>
              <a:t>LABEL</a:t>
            </a:r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D9CBA44B-B3DB-F64C-9430-ED67EC231C53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7636971" y="6007100"/>
            <a:ext cx="1873505" cy="850900"/>
          </a:xfrm>
        </p:spPr>
        <p:txBody>
          <a:bodyPr>
            <a:noAutofit/>
          </a:bodyPr>
          <a:lstStyle>
            <a:lvl1pPr marL="0" indent="0">
              <a:buNone/>
              <a:defRPr sz="1200" b="0" i="0">
                <a:latin typeface="TeleNeo Office" panose="020B0504040202090203" pitchFamily="34" charset="77"/>
              </a:defRPr>
            </a:lvl1pPr>
            <a:lvl2pPr>
              <a:defRPr sz="1200" b="0" i="0">
                <a:latin typeface="TeleNeo Office" panose="020B0504040202090203" pitchFamily="34" charset="77"/>
              </a:defRPr>
            </a:lvl2pPr>
            <a:lvl3pPr>
              <a:defRPr sz="1200" b="0" i="0">
                <a:latin typeface="TeleNeo Office" panose="020B0504040202090203" pitchFamily="34" charset="77"/>
              </a:defRPr>
            </a:lvl3pPr>
            <a:lvl4pPr>
              <a:defRPr sz="1200" b="0" i="0">
                <a:latin typeface="TeleNeo Office" panose="020B0504040202090203" pitchFamily="34" charset="77"/>
              </a:defRPr>
            </a:lvl4pPr>
            <a:lvl5pPr>
              <a:defRPr sz="1200" b="0" i="0">
                <a:latin typeface="TeleNeo Office" panose="020B0504040202090203" pitchFamily="34" charset="77"/>
              </a:defRPr>
            </a:lvl5pPr>
          </a:lstStyle>
          <a:p>
            <a:pPr lvl="0"/>
            <a:r>
              <a:rPr lang="en-US"/>
              <a:t>Description</a:t>
            </a:r>
          </a:p>
        </p:txBody>
      </p: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E02824CD-73FB-8F4D-AD13-EC6393F33413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9681776" y="5697480"/>
            <a:ext cx="1885080" cy="315572"/>
          </a:xfrm>
        </p:spPr>
        <p:txBody>
          <a:bodyPr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 lang="en-US" sz="1600" b="1" kern="1200" dirty="0">
                <a:solidFill>
                  <a:schemeClr val="tx2"/>
                </a:solidFill>
                <a:latin typeface="TeleNeo Office ExtraBold" panose="020B0504040202090203" pitchFamily="34" charset="77"/>
                <a:ea typeface="Roboto" charset="0"/>
                <a:cs typeface="+mn-cs"/>
              </a:defRPr>
            </a:lvl1pPr>
          </a:lstStyle>
          <a:p>
            <a:pPr lvl="0"/>
            <a:r>
              <a:rPr lang="en-US"/>
              <a:t>LABEL</a:t>
            </a:r>
          </a:p>
        </p:txBody>
      </p:sp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02EAD409-BCEE-8B4B-8147-D84C4B22943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9681776" y="6007100"/>
            <a:ext cx="1873505" cy="850900"/>
          </a:xfrm>
        </p:spPr>
        <p:txBody>
          <a:bodyPr>
            <a:noAutofit/>
          </a:bodyPr>
          <a:lstStyle>
            <a:lvl1pPr marL="0" indent="0">
              <a:buNone/>
              <a:defRPr sz="1200" b="0" i="0">
                <a:latin typeface="TeleNeo Office" panose="020B0504040202090203" pitchFamily="34" charset="77"/>
              </a:defRPr>
            </a:lvl1pPr>
            <a:lvl2pPr>
              <a:defRPr sz="1200" b="0" i="0">
                <a:latin typeface="TeleNeo Office" panose="020B0504040202090203" pitchFamily="34" charset="77"/>
              </a:defRPr>
            </a:lvl2pPr>
            <a:lvl3pPr>
              <a:defRPr sz="1200" b="0" i="0">
                <a:latin typeface="TeleNeo Office" panose="020B0504040202090203" pitchFamily="34" charset="77"/>
              </a:defRPr>
            </a:lvl3pPr>
            <a:lvl4pPr>
              <a:defRPr sz="1200" b="0" i="0">
                <a:latin typeface="TeleNeo Office" panose="020B0504040202090203" pitchFamily="34" charset="77"/>
              </a:defRPr>
            </a:lvl4pPr>
            <a:lvl5pPr>
              <a:defRPr sz="1200" b="0" i="0">
                <a:latin typeface="TeleNeo Office" panose="020B0504040202090203" pitchFamily="34" charset="77"/>
              </a:defRPr>
            </a:lvl5pPr>
          </a:lstStyle>
          <a:p>
            <a:pPr lvl="0"/>
            <a:r>
              <a:rPr lang="en-US"/>
              <a:t>Description</a:t>
            </a:r>
          </a:p>
        </p:txBody>
      </p:sp>
      <p:sp>
        <p:nvSpPr>
          <p:cNvPr id="20" name="Title 23">
            <a:extLst>
              <a:ext uri="{FF2B5EF4-FFF2-40B4-BE49-F238E27FC236}">
                <a16:creationId xmlns:a16="http://schemas.microsoft.com/office/drawing/2014/main" id="{4931CCE8-4108-B646-BD0A-E4AE386E09C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81855" y="1681123"/>
            <a:ext cx="3462823" cy="1662763"/>
          </a:xfrm>
        </p:spPr>
        <p:txBody>
          <a:bodyPr wrap="square" lIns="0" anchor="t" anchorCtr="0">
            <a:spAutoFit/>
          </a:bodyPr>
          <a:lstStyle>
            <a:lvl1pPr>
              <a:lnSpc>
                <a:spcPct val="80000"/>
              </a:lnSpc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Section</a:t>
            </a:r>
            <a:br>
              <a:rPr lang="en-US"/>
            </a:br>
            <a:r>
              <a:rPr lang="en-US"/>
              <a:t>Divider</a:t>
            </a:r>
          </a:p>
        </p:txBody>
      </p:sp>
    </p:spTree>
    <p:extLst>
      <p:ext uri="{BB962C8B-B14F-4D97-AF65-F5344CB8AC3E}">
        <p14:creationId xmlns:p14="http://schemas.microsoft.com/office/powerpoint/2010/main" val="35784690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744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Text-Layouts_2-Column-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ection Divider">
            <a:extLst>
              <a:ext uri="{FF2B5EF4-FFF2-40B4-BE49-F238E27FC236}">
                <a16:creationId xmlns:a16="http://schemas.microsoft.com/office/drawing/2014/main" id="{1292A5B7-F392-A34A-96F9-A0251BC247B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002638" y="1124119"/>
            <a:ext cx="8178800" cy="947750"/>
          </a:xfrm>
          <a:prstGeom prst="rect">
            <a:avLst/>
          </a:prstGeom>
        </p:spPr>
        <p:txBody>
          <a:bodyPr lIns="0">
            <a:normAutofit/>
          </a:bodyPr>
          <a:lstStyle>
            <a:lvl1pPr marL="0" indent="0">
              <a:buNone/>
              <a:defRPr lang="en-US" sz="4800" b="1" kern="1200" dirty="0">
                <a:solidFill>
                  <a:schemeClr val="accent1"/>
                </a:solidFill>
                <a:latin typeface="TeleNeo Office ExtraBold" panose="020B0504040202090203" pitchFamily="34" charset="77"/>
                <a:ea typeface="Roboto Light" charset="0"/>
                <a:cs typeface="Roboto Light" charset="0"/>
              </a:defRPr>
            </a:lvl1pPr>
            <a:lvl2pPr marL="457200" indent="0">
              <a:buNone/>
              <a:defRPr/>
            </a:lvl2pPr>
          </a:lstStyle>
          <a:p>
            <a:pPr marL="0" lvl="0" algn="l" defTabSz="914400" rtl="0" eaLnBrk="1" latinLnBrk="0" hangingPunct="1">
              <a:lnSpc>
                <a:spcPct val="80000"/>
              </a:lnSpc>
            </a:pPr>
            <a:r>
              <a:rPr lang="en-US"/>
              <a:t>Title Highlight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E455D354-D220-CB46-9CAB-1571B9C5532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002638" y="2523738"/>
            <a:ext cx="4067837" cy="3819525"/>
          </a:xfrm>
          <a:prstGeom prst="rect">
            <a:avLst/>
          </a:prstGeom>
        </p:spPr>
        <p:txBody>
          <a:bodyPr lIns="0"/>
          <a:lstStyle>
            <a:lvl1pPr marL="285750" indent="-285750">
              <a:buFont typeface="Arial" panose="020B0604020202020204" pitchFamily="34" charset="0"/>
              <a:buChar char="•"/>
              <a:defRPr sz="1400" b="0" i="0">
                <a:latin typeface="TeleNeo Office" panose="020B0504040202090203" pitchFamily="34" charset="77"/>
              </a:defRPr>
            </a:lvl1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labore</a:t>
            </a:r>
            <a:r>
              <a:rPr lang="en-US"/>
              <a:t> et dolore magna </a:t>
            </a:r>
            <a:r>
              <a:rPr lang="en-US" err="1"/>
              <a:t>aliqua</a:t>
            </a:r>
            <a:r>
              <a:rPr lang="en-US"/>
              <a:t>.  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sit </a:t>
            </a:r>
            <a:r>
              <a:rPr lang="en-US" err="1"/>
              <a:t>amet</a:t>
            </a:r>
            <a:r>
              <a:rPr lang="en-US"/>
              <a:t>. </a:t>
            </a:r>
          </a:p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. 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labore</a:t>
            </a:r>
            <a:r>
              <a:rPr lang="en-US"/>
              <a:t> et dolore magna </a:t>
            </a:r>
            <a:r>
              <a:rPr lang="en-US" err="1"/>
              <a:t>aliqua</a:t>
            </a:r>
            <a:r>
              <a:rPr lang="en-US"/>
              <a:t>.  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sit </a:t>
            </a:r>
            <a:r>
              <a:rPr lang="en-US" err="1"/>
              <a:t>amet</a:t>
            </a:r>
            <a:r>
              <a:rPr lang="en-US"/>
              <a:t>. </a:t>
            </a:r>
          </a:p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. 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labore</a:t>
            </a:r>
            <a:r>
              <a:rPr lang="en-US"/>
              <a:t> et dolore magna </a:t>
            </a:r>
            <a:r>
              <a:rPr lang="en-US" err="1"/>
              <a:t>aliqua</a:t>
            </a:r>
            <a:r>
              <a:rPr lang="en-US"/>
              <a:t>.  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sit </a:t>
            </a:r>
            <a:r>
              <a:rPr lang="en-US" err="1"/>
              <a:t>amet</a:t>
            </a:r>
            <a:r>
              <a:rPr lang="en-US"/>
              <a:t>. Lorem ipsum dolor sit </a:t>
            </a:r>
            <a:r>
              <a:rPr lang="en-US" err="1"/>
              <a:t>amet</a:t>
            </a:r>
            <a:r>
              <a:rPr lang="en-US"/>
              <a:t>.</a:t>
            </a:r>
          </a:p>
        </p:txBody>
      </p:sp>
      <p:sp>
        <p:nvSpPr>
          <p:cNvPr id="25" name="Text Placeholder 14">
            <a:extLst>
              <a:ext uri="{FF2B5EF4-FFF2-40B4-BE49-F238E27FC236}">
                <a16:creationId xmlns:a16="http://schemas.microsoft.com/office/drawing/2014/main" id="{3987D8D1-1A96-1A43-8706-FEFBA6A3E75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119150" y="2523738"/>
            <a:ext cx="4090987" cy="3819525"/>
          </a:xfrm>
          <a:prstGeom prst="rect">
            <a:avLst/>
          </a:prstGeom>
        </p:spPr>
        <p:txBody>
          <a:bodyPr lIns="0"/>
          <a:lstStyle>
            <a:lvl1pPr marL="285750" indent="-285750">
              <a:buFont typeface="Arial" panose="020B0604020202020204" pitchFamily="34" charset="0"/>
              <a:buChar char="•"/>
              <a:defRPr sz="1400" b="0" i="0">
                <a:latin typeface="TeleNeo Office" panose="020B0504040202090203" pitchFamily="34" charset="77"/>
              </a:defRPr>
            </a:lvl1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labore</a:t>
            </a:r>
            <a:r>
              <a:rPr lang="en-US"/>
              <a:t> et dolore magna </a:t>
            </a:r>
            <a:r>
              <a:rPr lang="en-US" err="1"/>
              <a:t>aliqua</a:t>
            </a:r>
            <a:r>
              <a:rPr lang="en-US"/>
              <a:t>.  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sit </a:t>
            </a:r>
            <a:r>
              <a:rPr lang="en-US" err="1"/>
              <a:t>amet</a:t>
            </a:r>
            <a:r>
              <a:rPr lang="en-US"/>
              <a:t>. </a:t>
            </a:r>
          </a:p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. 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labore</a:t>
            </a:r>
            <a:r>
              <a:rPr lang="en-US"/>
              <a:t> et dolore magna </a:t>
            </a:r>
            <a:r>
              <a:rPr lang="en-US" err="1"/>
              <a:t>aliqua</a:t>
            </a:r>
            <a:r>
              <a:rPr lang="en-US"/>
              <a:t>.  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sit </a:t>
            </a:r>
            <a:r>
              <a:rPr lang="en-US" err="1"/>
              <a:t>amet</a:t>
            </a:r>
            <a:r>
              <a:rPr lang="en-US"/>
              <a:t>. </a:t>
            </a:r>
          </a:p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. 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labore</a:t>
            </a:r>
            <a:r>
              <a:rPr lang="en-US"/>
              <a:t> et dolore magna </a:t>
            </a:r>
            <a:r>
              <a:rPr lang="en-US" err="1"/>
              <a:t>aliqua</a:t>
            </a:r>
            <a:r>
              <a:rPr lang="en-US"/>
              <a:t>.  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sit </a:t>
            </a:r>
            <a:r>
              <a:rPr lang="en-US" err="1"/>
              <a:t>amet</a:t>
            </a:r>
            <a:r>
              <a:rPr lang="en-US"/>
              <a:t>. Lorem ipsum dolor sit </a:t>
            </a:r>
            <a:r>
              <a:rPr lang="en-US" err="1"/>
              <a:t>amet</a:t>
            </a:r>
            <a:r>
              <a:rPr lang="en-US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58924325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ext-Layouts_2-Column-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ection Divider">
            <a:extLst>
              <a:ext uri="{FF2B5EF4-FFF2-40B4-BE49-F238E27FC236}">
                <a16:creationId xmlns:a16="http://schemas.microsoft.com/office/drawing/2014/main" id="{1292A5B7-F392-A34A-96F9-A0251BC247B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002638" y="1124119"/>
            <a:ext cx="8178800" cy="947750"/>
          </a:xfrm>
          <a:prstGeom prst="rect">
            <a:avLst/>
          </a:prstGeom>
        </p:spPr>
        <p:txBody>
          <a:bodyPr lIns="0">
            <a:normAutofit/>
          </a:bodyPr>
          <a:lstStyle>
            <a:lvl1pPr marL="0" indent="0">
              <a:buNone/>
              <a:defRPr lang="en-US" sz="4800" b="1" kern="1200" dirty="0">
                <a:solidFill>
                  <a:schemeClr val="accent1"/>
                </a:solidFill>
                <a:latin typeface="TeleNeo Office ExtraBold" panose="020B0504040202090203" pitchFamily="34" charset="77"/>
                <a:ea typeface="Roboto Light" charset="0"/>
                <a:cs typeface="Roboto Light" charset="0"/>
              </a:defRPr>
            </a:lvl1pPr>
            <a:lvl2pPr marL="457200" indent="0">
              <a:buNone/>
              <a:defRPr/>
            </a:lvl2pPr>
          </a:lstStyle>
          <a:p>
            <a:pPr marL="0" lvl="0" algn="l" defTabSz="914400" rtl="0" eaLnBrk="1" latinLnBrk="0" hangingPunct="1">
              <a:lnSpc>
                <a:spcPct val="80000"/>
              </a:lnSpc>
            </a:pPr>
            <a:r>
              <a:rPr lang="en-US"/>
              <a:t>Title Highlight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E455D354-D220-CB46-9CAB-1571B9C5532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002638" y="2523738"/>
            <a:ext cx="4067837" cy="3819525"/>
          </a:xfrm>
          <a:prstGeom prst="rect">
            <a:avLst/>
          </a:prstGeom>
        </p:spPr>
        <p:txBody>
          <a:bodyPr lIns="0"/>
          <a:lstStyle>
            <a:lvl1pPr marL="285750" indent="-285750">
              <a:buFont typeface="Arial" panose="020B0604020202020204" pitchFamily="34" charset="0"/>
              <a:buChar char="•"/>
              <a:defRPr sz="1400" b="0" i="0">
                <a:latin typeface="TeleNeo Office" panose="020B0504040202090203" pitchFamily="34" charset="77"/>
              </a:defRPr>
            </a:lvl1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labore</a:t>
            </a:r>
            <a:r>
              <a:rPr lang="en-US"/>
              <a:t> et dolore magna </a:t>
            </a:r>
            <a:r>
              <a:rPr lang="en-US" err="1"/>
              <a:t>aliqua</a:t>
            </a:r>
            <a:r>
              <a:rPr lang="en-US"/>
              <a:t>.  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sit </a:t>
            </a:r>
            <a:r>
              <a:rPr lang="en-US" err="1"/>
              <a:t>amet</a:t>
            </a:r>
            <a:r>
              <a:rPr lang="en-US"/>
              <a:t>. </a:t>
            </a:r>
          </a:p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. 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labore</a:t>
            </a:r>
            <a:r>
              <a:rPr lang="en-US"/>
              <a:t> et dolore magna </a:t>
            </a:r>
            <a:r>
              <a:rPr lang="en-US" err="1"/>
              <a:t>aliqua</a:t>
            </a:r>
            <a:r>
              <a:rPr lang="en-US"/>
              <a:t>.  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sit </a:t>
            </a:r>
            <a:r>
              <a:rPr lang="en-US" err="1"/>
              <a:t>amet</a:t>
            </a:r>
            <a:r>
              <a:rPr lang="en-US"/>
              <a:t>. </a:t>
            </a:r>
          </a:p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. 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labore</a:t>
            </a:r>
            <a:r>
              <a:rPr lang="en-US"/>
              <a:t> et dolore magna </a:t>
            </a:r>
            <a:r>
              <a:rPr lang="en-US" err="1"/>
              <a:t>aliqua</a:t>
            </a:r>
            <a:r>
              <a:rPr lang="en-US"/>
              <a:t>.  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sit </a:t>
            </a:r>
            <a:r>
              <a:rPr lang="en-US" err="1"/>
              <a:t>amet</a:t>
            </a:r>
            <a:r>
              <a:rPr lang="en-US"/>
              <a:t>. Lorem ipsum dolor sit </a:t>
            </a:r>
            <a:r>
              <a:rPr lang="en-US" err="1"/>
              <a:t>amet</a:t>
            </a:r>
            <a:r>
              <a:rPr lang="en-US"/>
              <a:t>.</a:t>
            </a:r>
          </a:p>
        </p:txBody>
      </p:sp>
      <p:sp>
        <p:nvSpPr>
          <p:cNvPr id="25" name="Text Placeholder 14">
            <a:extLst>
              <a:ext uri="{FF2B5EF4-FFF2-40B4-BE49-F238E27FC236}">
                <a16:creationId xmlns:a16="http://schemas.microsoft.com/office/drawing/2014/main" id="{3987D8D1-1A96-1A43-8706-FEFBA6A3E75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119150" y="2523738"/>
            <a:ext cx="4090987" cy="3819525"/>
          </a:xfrm>
          <a:prstGeom prst="rect">
            <a:avLst/>
          </a:prstGeom>
        </p:spPr>
        <p:txBody>
          <a:bodyPr lIns="0"/>
          <a:lstStyle>
            <a:lvl1pPr marL="285750" indent="-285750">
              <a:buFont typeface="Arial" panose="020B0604020202020204" pitchFamily="34" charset="0"/>
              <a:buChar char="•"/>
              <a:defRPr sz="1400" b="0" i="0">
                <a:latin typeface="TeleNeo Office" panose="020B0504040202090203" pitchFamily="34" charset="77"/>
              </a:defRPr>
            </a:lvl1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labore</a:t>
            </a:r>
            <a:r>
              <a:rPr lang="en-US"/>
              <a:t> et dolore magna </a:t>
            </a:r>
            <a:r>
              <a:rPr lang="en-US" err="1"/>
              <a:t>aliqua</a:t>
            </a:r>
            <a:r>
              <a:rPr lang="en-US"/>
              <a:t>.  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sit </a:t>
            </a:r>
            <a:r>
              <a:rPr lang="en-US" err="1"/>
              <a:t>amet</a:t>
            </a:r>
            <a:r>
              <a:rPr lang="en-US"/>
              <a:t>. </a:t>
            </a:r>
          </a:p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. 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labore</a:t>
            </a:r>
            <a:r>
              <a:rPr lang="en-US"/>
              <a:t> et dolore magna </a:t>
            </a:r>
            <a:r>
              <a:rPr lang="en-US" err="1"/>
              <a:t>aliqua</a:t>
            </a:r>
            <a:r>
              <a:rPr lang="en-US"/>
              <a:t>.  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sit </a:t>
            </a:r>
            <a:r>
              <a:rPr lang="en-US" err="1"/>
              <a:t>amet</a:t>
            </a:r>
            <a:r>
              <a:rPr lang="en-US"/>
              <a:t>. </a:t>
            </a:r>
          </a:p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. 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labore</a:t>
            </a:r>
            <a:r>
              <a:rPr lang="en-US"/>
              <a:t> et dolore magna </a:t>
            </a:r>
            <a:r>
              <a:rPr lang="en-US" err="1"/>
              <a:t>aliqua</a:t>
            </a:r>
            <a:r>
              <a:rPr lang="en-US"/>
              <a:t>.  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sit </a:t>
            </a:r>
            <a:r>
              <a:rPr lang="en-US" err="1"/>
              <a:t>amet</a:t>
            </a:r>
            <a:r>
              <a:rPr lang="en-US"/>
              <a:t>. Lorem ipsum dolor sit </a:t>
            </a:r>
            <a:r>
              <a:rPr lang="en-US" err="1"/>
              <a:t>amet</a:t>
            </a:r>
            <a:r>
              <a:rPr lang="en-US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95714197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ext-Layouts_2-Column-Magenta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45C007E6-4DBB-EE44-A2B3-02A9191DFBE5}"/>
              </a:ext>
            </a:extLst>
          </p:cNvPr>
          <p:cNvSpPr txBox="1">
            <a:spLocks/>
          </p:cNvSpPr>
          <p:nvPr userDrawn="1"/>
        </p:nvSpPr>
        <p:spPr>
          <a:xfrm>
            <a:off x="78952" y="6361009"/>
            <a:ext cx="629079" cy="489496"/>
          </a:xfrm>
          <a:prstGeom prst="rect">
            <a:avLst/>
          </a:prstGeom>
        </p:spPr>
        <p:txBody>
          <a:bodyPr vert="horz" wrap="none" lIns="121920" tIns="60960" rIns="121920" bIns="6096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1A290D8D-6BA0-418D-AFED-C65293F70DA0}" type="slidenum">
              <a:rPr lang="en-US" sz="1400" b="1" i="0" smtClean="0">
                <a:solidFill>
                  <a:schemeClr val="bg1"/>
                </a:solidFill>
                <a:latin typeface="Bebas Neue Bold" charset="0"/>
                <a:ea typeface="Bebas Neue Bold" charset="0"/>
                <a:cs typeface="Bebas Neue Bold" charset="0"/>
              </a:rPr>
              <a:pPr algn="ctr"/>
              <a:t>‹#›</a:t>
            </a:fld>
            <a:endParaRPr lang="en-US" sz="1400" b="1" i="0">
              <a:solidFill>
                <a:schemeClr val="bg1"/>
              </a:solidFill>
              <a:latin typeface="Bebas Neue Bold" charset="0"/>
              <a:ea typeface="Bebas Neue Bold" charset="0"/>
              <a:cs typeface="Bebas Neue Bold" charset="0"/>
            </a:endParaRPr>
          </a:p>
        </p:txBody>
      </p:sp>
      <p:sp>
        <p:nvSpPr>
          <p:cNvPr id="10" name="Section Divider">
            <a:extLst>
              <a:ext uri="{FF2B5EF4-FFF2-40B4-BE49-F238E27FC236}">
                <a16:creationId xmlns:a16="http://schemas.microsoft.com/office/drawing/2014/main" id="{1292A5B7-F392-A34A-96F9-A0251BC247B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002638" y="1124119"/>
            <a:ext cx="8178800" cy="947750"/>
          </a:xfrm>
          <a:prstGeom prst="rect">
            <a:avLst/>
          </a:prstGeom>
        </p:spPr>
        <p:txBody>
          <a:bodyPr lIns="0">
            <a:normAutofit/>
          </a:bodyPr>
          <a:lstStyle>
            <a:lvl1pPr marL="0" indent="0">
              <a:buNone/>
              <a:defRPr lang="en-US" sz="4800" b="1" kern="1200" dirty="0">
                <a:solidFill>
                  <a:schemeClr val="bg1"/>
                </a:solidFill>
                <a:latin typeface="TeleNeo Office ExtraBold" panose="020B0504040202090203" pitchFamily="34" charset="77"/>
                <a:ea typeface="Roboto Light" charset="0"/>
                <a:cs typeface="Roboto Light" charset="0"/>
              </a:defRPr>
            </a:lvl1pPr>
            <a:lvl2pPr marL="457200" indent="0">
              <a:buNone/>
              <a:defRPr/>
            </a:lvl2pPr>
          </a:lstStyle>
          <a:p>
            <a:pPr marL="0" lvl="0" algn="l" defTabSz="914400" rtl="0" eaLnBrk="1" latinLnBrk="0" hangingPunct="1">
              <a:lnSpc>
                <a:spcPct val="80000"/>
              </a:lnSpc>
            </a:pPr>
            <a:r>
              <a:rPr lang="en-US"/>
              <a:t>Title Highlight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E455D354-D220-CB46-9CAB-1571B9C5532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002638" y="2523738"/>
            <a:ext cx="4067837" cy="3819525"/>
          </a:xfrm>
          <a:prstGeom prst="rect">
            <a:avLst/>
          </a:prstGeom>
        </p:spPr>
        <p:txBody>
          <a:bodyPr lIns="0"/>
          <a:lstStyle>
            <a:lvl1pPr marL="285750" indent="-285750">
              <a:buFont typeface="Arial" panose="020B0604020202020204" pitchFamily="34" charset="0"/>
              <a:buChar char="•"/>
              <a:defRPr sz="1400" b="0" i="0">
                <a:solidFill>
                  <a:schemeClr val="bg1"/>
                </a:solidFill>
                <a:latin typeface="TeleNeo Office" panose="020B0504040202090203" pitchFamily="34" charset="77"/>
              </a:defRPr>
            </a:lvl1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labore</a:t>
            </a:r>
            <a:r>
              <a:rPr lang="en-US"/>
              <a:t> et dolore magna </a:t>
            </a:r>
            <a:r>
              <a:rPr lang="en-US" err="1"/>
              <a:t>aliqua</a:t>
            </a:r>
            <a:r>
              <a:rPr lang="en-US"/>
              <a:t>.  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sit </a:t>
            </a:r>
            <a:r>
              <a:rPr lang="en-US" err="1"/>
              <a:t>amet</a:t>
            </a:r>
            <a:r>
              <a:rPr lang="en-US"/>
              <a:t>. </a:t>
            </a:r>
          </a:p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. 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labore</a:t>
            </a:r>
            <a:r>
              <a:rPr lang="en-US"/>
              <a:t> et dolore magna </a:t>
            </a:r>
            <a:r>
              <a:rPr lang="en-US" err="1"/>
              <a:t>aliqua</a:t>
            </a:r>
            <a:r>
              <a:rPr lang="en-US"/>
              <a:t>.  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sit </a:t>
            </a:r>
            <a:r>
              <a:rPr lang="en-US" err="1"/>
              <a:t>amet</a:t>
            </a:r>
            <a:r>
              <a:rPr lang="en-US"/>
              <a:t>. </a:t>
            </a:r>
          </a:p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. 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labore</a:t>
            </a:r>
            <a:r>
              <a:rPr lang="en-US"/>
              <a:t> et dolore magna </a:t>
            </a:r>
            <a:r>
              <a:rPr lang="en-US" err="1"/>
              <a:t>aliqua</a:t>
            </a:r>
            <a:r>
              <a:rPr lang="en-US"/>
              <a:t>.  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sit </a:t>
            </a:r>
            <a:r>
              <a:rPr lang="en-US" err="1"/>
              <a:t>amet</a:t>
            </a:r>
            <a:r>
              <a:rPr lang="en-US"/>
              <a:t>. Lorem ipsum dolor sit </a:t>
            </a:r>
            <a:r>
              <a:rPr lang="en-US" err="1"/>
              <a:t>amet</a:t>
            </a:r>
            <a:r>
              <a:rPr lang="en-US"/>
              <a:t>.</a:t>
            </a:r>
          </a:p>
        </p:txBody>
      </p:sp>
      <p:sp>
        <p:nvSpPr>
          <p:cNvPr id="25" name="Text Placeholder 14">
            <a:extLst>
              <a:ext uri="{FF2B5EF4-FFF2-40B4-BE49-F238E27FC236}">
                <a16:creationId xmlns:a16="http://schemas.microsoft.com/office/drawing/2014/main" id="{3987D8D1-1A96-1A43-8706-FEFBA6A3E75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119150" y="2523738"/>
            <a:ext cx="4090987" cy="3819525"/>
          </a:xfrm>
          <a:prstGeom prst="rect">
            <a:avLst/>
          </a:prstGeom>
        </p:spPr>
        <p:txBody>
          <a:bodyPr lIns="0"/>
          <a:lstStyle>
            <a:lvl1pPr marL="285750" indent="-285750">
              <a:buFont typeface="Arial" panose="020B0604020202020204" pitchFamily="34" charset="0"/>
              <a:buChar char="•"/>
              <a:defRPr sz="1400" b="0" i="0">
                <a:solidFill>
                  <a:schemeClr val="bg1"/>
                </a:solidFill>
                <a:latin typeface="TeleNeo Office" panose="020B0504040202090203" pitchFamily="34" charset="77"/>
              </a:defRPr>
            </a:lvl1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labore</a:t>
            </a:r>
            <a:r>
              <a:rPr lang="en-US"/>
              <a:t> et dolore magna </a:t>
            </a:r>
            <a:r>
              <a:rPr lang="en-US" err="1"/>
              <a:t>aliqua</a:t>
            </a:r>
            <a:r>
              <a:rPr lang="en-US"/>
              <a:t>.  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sit </a:t>
            </a:r>
            <a:r>
              <a:rPr lang="en-US" err="1"/>
              <a:t>amet</a:t>
            </a:r>
            <a:r>
              <a:rPr lang="en-US"/>
              <a:t>. </a:t>
            </a:r>
          </a:p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. 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labore</a:t>
            </a:r>
            <a:r>
              <a:rPr lang="en-US"/>
              <a:t> et dolore magna </a:t>
            </a:r>
            <a:r>
              <a:rPr lang="en-US" err="1"/>
              <a:t>aliqua</a:t>
            </a:r>
            <a:r>
              <a:rPr lang="en-US"/>
              <a:t>.  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sit </a:t>
            </a:r>
            <a:r>
              <a:rPr lang="en-US" err="1"/>
              <a:t>amet</a:t>
            </a:r>
            <a:r>
              <a:rPr lang="en-US"/>
              <a:t>. </a:t>
            </a:r>
          </a:p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. 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labore</a:t>
            </a:r>
            <a:r>
              <a:rPr lang="en-US"/>
              <a:t> et dolore magna </a:t>
            </a:r>
            <a:r>
              <a:rPr lang="en-US" err="1"/>
              <a:t>aliqua</a:t>
            </a:r>
            <a:r>
              <a:rPr lang="en-US"/>
              <a:t>.  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sit </a:t>
            </a:r>
            <a:r>
              <a:rPr lang="en-US" err="1"/>
              <a:t>amet</a:t>
            </a:r>
            <a:r>
              <a:rPr lang="en-US"/>
              <a:t>. Lorem ipsum dolor sit </a:t>
            </a:r>
            <a:r>
              <a:rPr lang="en-US" err="1"/>
              <a:t>amet</a:t>
            </a:r>
            <a:r>
              <a:rPr lang="en-US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79124283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245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ext-Layouts_2-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icture Placeholder 2"/>
          <p:cNvSpPr>
            <a:spLocks noGrp="1"/>
          </p:cNvSpPr>
          <p:nvPr>
            <p:ph type="pic" sz="quarter" idx="12" hasCustomPrompt="1"/>
          </p:nvPr>
        </p:nvSpPr>
        <p:spPr>
          <a:xfrm>
            <a:off x="6095999" y="3059084"/>
            <a:ext cx="5103813" cy="2944048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anchor="ctr"/>
          <a:lstStyle>
            <a:lvl1pPr marL="0" indent="0" algn="ctr">
              <a:buNone/>
              <a:defRPr sz="1600" b="0" i="0">
                <a:latin typeface="Source Sans Pro" charset="0"/>
                <a:ea typeface="Source Sans Pro" charset="0"/>
                <a:cs typeface="Source Sans Pro" charset="0"/>
              </a:defRPr>
            </a:lvl1pPr>
          </a:lstStyle>
          <a:p>
            <a:r>
              <a:rPr lang="en-US"/>
              <a:t>Drag &amp; Drop Image</a:t>
            </a:r>
          </a:p>
        </p:txBody>
      </p:sp>
      <p:sp>
        <p:nvSpPr>
          <p:cNvPr id="11" name="Picture Placeholder 2">
            <a:extLst>
              <a:ext uri="{FF2B5EF4-FFF2-40B4-BE49-F238E27FC236}">
                <a16:creationId xmlns:a16="http://schemas.microsoft.com/office/drawing/2014/main" id="{B36E8C79-C42F-1F46-BBF9-F2497C91EC23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990600" y="3059084"/>
            <a:ext cx="5103813" cy="2944048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anchor="ctr"/>
          <a:lstStyle>
            <a:lvl1pPr marL="0" indent="0" algn="ctr">
              <a:buNone/>
              <a:defRPr sz="1600" b="0" i="0">
                <a:latin typeface="Source Sans Pro" charset="0"/>
                <a:ea typeface="Source Sans Pro" charset="0"/>
                <a:cs typeface="Source Sans Pro" charset="0"/>
              </a:defRPr>
            </a:lvl1pPr>
          </a:lstStyle>
          <a:p>
            <a:r>
              <a:rPr lang="en-US"/>
              <a:t>Drag &amp; Drop Image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4431537D-013D-DF47-97CC-AFDBFCA230E0}"/>
              </a:ext>
            </a:extLst>
          </p:cNvPr>
          <p:cNvCxnSpPr/>
          <p:nvPr userDrawn="1"/>
        </p:nvCxnSpPr>
        <p:spPr>
          <a:xfrm>
            <a:off x="977809" y="3040904"/>
            <a:ext cx="2041415" cy="0"/>
          </a:xfrm>
          <a:prstGeom prst="line">
            <a:avLst/>
          </a:prstGeom>
          <a:ln w="38100">
            <a:solidFill>
              <a:srgbClr val="E2007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Section Divider">
            <a:extLst>
              <a:ext uri="{FF2B5EF4-FFF2-40B4-BE49-F238E27FC236}">
                <a16:creationId xmlns:a16="http://schemas.microsoft.com/office/drawing/2014/main" id="{63539A77-BB76-6F4C-A5B0-E33AE1D1D8C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002638" y="1124119"/>
            <a:ext cx="8178800" cy="717248"/>
          </a:xfrm>
          <a:prstGeom prst="rect">
            <a:avLst/>
          </a:prstGeom>
        </p:spPr>
        <p:txBody>
          <a:bodyPr lIns="0">
            <a:spAutoFit/>
          </a:bodyPr>
          <a:lstStyle>
            <a:lvl1pPr marL="0" indent="0">
              <a:buNone/>
              <a:defRPr lang="en-US" sz="4800" b="1" kern="1200" dirty="0">
                <a:solidFill>
                  <a:schemeClr val="accent1"/>
                </a:solidFill>
                <a:latin typeface="TeleNeo Office ExtraBold" panose="020B0504040202090203" pitchFamily="34" charset="77"/>
                <a:ea typeface="Roboto Light" charset="0"/>
                <a:cs typeface="Roboto Light" charset="0"/>
              </a:defRPr>
            </a:lvl1pPr>
            <a:lvl2pPr marL="457200" indent="0">
              <a:buNone/>
              <a:defRPr/>
            </a:lvl2pPr>
          </a:lstStyle>
          <a:p>
            <a:pPr marL="0" lvl="0" algn="l" defTabSz="914400" rtl="0" eaLnBrk="1" latinLnBrk="0" hangingPunct="1">
              <a:lnSpc>
                <a:spcPct val="80000"/>
              </a:lnSpc>
            </a:pPr>
            <a:r>
              <a:rPr lang="en-US"/>
              <a:t>Title Highlight</a:t>
            </a:r>
          </a:p>
        </p:txBody>
      </p:sp>
      <p:sp>
        <p:nvSpPr>
          <p:cNvPr id="24" name="Text Placeholder 14">
            <a:extLst>
              <a:ext uri="{FF2B5EF4-FFF2-40B4-BE49-F238E27FC236}">
                <a16:creationId xmlns:a16="http://schemas.microsoft.com/office/drawing/2014/main" id="{19E6761C-B1D5-524D-B5C1-8A0F7849B44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002638" y="2156539"/>
            <a:ext cx="8155650" cy="644534"/>
          </a:xfrm>
          <a:prstGeom prst="rect">
            <a:avLst/>
          </a:prstGeom>
        </p:spPr>
        <p:txBody>
          <a:bodyPr lIns="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 b="0" i="0">
                <a:solidFill>
                  <a:schemeClr val="tx1"/>
                </a:solidFill>
                <a:latin typeface="TeleNeo Office Medium" panose="020B0504040202090203" pitchFamily="34" charset="77"/>
              </a:defRPr>
            </a:lvl1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labore</a:t>
            </a:r>
            <a:r>
              <a:rPr lang="en-US"/>
              <a:t> et dolore magna </a:t>
            </a:r>
            <a:r>
              <a:rPr lang="en-US" err="1"/>
              <a:t>aliqua</a:t>
            </a:r>
            <a:r>
              <a:rPr lang="en-US"/>
              <a:t>. 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.</a:t>
            </a:r>
          </a:p>
          <a:p>
            <a:pPr lvl="0"/>
            <a:r>
              <a:rPr 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9163507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ext-Layouts_Text-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23">
            <a:extLst>
              <a:ext uri="{FF2B5EF4-FFF2-40B4-BE49-F238E27FC236}">
                <a16:creationId xmlns:a16="http://schemas.microsoft.com/office/drawing/2014/main" id="{2C350198-13F7-1D4E-BAEE-42B6A6B783D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81855" y="1124119"/>
            <a:ext cx="3462823" cy="717248"/>
          </a:xfrm>
          <a:prstGeom prst="rect">
            <a:avLst/>
          </a:prstGeom>
        </p:spPr>
        <p:txBody>
          <a:bodyPr wrap="square" lIns="0" anchor="t" anchorCtr="0">
            <a:spAutoFit/>
          </a:bodyPr>
          <a:lstStyle>
            <a:lvl1pPr>
              <a:lnSpc>
                <a:spcPct val="80000"/>
              </a:lnSpc>
              <a:defRPr sz="4800">
                <a:solidFill>
                  <a:schemeClr val="accent1"/>
                </a:solidFill>
              </a:defRPr>
            </a:lvl1pPr>
          </a:lstStyle>
          <a:p>
            <a:r>
              <a:rPr lang="en-US"/>
              <a:t>Title</a:t>
            </a:r>
          </a:p>
        </p:txBody>
      </p:sp>
      <p:sp>
        <p:nvSpPr>
          <p:cNvPr id="17" name="Text Placeholder 14">
            <a:extLst>
              <a:ext uri="{FF2B5EF4-FFF2-40B4-BE49-F238E27FC236}">
                <a16:creationId xmlns:a16="http://schemas.microsoft.com/office/drawing/2014/main" id="{799AA8A6-E8DE-CF48-9286-A9EB40B6C56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81855" y="2659777"/>
            <a:ext cx="3499914" cy="2774221"/>
          </a:xfrm>
          <a:prstGeom prst="rect">
            <a:avLst/>
          </a:prstGeom>
        </p:spPr>
        <p:txBody>
          <a:bodyPr lIns="0">
            <a:spAutoFit/>
          </a:bodyPr>
          <a:lstStyle>
            <a:lvl1pPr marL="0" indent="0">
              <a:lnSpc>
                <a:spcPts val="2000"/>
              </a:lnSpc>
              <a:buFont typeface="Arial" panose="020B0604020202020204" pitchFamily="34" charset="0"/>
              <a:buNone/>
              <a:defRPr sz="1400" b="0" i="0">
                <a:latin typeface="TeleNeo Office" panose="020B0504040202090203" pitchFamily="34" charset="77"/>
              </a:defRPr>
            </a:lvl1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labore</a:t>
            </a:r>
            <a:r>
              <a:rPr lang="en-US"/>
              <a:t> et dolore magna </a:t>
            </a:r>
            <a:r>
              <a:rPr lang="en-US" err="1"/>
              <a:t>aliqua</a:t>
            </a:r>
            <a:r>
              <a:rPr lang="en-US"/>
              <a:t>.  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sit </a:t>
            </a:r>
            <a:r>
              <a:rPr lang="en-US" err="1"/>
              <a:t>amet</a:t>
            </a:r>
            <a:r>
              <a:rPr lang="en-US"/>
              <a:t>. </a:t>
            </a:r>
          </a:p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. 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labore</a:t>
            </a:r>
            <a:r>
              <a:rPr lang="en-US"/>
              <a:t> et dolore magna </a:t>
            </a:r>
            <a:r>
              <a:rPr lang="en-US" err="1"/>
              <a:t>aliqua</a:t>
            </a:r>
            <a:r>
              <a:rPr lang="en-US"/>
              <a:t>.  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sit </a:t>
            </a:r>
            <a:r>
              <a:rPr lang="en-US" err="1"/>
              <a:t>amet</a:t>
            </a:r>
            <a:r>
              <a:rPr lang="en-US"/>
              <a:t>. </a:t>
            </a:r>
          </a:p>
        </p:txBody>
      </p:sp>
      <p:sp>
        <p:nvSpPr>
          <p:cNvPr id="18" name="Subtext">
            <a:extLst>
              <a:ext uri="{FF2B5EF4-FFF2-40B4-BE49-F238E27FC236}">
                <a16:creationId xmlns:a16="http://schemas.microsoft.com/office/drawing/2014/main" id="{9F3BC46D-55AC-834B-A8B1-05896F97029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81855" y="1765526"/>
            <a:ext cx="2455863" cy="248530"/>
          </a:xfrm>
          <a:prstGeom prst="rect">
            <a:avLst/>
          </a:prstGeom>
        </p:spPr>
        <p:txBody>
          <a:bodyPr lIns="0">
            <a:spAutoFit/>
          </a:bodyPr>
          <a:lstStyle>
            <a:lvl1pPr marL="0" indent="0">
              <a:buNone/>
              <a:defRPr lang="en-US" sz="1200" b="1" kern="1200" spc="300" dirty="0">
                <a:solidFill>
                  <a:schemeClr val="tx1"/>
                </a:solidFill>
                <a:latin typeface="TeleNeo Office ExtraBold" panose="020B0504040202090203" pitchFamily="34" charset="77"/>
                <a:ea typeface="Bebas Neue Bold" charset="0"/>
                <a:cs typeface="Bebas Neue Bold" charset="0"/>
              </a:defRPr>
            </a:lvl1pPr>
          </a:lstStyle>
          <a:p>
            <a:pPr marL="0" lvl="0" algn="l" defTabSz="914400" rtl="0" eaLnBrk="1" latinLnBrk="0" hangingPunct="1">
              <a:lnSpc>
                <a:spcPct val="80000"/>
              </a:lnSpc>
            </a:pPr>
            <a:r>
              <a:rPr lang="en-US"/>
              <a:t>SUBTEXT</a:t>
            </a:r>
          </a:p>
        </p:txBody>
      </p:sp>
      <p:pic>
        <p:nvPicPr>
          <p:cNvPr id="19" name="Picture Placeholder 2" descr="A picture containing sky, person, outdoor&#10;&#10;Description automatically generated">
            <a:extLst>
              <a:ext uri="{FF2B5EF4-FFF2-40B4-BE49-F238E27FC236}">
                <a16:creationId xmlns:a16="http://schemas.microsoft.com/office/drawing/2014/main" id="{B83FF132-813B-484C-B98C-1336BADCDFB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071466" y="861933"/>
            <a:ext cx="6134416" cy="5141199"/>
          </a:xfrm>
          <a:prstGeom prst="rect">
            <a:avLst/>
          </a:prstGeom>
        </p:spPr>
      </p:pic>
      <p:grpSp>
        <p:nvGrpSpPr>
          <p:cNvPr id="11" name="Group 10">
            <a:extLst>
              <a:ext uri="{FF2B5EF4-FFF2-40B4-BE49-F238E27FC236}">
                <a16:creationId xmlns:a16="http://schemas.microsoft.com/office/drawing/2014/main" id="{5A975F78-E301-49C9-94E7-4E72FAB8EFD2}"/>
              </a:ext>
            </a:extLst>
          </p:cNvPr>
          <p:cNvGrpSpPr/>
          <p:nvPr userDrawn="1"/>
        </p:nvGrpSpPr>
        <p:grpSpPr>
          <a:xfrm>
            <a:off x="11405017" y="0"/>
            <a:ext cx="786983" cy="786983"/>
            <a:chOff x="3962400" y="0"/>
            <a:chExt cx="786983" cy="786983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8DE09664-F119-4175-B5B9-8C790FF9997E}"/>
                </a:ext>
              </a:extLst>
            </p:cNvPr>
            <p:cNvSpPr/>
            <p:nvPr/>
          </p:nvSpPr>
          <p:spPr>
            <a:xfrm>
              <a:off x="3962400" y="0"/>
              <a:ext cx="786983" cy="78698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 spc="300">
                <a:latin typeface="linea-basic-10" charset="0"/>
                <a:ea typeface="linea-basic-10" charset="0"/>
                <a:cs typeface="linea-basic-10" charset="0"/>
              </a:endParaRPr>
            </a:p>
          </p:txBody>
        </p:sp>
        <p:pic>
          <p:nvPicPr>
            <p:cNvPr id="20" name="Picture 19">
              <a:extLst>
                <a:ext uri="{FF2B5EF4-FFF2-40B4-BE49-F238E27FC236}">
                  <a16:creationId xmlns:a16="http://schemas.microsoft.com/office/drawing/2014/main" id="{BDBAEF18-18FD-4FA6-8183-DC116C0F33E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4160458" y="155747"/>
              <a:ext cx="390867" cy="47548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12485937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ext-Layouts_Text-Image_Magen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6FCAB2AE-A3D6-7347-89A8-D0A2F0DC9FD4}"/>
              </a:ext>
            </a:extLst>
          </p:cNvPr>
          <p:cNvSpPr/>
          <p:nvPr userDrawn="1"/>
        </p:nvSpPr>
        <p:spPr>
          <a:xfrm>
            <a:off x="0" y="0"/>
            <a:ext cx="5071466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Slide Number Placeholder 5">
            <a:extLst>
              <a:ext uri="{FF2B5EF4-FFF2-40B4-BE49-F238E27FC236}">
                <a16:creationId xmlns:a16="http://schemas.microsoft.com/office/drawing/2014/main" id="{AD85F8B8-7FEA-CD41-A9FE-644E89B2151F}"/>
              </a:ext>
            </a:extLst>
          </p:cNvPr>
          <p:cNvSpPr txBox="1">
            <a:spLocks/>
          </p:cNvSpPr>
          <p:nvPr userDrawn="1"/>
        </p:nvSpPr>
        <p:spPr>
          <a:xfrm>
            <a:off x="78952" y="6361009"/>
            <a:ext cx="629079" cy="489496"/>
          </a:xfrm>
          <a:prstGeom prst="rect">
            <a:avLst/>
          </a:prstGeom>
        </p:spPr>
        <p:txBody>
          <a:bodyPr vert="horz" wrap="none" lIns="121920" tIns="60960" rIns="121920" bIns="6096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1A290D8D-6BA0-418D-AFED-C65293F70DA0}" type="slidenum">
              <a:rPr lang="en-US" sz="1400" b="1" i="0" smtClean="0">
                <a:solidFill>
                  <a:schemeClr val="bg1"/>
                </a:solidFill>
                <a:latin typeface="Bebas Neue Bold" charset="0"/>
                <a:ea typeface="Bebas Neue Bold" charset="0"/>
                <a:cs typeface="Bebas Neue Bold" charset="0"/>
              </a:rPr>
              <a:pPr algn="ctr"/>
              <a:t>‹#›</a:t>
            </a:fld>
            <a:endParaRPr lang="en-US" sz="1400" b="1" i="0">
              <a:solidFill>
                <a:schemeClr val="bg1"/>
              </a:solidFill>
              <a:latin typeface="Bebas Neue Bold" charset="0"/>
              <a:ea typeface="Bebas Neue Bold" charset="0"/>
              <a:cs typeface="Bebas Neue Bold" charset="0"/>
            </a:endParaRPr>
          </a:p>
        </p:txBody>
      </p:sp>
      <p:sp>
        <p:nvSpPr>
          <p:cNvPr id="17" name="Text Placeholder 14">
            <a:extLst>
              <a:ext uri="{FF2B5EF4-FFF2-40B4-BE49-F238E27FC236}">
                <a16:creationId xmlns:a16="http://schemas.microsoft.com/office/drawing/2014/main" id="{799AA8A6-E8DE-CF48-9286-A9EB40B6C56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81855" y="2659777"/>
            <a:ext cx="3499914" cy="2774221"/>
          </a:xfrm>
          <a:prstGeom prst="rect">
            <a:avLst/>
          </a:prstGeom>
        </p:spPr>
        <p:txBody>
          <a:bodyPr lIns="0">
            <a:spAutoFit/>
          </a:bodyPr>
          <a:lstStyle>
            <a:lvl1pPr marL="0" indent="0">
              <a:lnSpc>
                <a:spcPts val="2000"/>
              </a:lnSpc>
              <a:buFont typeface="Arial" panose="020B0604020202020204" pitchFamily="34" charset="0"/>
              <a:buNone/>
              <a:defRPr sz="1400" b="0" i="0">
                <a:solidFill>
                  <a:schemeClr val="bg1"/>
                </a:solidFill>
                <a:latin typeface="TeleNeo Office" panose="020B0504040202090203" pitchFamily="34" charset="77"/>
              </a:defRPr>
            </a:lvl1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labore</a:t>
            </a:r>
            <a:r>
              <a:rPr lang="en-US"/>
              <a:t> et dolore magna </a:t>
            </a:r>
            <a:r>
              <a:rPr lang="en-US" err="1"/>
              <a:t>aliqua</a:t>
            </a:r>
            <a:r>
              <a:rPr lang="en-US"/>
              <a:t>.  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sit </a:t>
            </a:r>
            <a:r>
              <a:rPr lang="en-US" err="1"/>
              <a:t>amet</a:t>
            </a:r>
            <a:r>
              <a:rPr lang="en-US"/>
              <a:t>. </a:t>
            </a:r>
          </a:p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. 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labore</a:t>
            </a:r>
            <a:r>
              <a:rPr lang="en-US"/>
              <a:t> et dolore magna </a:t>
            </a:r>
            <a:r>
              <a:rPr lang="en-US" err="1"/>
              <a:t>aliqua</a:t>
            </a:r>
            <a:r>
              <a:rPr lang="en-US"/>
              <a:t>.  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sit </a:t>
            </a:r>
            <a:r>
              <a:rPr lang="en-US" err="1"/>
              <a:t>amet</a:t>
            </a:r>
            <a:r>
              <a:rPr lang="en-US"/>
              <a:t>. </a:t>
            </a:r>
          </a:p>
        </p:txBody>
      </p:sp>
      <p:sp>
        <p:nvSpPr>
          <p:cNvPr id="18" name="Subtext">
            <a:extLst>
              <a:ext uri="{FF2B5EF4-FFF2-40B4-BE49-F238E27FC236}">
                <a16:creationId xmlns:a16="http://schemas.microsoft.com/office/drawing/2014/main" id="{9F3BC46D-55AC-834B-A8B1-05896F97029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81855" y="1765526"/>
            <a:ext cx="2455863" cy="248530"/>
          </a:xfrm>
          <a:prstGeom prst="rect">
            <a:avLst/>
          </a:prstGeom>
        </p:spPr>
        <p:txBody>
          <a:bodyPr lIns="0">
            <a:spAutoFit/>
          </a:bodyPr>
          <a:lstStyle>
            <a:lvl1pPr marL="0" indent="0">
              <a:buNone/>
              <a:defRPr lang="en-US" sz="1200" b="1" kern="1200" spc="300" dirty="0">
                <a:solidFill>
                  <a:schemeClr val="bg1"/>
                </a:solidFill>
                <a:latin typeface="TeleNeo Office ExtraBold" panose="020B0504040202090203" pitchFamily="34" charset="77"/>
                <a:ea typeface="Bebas Neue Bold" charset="0"/>
                <a:cs typeface="Bebas Neue Bold" charset="0"/>
              </a:defRPr>
            </a:lvl1pPr>
          </a:lstStyle>
          <a:p>
            <a:pPr marL="0" lvl="0" algn="l" defTabSz="914400" rtl="0" eaLnBrk="1" latinLnBrk="0" hangingPunct="1">
              <a:lnSpc>
                <a:spcPct val="80000"/>
              </a:lnSpc>
            </a:pPr>
            <a:r>
              <a:rPr lang="en-US"/>
              <a:t>SUBTEXT</a:t>
            </a:r>
          </a:p>
        </p:txBody>
      </p:sp>
      <p:pic>
        <p:nvPicPr>
          <p:cNvPr id="19" name="Picture Placeholder 2" descr="A picture containing sky, person, outdoor&#10;&#10;Description automatically generated">
            <a:extLst>
              <a:ext uri="{FF2B5EF4-FFF2-40B4-BE49-F238E27FC236}">
                <a16:creationId xmlns:a16="http://schemas.microsoft.com/office/drawing/2014/main" id="{B83FF132-813B-484C-B98C-1336BADCDFB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071466" y="861933"/>
            <a:ext cx="6134416" cy="5141199"/>
          </a:xfrm>
          <a:prstGeom prst="rect">
            <a:avLst/>
          </a:prstGeom>
        </p:spPr>
      </p:pic>
      <p:sp>
        <p:nvSpPr>
          <p:cNvPr id="22" name="Title 23">
            <a:extLst>
              <a:ext uri="{FF2B5EF4-FFF2-40B4-BE49-F238E27FC236}">
                <a16:creationId xmlns:a16="http://schemas.microsoft.com/office/drawing/2014/main" id="{DFB36F33-DD46-604C-97E4-C11A9410B70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81855" y="1124119"/>
            <a:ext cx="3462823" cy="717248"/>
          </a:xfrm>
          <a:prstGeom prst="rect">
            <a:avLst/>
          </a:prstGeom>
        </p:spPr>
        <p:txBody>
          <a:bodyPr wrap="square" lIns="0" anchor="t" anchorCtr="0">
            <a:spAutoFit/>
          </a:bodyPr>
          <a:lstStyle>
            <a:lvl1pPr>
              <a:lnSpc>
                <a:spcPct val="80000"/>
              </a:lnSpc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/>
              <a:t>Title</a:t>
            </a:r>
          </a:p>
        </p:txBody>
      </p:sp>
    </p:spTree>
    <p:extLst>
      <p:ext uri="{BB962C8B-B14F-4D97-AF65-F5344CB8AC3E}">
        <p14:creationId xmlns:p14="http://schemas.microsoft.com/office/powerpoint/2010/main" val="313334254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ext-Layouts_Text-Image-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/>
          <p:cNvSpPr/>
          <p:nvPr userDrawn="1"/>
        </p:nvSpPr>
        <p:spPr>
          <a:xfrm>
            <a:off x="3026661" y="0"/>
            <a:ext cx="9161075" cy="6858000"/>
          </a:xfrm>
          <a:prstGeom prst="rect">
            <a:avLst/>
          </a:prstGeom>
          <a:solidFill>
            <a:schemeClr val="tx1">
              <a:alpha val="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889DF83-AE66-7043-BBA4-24C9476AE3E1}"/>
              </a:ext>
            </a:extLst>
          </p:cNvPr>
          <p:cNvCxnSpPr>
            <a:cxnSpLocks/>
          </p:cNvCxnSpPr>
          <p:nvPr userDrawn="1"/>
        </p:nvCxnSpPr>
        <p:spPr>
          <a:xfrm>
            <a:off x="7114478" y="2475632"/>
            <a:ext cx="572429" cy="0"/>
          </a:xfrm>
          <a:prstGeom prst="line">
            <a:avLst/>
          </a:prstGeom>
          <a:ln w="38100">
            <a:solidFill>
              <a:srgbClr val="E2007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itle 23">
            <a:extLst>
              <a:ext uri="{FF2B5EF4-FFF2-40B4-BE49-F238E27FC236}">
                <a16:creationId xmlns:a16="http://schemas.microsoft.com/office/drawing/2014/main" id="{1AAB145D-0F36-7848-A33F-7CAA46367E3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14478" y="1635512"/>
            <a:ext cx="3462823" cy="717248"/>
          </a:xfrm>
          <a:prstGeom prst="rect">
            <a:avLst/>
          </a:prstGeom>
        </p:spPr>
        <p:txBody>
          <a:bodyPr wrap="square" lIns="0" anchor="t" anchorCtr="0">
            <a:spAutoFit/>
          </a:bodyPr>
          <a:lstStyle>
            <a:lvl1pPr>
              <a:lnSpc>
                <a:spcPct val="80000"/>
              </a:lnSpc>
              <a:defRPr sz="4800">
                <a:solidFill>
                  <a:schemeClr val="accent1"/>
                </a:solidFill>
              </a:defRPr>
            </a:lvl1pPr>
          </a:lstStyle>
          <a:p>
            <a:r>
              <a:rPr lang="en-US"/>
              <a:t>Title</a:t>
            </a:r>
          </a:p>
        </p:txBody>
      </p:sp>
      <p:sp>
        <p:nvSpPr>
          <p:cNvPr id="14" name="Text Placeholder 14">
            <a:extLst>
              <a:ext uri="{FF2B5EF4-FFF2-40B4-BE49-F238E27FC236}">
                <a16:creationId xmlns:a16="http://schemas.microsoft.com/office/drawing/2014/main" id="{C7E84363-7DFC-AC45-B90D-4DB260A3956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114478" y="2659777"/>
            <a:ext cx="4084638" cy="1107098"/>
          </a:xfrm>
          <a:prstGeom prst="rect">
            <a:avLst/>
          </a:prstGeom>
        </p:spPr>
        <p:txBody>
          <a:bodyPr wrap="square" lIns="0" rIns="146304">
            <a:spAutoFit/>
          </a:bodyPr>
          <a:lstStyle>
            <a:lvl1pPr marL="0" indent="0">
              <a:lnSpc>
                <a:spcPts val="2000"/>
              </a:lnSpc>
              <a:buFont typeface="Arial" panose="020B0604020202020204" pitchFamily="34" charset="0"/>
              <a:buNone/>
              <a:defRPr sz="1400" b="0" i="0">
                <a:latin typeface="TeleNeo Office" panose="020B0504040202090203" pitchFamily="34" charset="77"/>
              </a:defRPr>
            </a:lvl1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labore</a:t>
            </a:r>
            <a:r>
              <a:rPr lang="en-US"/>
              <a:t> et dolore magna </a:t>
            </a:r>
            <a:r>
              <a:rPr lang="en-US" err="1"/>
              <a:t>aliqua</a:t>
            </a:r>
            <a:r>
              <a:rPr lang="en-US"/>
              <a:t>.  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sit </a:t>
            </a:r>
            <a:r>
              <a:rPr lang="en-US" err="1"/>
              <a:t>amet</a:t>
            </a:r>
            <a:r>
              <a:rPr lang="en-US"/>
              <a:t>. </a:t>
            </a:r>
          </a:p>
        </p:txBody>
      </p:sp>
      <p:pic>
        <p:nvPicPr>
          <p:cNvPr id="18" name="Picture Placeholder 3" descr="A picture containing person, outdoor, tree, sky&#10;&#10;Description automatically generated">
            <a:extLst>
              <a:ext uri="{FF2B5EF4-FFF2-40B4-BE49-F238E27FC236}">
                <a16:creationId xmlns:a16="http://schemas.microsoft.com/office/drawing/2014/main" id="{0BB6D7DB-B73A-0243-8850-8A6DF3110EC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81854" y="861933"/>
            <a:ext cx="4089612" cy="5141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990530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ext-Layouts_Text-Image-Right_On-Magen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2EAC0B04-AB88-7340-B48E-3E355AE8AF83}"/>
              </a:ext>
            </a:extLst>
          </p:cNvPr>
          <p:cNvSpPr txBox="1">
            <a:spLocks/>
          </p:cNvSpPr>
          <p:nvPr userDrawn="1"/>
        </p:nvSpPr>
        <p:spPr>
          <a:xfrm>
            <a:off x="78952" y="6361009"/>
            <a:ext cx="629079" cy="489496"/>
          </a:xfrm>
          <a:prstGeom prst="rect">
            <a:avLst/>
          </a:prstGeom>
        </p:spPr>
        <p:txBody>
          <a:bodyPr vert="horz" wrap="none" lIns="121920" tIns="60960" rIns="121920" bIns="6096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1A290D8D-6BA0-418D-AFED-C65293F70DA0}" type="slidenum">
              <a:rPr lang="en-US" sz="1400" b="1" i="0" smtClean="0">
                <a:solidFill>
                  <a:schemeClr val="bg1"/>
                </a:solidFill>
                <a:latin typeface="Bebas Neue Bold" charset="0"/>
                <a:ea typeface="Bebas Neue Bold" charset="0"/>
                <a:cs typeface="Bebas Neue Bold" charset="0"/>
              </a:rPr>
              <a:pPr algn="ctr"/>
              <a:t>‹#›</a:t>
            </a:fld>
            <a:endParaRPr lang="en-US" sz="1400" b="1" i="0">
              <a:solidFill>
                <a:schemeClr val="bg1"/>
              </a:solidFill>
              <a:latin typeface="Bebas Neue Bold" charset="0"/>
              <a:ea typeface="Bebas Neue Bold" charset="0"/>
              <a:cs typeface="Bebas Neue Bold" charset="0"/>
            </a:endParaRP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82719FFE-30C9-D349-8852-0B15361907C0}"/>
              </a:ext>
            </a:extLst>
          </p:cNvPr>
          <p:cNvCxnSpPr>
            <a:cxnSpLocks/>
          </p:cNvCxnSpPr>
          <p:nvPr userDrawn="1"/>
        </p:nvCxnSpPr>
        <p:spPr>
          <a:xfrm>
            <a:off x="977311" y="2679793"/>
            <a:ext cx="572429" cy="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7" name="Picture Placeholder 3" descr="A picture containing person, outdoor, ground, beach&#10;&#10;Description automatically generated">
            <a:extLst>
              <a:ext uri="{FF2B5EF4-FFF2-40B4-BE49-F238E27FC236}">
                <a16:creationId xmlns:a16="http://schemas.microsoft.com/office/drawing/2014/main" id="{0A12B0FB-3E5A-0041-B073-553CF52D391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071464" y="0"/>
            <a:ext cx="7120531" cy="6858000"/>
          </a:xfrm>
          <a:prstGeom prst="rect">
            <a:avLst/>
          </a:prstGeom>
        </p:spPr>
      </p:pic>
      <p:sp>
        <p:nvSpPr>
          <p:cNvPr id="19" name="Text Placeholder 14">
            <a:extLst>
              <a:ext uri="{FF2B5EF4-FFF2-40B4-BE49-F238E27FC236}">
                <a16:creationId xmlns:a16="http://schemas.microsoft.com/office/drawing/2014/main" id="{82793954-D041-5F47-948C-175EE20DEA4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77311" y="3221697"/>
            <a:ext cx="2027092" cy="1363578"/>
          </a:xfrm>
          <a:prstGeom prst="rect">
            <a:avLst/>
          </a:prstGeom>
        </p:spPr>
        <p:txBody>
          <a:bodyPr wrap="square" lIns="0">
            <a:spAutoFit/>
          </a:bodyPr>
          <a:lstStyle>
            <a:lvl1pPr marL="0" indent="0">
              <a:lnSpc>
                <a:spcPts val="2000"/>
              </a:lnSpc>
              <a:buFont typeface="Arial" panose="020B0604020202020204" pitchFamily="34" charset="0"/>
              <a:buNone/>
              <a:defRPr sz="1400" b="0" i="0">
                <a:solidFill>
                  <a:schemeClr val="bg1"/>
                </a:solidFill>
                <a:latin typeface="TeleNeo Office" panose="020B0504040202090203" pitchFamily="34" charset="77"/>
              </a:defRPr>
            </a:lvl1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labore</a:t>
            </a:r>
            <a:r>
              <a:rPr lang="en-US"/>
              <a:t> et dolore magna.</a:t>
            </a:r>
          </a:p>
        </p:txBody>
      </p:sp>
      <p:sp>
        <p:nvSpPr>
          <p:cNvPr id="20" name="Title 23">
            <a:extLst>
              <a:ext uri="{FF2B5EF4-FFF2-40B4-BE49-F238E27FC236}">
                <a16:creationId xmlns:a16="http://schemas.microsoft.com/office/drawing/2014/main" id="{5389FDE5-8D50-E74E-B81B-B56FC583F40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77311" y="1635512"/>
            <a:ext cx="3462823" cy="717248"/>
          </a:xfrm>
          <a:prstGeom prst="rect">
            <a:avLst/>
          </a:prstGeom>
        </p:spPr>
        <p:txBody>
          <a:bodyPr wrap="square" lIns="0" anchor="t" anchorCtr="0">
            <a:spAutoFit/>
          </a:bodyPr>
          <a:lstStyle>
            <a:lvl1pPr>
              <a:lnSpc>
                <a:spcPct val="80000"/>
              </a:lnSpc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/>
              <a:t>Title</a:t>
            </a:r>
          </a:p>
        </p:txBody>
      </p:sp>
    </p:spTree>
    <p:extLst>
      <p:ext uri="{BB962C8B-B14F-4D97-AF65-F5344CB8AC3E}">
        <p14:creationId xmlns:p14="http://schemas.microsoft.com/office/powerpoint/2010/main" val="19243387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ext-Layouts_Gri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Placeholder 20" descr="A picture containing table, indoor, wall, person&#10;&#10;Description automatically generated">
            <a:extLst>
              <a:ext uri="{FF2B5EF4-FFF2-40B4-BE49-F238E27FC236}">
                <a16:creationId xmlns:a16="http://schemas.microsoft.com/office/drawing/2014/main" id="{2242CC62-F691-7945-92BA-5FDF5BD93E8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30480" y="0"/>
            <a:ext cx="2044805" cy="1836295"/>
          </a:xfrm>
          <a:prstGeom prst="rect">
            <a:avLst/>
          </a:prstGeom>
        </p:spPr>
      </p:pic>
      <p:pic>
        <p:nvPicPr>
          <p:cNvPr id="23" name="Picture Placeholder 49" descr="A person and person standing in a field&#10;&#10;Description automatically generated with low confidence">
            <a:extLst>
              <a:ext uri="{FF2B5EF4-FFF2-40B4-BE49-F238E27FC236}">
                <a16:creationId xmlns:a16="http://schemas.microsoft.com/office/drawing/2014/main" id="{B049427C-875A-624C-8092-DD6396D3234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30480" y="1836295"/>
            <a:ext cx="2044805" cy="1836295"/>
          </a:xfrm>
          <a:prstGeom prst="rect">
            <a:avLst/>
          </a:prstGeom>
        </p:spPr>
      </p:pic>
      <p:pic>
        <p:nvPicPr>
          <p:cNvPr id="24" name="Picture Placeholder 51" descr="A group of people posing for a photo&#10;&#10;Description automatically generated with medium confidence">
            <a:extLst>
              <a:ext uri="{FF2B5EF4-FFF2-40B4-BE49-F238E27FC236}">
                <a16:creationId xmlns:a16="http://schemas.microsoft.com/office/drawing/2014/main" id="{549B0E37-43EE-8C4F-A2AD-AD9DBA5573A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014326" y="1836295"/>
            <a:ext cx="2044805" cy="1836295"/>
          </a:xfrm>
          <a:prstGeom prst="rect">
            <a:avLst/>
          </a:prstGeom>
        </p:spPr>
      </p:pic>
      <p:pic>
        <p:nvPicPr>
          <p:cNvPr id="25" name="Picture Placeholder 24" descr="A picture containing person, indoor, computer&#10;&#10;Description automatically generated">
            <a:extLst>
              <a:ext uri="{FF2B5EF4-FFF2-40B4-BE49-F238E27FC236}">
                <a16:creationId xmlns:a16="http://schemas.microsoft.com/office/drawing/2014/main" id="{F24ACC56-8D77-2546-B332-79C49F9A57F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059131" y="0"/>
            <a:ext cx="2044805" cy="1836295"/>
          </a:xfrm>
          <a:prstGeom prst="rect">
            <a:avLst/>
          </a:prstGeom>
        </p:spPr>
      </p:pic>
      <p:pic>
        <p:nvPicPr>
          <p:cNvPr id="26" name="Picture Placeholder 53" descr="A picture containing person, outdoor&#10;&#10;Description automatically generated">
            <a:extLst>
              <a:ext uri="{FF2B5EF4-FFF2-40B4-BE49-F238E27FC236}">
                <a16:creationId xmlns:a16="http://schemas.microsoft.com/office/drawing/2014/main" id="{D2012B53-C677-B945-8BFD-31CA99696D7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059131" y="1836295"/>
            <a:ext cx="2044805" cy="1836295"/>
          </a:xfrm>
          <a:prstGeom prst="rect">
            <a:avLst/>
          </a:prstGeom>
        </p:spPr>
      </p:pic>
      <p:pic>
        <p:nvPicPr>
          <p:cNvPr id="27" name="Picture Placeholder 5" descr="A group of people posing for a photo&#10;&#10;Description automatically generated with medium confidence">
            <a:extLst>
              <a:ext uri="{FF2B5EF4-FFF2-40B4-BE49-F238E27FC236}">
                <a16:creationId xmlns:a16="http://schemas.microsoft.com/office/drawing/2014/main" id="{3870FC4A-86B6-574D-A6F0-09600EF6D49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103936" y="0"/>
            <a:ext cx="2044805" cy="1836295"/>
          </a:xfrm>
          <a:prstGeom prst="rect">
            <a:avLst/>
          </a:prstGeom>
        </p:spPr>
      </p:pic>
      <p:pic>
        <p:nvPicPr>
          <p:cNvPr id="28" name="Picture Placeholder 55" descr="A group of people posing for a photo&#10;&#10;Description automatically generated">
            <a:extLst>
              <a:ext uri="{FF2B5EF4-FFF2-40B4-BE49-F238E27FC236}">
                <a16:creationId xmlns:a16="http://schemas.microsoft.com/office/drawing/2014/main" id="{A2E0CB6C-76E4-5F4B-9FE9-779142CD8ED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103936" y="1836295"/>
            <a:ext cx="2044805" cy="1836295"/>
          </a:xfrm>
          <a:prstGeom prst="rect">
            <a:avLst/>
          </a:prstGeom>
        </p:spPr>
      </p:pic>
      <p:pic>
        <p:nvPicPr>
          <p:cNvPr id="29" name="Picture Placeholder 28">
            <a:extLst>
              <a:ext uri="{FF2B5EF4-FFF2-40B4-BE49-F238E27FC236}">
                <a16:creationId xmlns:a16="http://schemas.microsoft.com/office/drawing/2014/main" id="{C6F7F326-0C38-2C49-9195-D4EFC1A96DD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9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148740" y="0"/>
            <a:ext cx="2044805" cy="1836295"/>
          </a:xfrm>
          <a:prstGeom prst="rect">
            <a:avLst/>
          </a:prstGeom>
        </p:spPr>
      </p:pic>
      <p:pic>
        <p:nvPicPr>
          <p:cNvPr id="30" name="Picture Placeholder 47" descr="A group of women sitting on a bench&#10;&#10;Description automatically generated with medium confidence">
            <a:extLst>
              <a:ext uri="{FF2B5EF4-FFF2-40B4-BE49-F238E27FC236}">
                <a16:creationId xmlns:a16="http://schemas.microsoft.com/office/drawing/2014/main" id="{97CAC2CD-75B8-9149-B9D1-DED0BD68F29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0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193548" y="0"/>
            <a:ext cx="2044805" cy="1836295"/>
          </a:xfrm>
          <a:prstGeom prst="rect">
            <a:avLst/>
          </a:prstGeom>
        </p:spPr>
      </p:pic>
      <p:pic>
        <p:nvPicPr>
          <p:cNvPr id="31" name="Picture Placeholder 10" descr="A picture containing outdoor, person, crowd&#10;&#10;Description automatically generated">
            <a:extLst>
              <a:ext uri="{FF2B5EF4-FFF2-40B4-BE49-F238E27FC236}">
                <a16:creationId xmlns:a16="http://schemas.microsoft.com/office/drawing/2014/main" id="{F945703C-6C1A-D342-8905-170B352AC03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1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8148740" y="1836295"/>
            <a:ext cx="2044805" cy="1836295"/>
          </a:xfrm>
          <a:prstGeom prst="rect">
            <a:avLst/>
          </a:prstGeom>
        </p:spPr>
      </p:pic>
      <p:pic>
        <p:nvPicPr>
          <p:cNvPr id="32" name="Picture Placeholder 6">
            <a:extLst>
              <a:ext uri="{FF2B5EF4-FFF2-40B4-BE49-F238E27FC236}">
                <a16:creationId xmlns:a16="http://schemas.microsoft.com/office/drawing/2014/main" id="{D78ADB99-66BA-4149-A412-F8DDEFB9FD0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0193338" y="1836295"/>
            <a:ext cx="2044700" cy="1836738"/>
          </a:xfrm>
          <a:prstGeom prst="rect">
            <a:avLst/>
          </a:prstGeom>
        </p:spPr>
      </p:pic>
      <p:pic>
        <p:nvPicPr>
          <p:cNvPr id="33" name="Picture Placeholder 11" descr="A couple of women sitting at a table with food&#10;&#10;Description automatically generated with low confidence">
            <a:extLst>
              <a:ext uri="{FF2B5EF4-FFF2-40B4-BE49-F238E27FC236}">
                <a16:creationId xmlns:a16="http://schemas.microsoft.com/office/drawing/2014/main" id="{9DBC2B69-DB87-9542-8046-9D9D34C1012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2014538" y="-443"/>
            <a:ext cx="2044700" cy="1836738"/>
          </a:xfrm>
          <a:prstGeom prst="rect">
            <a:avLst/>
          </a:prstGeom>
        </p:spPr>
      </p:pic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04701253-D84B-424B-9D4F-BBB6E4723F8D}"/>
              </a:ext>
            </a:extLst>
          </p:cNvPr>
          <p:cNvCxnSpPr>
            <a:cxnSpLocks/>
          </p:cNvCxnSpPr>
          <p:nvPr/>
        </p:nvCxnSpPr>
        <p:spPr>
          <a:xfrm>
            <a:off x="3026659" y="4886712"/>
            <a:ext cx="343990" cy="0"/>
          </a:xfrm>
          <a:prstGeom prst="line">
            <a:avLst/>
          </a:prstGeom>
          <a:ln w="25400">
            <a:solidFill>
              <a:srgbClr val="E2007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itle 23">
            <a:extLst>
              <a:ext uri="{FF2B5EF4-FFF2-40B4-BE49-F238E27FC236}">
                <a16:creationId xmlns:a16="http://schemas.microsoft.com/office/drawing/2014/main" id="{44E57321-5020-E449-88E0-AD8597A36B5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79488" y="4179171"/>
            <a:ext cx="2047875" cy="717248"/>
          </a:xfrm>
          <a:prstGeom prst="rect">
            <a:avLst/>
          </a:prstGeom>
        </p:spPr>
        <p:txBody>
          <a:bodyPr wrap="square" lIns="0" anchor="t" anchorCtr="0">
            <a:spAutoFit/>
          </a:bodyPr>
          <a:lstStyle>
            <a:lvl1pPr>
              <a:lnSpc>
                <a:spcPct val="80000"/>
              </a:lnSpc>
              <a:defRPr sz="4800">
                <a:solidFill>
                  <a:schemeClr val="accent1"/>
                </a:solidFill>
              </a:defRPr>
            </a:lvl1pPr>
          </a:lstStyle>
          <a:p>
            <a:r>
              <a:rPr lang="en-US"/>
              <a:t>Title</a:t>
            </a:r>
          </a:p>
        </p:txBody>
      </p:sp>
      <p:sp>
        <p:nvSpPr>
          <p:cNvPr id="38" name="Text Placeholder 14">
            <a:extLst>
              <a:ext uri="{FF2B5EF4-FFF2-40B4-BE49-F238E27FC236}">
                <a16:creationId xmlns:a16="http://schemas.microsoft.com/office/drawing/2014/main" id="{2348B009-998D-794E-B5CA-031D62518AC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027363" y="5069108"/>
            <a:ext cx="3499914" cy="642997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 b="0" i="0">
                <a:latin typeface="TeleNeo Office" panose="020B0504040202090203" pitchFamily="34" charset="77"/>
              </a:defRPr>
            </a:lvl1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</a:t>
            </a:r>
          </a:p>
          <a:p>
            <a:pPr marL="0" marR="0" lvl="0" indent="0" algn="l" defTabSz="914400" rtl="0" eaLnBrk="1" fontAlgn="auto" latinLnBrk="0" hangingPunct="1">
              <a:lnSpc>
                <a:spcPts val="2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</a:t>
            </a:r>
          </a:p>
        </p:txBody>
      </p:sp>
      <p:sp>
        <p:nvSpPr>
          <p:cNvPr id="39" name="Subtext">
            <a:extLst>
              <a:ext uri="{FF2B5EF4-FFF2-40B4-BE49-F238E27FC236}">
                <a16:creationId xmlns:a16="http://schemas.microsoft.com/office/drawing/2014/main" id="{C3CFF7EE-EB71-0141-A2E2-8938E1055EA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79488" y="4820578"/>
            <a:ext cx="1823673" cy="248530"/>
          </a:xfrm>
          <a:prstGeom prst="rect">
            <a:avLst/>
          </a:prstGeom>
        </p:spPr>
        <p:txBody>
          <a:bodyPr wrap="square" lIns="0">
            <a:spAutoFit/>
          </a:bodyPr>
          <a:lstStyle>
            <a:lvl1pPr marL="0" indent="0">
              <a:buNone/>
              <a:defRPr lang="en-US" sz="1200" b="1" kern="1200" spc="300" dirty="0">
                <a:solidFill>
                  <a:schemeClr val="tx1"/>
                </a:solidFill>
                <a:latin typeface="TeleNeo Office ExtraBold" panose="020B0504040202090203" pitchFamily="34" charset="77"/>
                <a:ea typeface="Bebas Neue Bold" charset="0"/>
                <a:cs typeface="Bebas Neue Bold" charset="0"/>
              </a:defRPr>
            </a:lvl1pPr>
          </a:lstStyle>
          <a:p>
            <a:pPr marL="0" lvl="0" algn="l" defTabSz="914400" rtl="0" eaLnBrk="1" latinLnBrk="0" hangingPunct="1">
              <a:lnSpc>
                <a:spcPct val="80000"/>
              </a:lnSpc>
            </a:pPr>
            <a:r>
              <a:rPr lang="en-US"/>
              <a:t>SUBTEXT</a:t>
            </a:r>
          </a:p>
        </p:txBody>
      </p:sp>
      <p:sp>
        <p:nvSpPr>
          <p:cNvPr id="43" name="Text Placeholder 14">
            <a:extLst>
              <a:ext uri="{FF2B5EF4-FFF2-40B4-BE49-F238E27FC236}">
                <a16:creationId xmlns:a16="http://schemas.microsoft.com/office/drawing/2014/main" id="{DE7A9276-8365-C745-9679-AA84949E880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027363" y="4174318"/>
            <a:ext cx="3499914" cy="492443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 b="1" i="0">
                <a:latin typeface="TeleNeo Office" panose="020B0504040202090203" pitchFamily="34" charset="77"/>
              </a:defRPr>
            </a:lvl1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br>
              <a:rPr lang="en-US"/>
            </a:b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</a:t>
            </a:r>
          </a:p>
        </p:txBody>
      </p: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C9968AC5-4C33-7B4B-AA59-69F6B7E9FB46}"/>
              </a:ext>
            </a:extLst>
          </p:cNvPr>
          <p:cNvCxnSpPr>
            <a:cxnSpLocks/>
          </p:cNvCxnSpPr>
          <p:nvPr userDrawn="1"/>
        </p:nvCxnSpPr>
        <p:spPr>
          <a:xfrm>
            <a:off x="7114471" y="4886712"/>
            <a:ext cx="343990" cy="0"/>
          </a:xfrm>
          <a:prstGeom prst="line">
            <a:avLst/>
          </a:prstGeom>
          <a:ln w="25400">
            <a:solidFill>
              <a:srgbClr val="E2007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Text Placeholder 14">
            <a:extLst>
              <a:ext uri="{FF2B5EF4-FFF2-40B4-BE49-F238E27FC236}">
                <a16:creationId xmlns:a16="http://schemas.microsoft.com/office/drawing/2014/main" id="{89D4DE28-CF60-724C-A5B1-BA08B5392DDC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114471" y="5069108"/>
            <a:ext cx="3499914" cy="642997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 b="0" i="0">
                <a:latin typeface="TeleNeo Office" panose="020B0504040202090203" pitchFamily="34" charset="77"/>
              </a:defRPr>
            </a:lvl1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</a:t>
            </a:r>
          </a:p>
          <a:p>
            <a:pPr marL="0" marR="0" lvl="0" indent="0" algn="l" defTabSz="914400" rtl="0" eaLnBrk="1" fontAlgn="auto" latinLnBrk="0" hangingPunct="1">
              <a:lnSpc>
                <a:spcPts val="2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</a:t>
            </a:r>
          </a:p>
        </p:txBody>
      </p:sp>
      <p:sp>
        <p:nvSpPr>
          <p:cNvPr id="46" name="Text Placeholder 14">
            <a:extLst>
              <a:ext uri="{FF2B5EF4-FFF2-40B4-BE49-F238E27FC236}">
                <a16:creationId xmlns:a16="http://schemas.microsoft.com/office/drawing/2014/main" id="{1F572C28-437E-FB47-A3A0-DDE2ABA0DD68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114471" y="4174318"/>
            <a:ext cx="3499914" cy="492443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 b="1" i="0">
                <a:latin typeface="TeleNeo Office" panose="020B0504040202090203" pitchFamily="34" charset="77"/>
              </a:defRPr>
            </a:lvl1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br>
              <a:rPr lang="en-US"/>
            </a:b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</a:t>
            </a:r>
          </a:p>
        </p:txBody>
      </p:sp>
      <p:sp>
        <p:nvSpPr>
          <p:cNvPr id="35" name="Footer Placeholder 4">
            <a:extLst>
              <a:ext uri="{FF2B5EF4-FFF2-40B4-BE49-F238E27FC236}">
                <a16:creationId xmlns:a16="http://schemas.microsoft.com/office/drawing/2014/main" id="{7DED2033-B10B-4004-8216-51157ECD292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899" y="6563298"/>
            <a:ext cx="1482450" cy="226838"/>
          </a:xfrm>
          <a:prstGeom prst="rect">
            <a:avLst/>
          </a:prstGeom>
          <a:ln>
            <a:noFill/>
          </a:ln>
        </p:spPr>
        <p:txBody>
          <a:bodyPr vert="horz" lIns="68681" tIns="34340" rIns="68681" bIns="34340" rtlCol="0" anchor="ctr"/>
          <a:lstStyle>
            <a:lvl1pPr algn="r">
              <a:defRPr sz="1200" b="0" i="0">
                <a:solidFill>
                  <a:schemeClr val="accent1"/>
                </a:solidFill>
                <a:latin typeface="Tele-GroteskHal" pitchFamily="2" charset="0"/>
                <a:cs typeface="Tele-GroteskHal" pitchFamily="2" charset="0"/>
              </a:defRPr>
            </a:lvl1pPr>
          </a:lstStyle>
          <a:p>
            <a:r>
              <a:rPr lang="en-US" dirty="0"/>
              <a:t>T-Mobile Confidential</a:t>
            </a:r>
          </a:p>
        </p:txBody>
      </p:sp>
    </p:spTree>
    <p:extLst>
      <p:ext uri="{BB962C8B-B14F-4D97-AF65-F5344CB8AC3E}">
        <p14:creationId xmlns:p14="http://schemas.microsoft.com/office/powerpoint/2010/main" val="133057331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melines_Bar-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23">
            <a:extLst>
              <a:ext uri="{FF2B5EF4-FFF2-40B4-BE49-F238E27FC236}">
                <a16:creationId xmlns:a16="http://schemas.microsoft.com/office/drawing/2014/main" id="{2C350198-13F7-1D4E-BAEE-42B6A6B783D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81855" y="1124119"/>
            <a:ext cx="3462823" cy="717248"/>
          </a:xfrm>
          <a:prstGeom prst="rect">
            <a:avLst/>
          </a:prstGeom>
        </p:spPr>
        <p:txBody>
          <a:bodyPr wrap="square" lIns="0" anchor="t" anchorCtr="0">
            <a:spAutoFit/>
          </a:bodyPr>
          <a:lstStyle>
            <a:lvl1pPr>
              <a:lnSpc>
                <a:spcPct val="80000"/>
              </a:lnSpc>
              <a:defRPr sz="4800">
                <a:solidFill>
                  <a:schemeClr val="accent1"/>
                </a:solidFill>
              </a:defRPr>
            </a:lvl1pPr>
          </a:lstStyle>
          <a:p>
            <a:r>
              <a:rPr lang="en-US"/>
              <a:t>Title</a:t>
            </a:r>
          </a:p>
        </p:txBody>
      </p:sp>
      <p:sp>
        <p:nvSpPr>
          <p:cNvPr id="17" name="Text Placeholder 14">
            <a:extLst>
              <a:ext uri="{FF2B5EF4-FFF2-40B4-BE49-F238E27FC236}">
                <a16:creationId xmlns:a16="http://schemas.microsoft.com/office/drawing/2014/main" id="{799AA8A6-E8DE-CF48-9286-A9EB40B6C56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240911" y="4303383"/>
            <a:ext cx="1831152" cy="780085"/>
          </a:xfrm>
          <a:prstGeom prst="rect">
            <a:avLst/>
          </a:prstGeom>
        </p:spPr>
        <p:txBody>
          <a:bodyPr wrap="square" lIns="0">
            <a:spAutoFit/>
          </a:bodyPr>
          <a:lstStyle>
            <a:lvl1pPr marL="0" indent="0">
              <a:lnSpc>
                <a:spcPts val="1750"/>
              </a:lnSpc>
              <a:buFont typeface="Arial" panose="020B0604020202020204" pitchFamily="34" charset="0"/>
              <a:buNone/>
              <a:defRPr sz="1400" b="0" i="0">
                <a:latin typeface="TeleNeo Office" panose="020B0504040202090203" pitchFamily="34" charset="77"/>
              </a:defRPr>
            </a:lvl1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endParaRPr lang="en-US"/>
          </a:p>
        </p:txBody>
      </p:sp>
      <p:sp>
        <p:nvSpPr>
          <p:cNvPr id="18" name="Subtext">
            <a:extLst>
              <a:ext uri="{FF2B5EF4-FFF2-40B4-BE49-F238E27FC236}">
                <a16:creationId xmlns:a16="http://schemas.microsoft.com/office/drawing/2014/main" id="{9F3BC46D-55AC-834B-A8B1-05896F97029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81855" y="1765526"/>
            <a:ext cx="2455863" cy="248530"/>
          </a:xfrm>
          <a:prstGeom prst="rect">
            <a:avLst/>
          </a:prstGeom>
        </p:spPr>
        <p:txBody>
          <a:bodyPr lIns="0">
            <a:spAutoFit/>
          </a:bodyPr>
          <a:lstStyle>
            <a:lvl1pPr marL="0" indent="0">
              <a:buNone/>
              <a:defRPr lang="en-US" sz="1200" b="1" kern="1200" spc="300" dirty="0">
                <a:solidFill>
                  <a:schemeClr val="tx1"/>
                </a:solidFill>
                <a:latin typeface="TeleNeo Office ExtraBold" panose="020B0504040202090203" pitchFamily="34" charset="77"/>
                <a:ea typeface="Bebas Neue Bold" charset="0"/>
                <a:cs typeface="Bebas Neue Bold" charset="0"/>
              </a:defRPr>
            </a:lvl1pPr>
          </a:lstStyle>
          <a:p>
            <a:pPr marL="0" lvl="0" algn="l" defTabSz="914400" rtl="0" eaLnBrk="1" latinLnBrk="0" hangingPunct="1">
              <a:lnSpc>
                <a:spcPct val="80000"/>
              </a:lnSpc>
            </a:pPr>
            <a:r>
              <a:rPr lang="en-US"/>
              <a:t>SUBTEXT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9AF501AC-040A-B148-A91D-0C8D8CE4C706}"/>
              </a:ext>
            </a:extLst>
          </p:cNvPr>
          <p:cNvCxnSpPr>
            <a:cxnSpLocks/>
          </p:cNvCxnSpPr>
          <p:nvPr userDrawn="1"/>
        </p:nvCxnSpPr>
        <p:spPr>
          <a:xfrm>
            <a:off x="3052499" y="4506686"/>
            <a:ext cx="0" cy="1262743"/>
          </a:xfrm>
          <a:prstGeom prst="line">
            <a:avLst/>
          </a:prstGeom>
          <a:ln w="38100">
            <a:solidFill>
              <a:srgbClr val="E2007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FFB051D9-6CA4-4746-B82B-D3EC979ADACE}"/>
              </a:ext>
            </a:extLst>
          </p:cNvPr>
          <p:cNvCxnSpPr/>
          <p:nvPr userDrawn="1"/>
        </p:nvCxnSpPr>
        <p:spPr>
          <a:xfrm>
            <a:off x="5088127" y="2710543"/>
            <a:ext cx="0" cy="3058886"/>
          </a:xfrm>
          <a:prstGeom prst="line">
            <a:avLst/>
          </a:prstGeom>
          <a:ln w="38100">
            <a:solidFill>
              <a:srgbClr val="E2007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81045A0E-1080-CD46-B795-476E3C7274ED}"/>
              </a:ext>
            </a:extLst>
          </p:cNvPr>
          <p:cNvCxnSpPr/>
          <p:nvPr userDrawn="1"/>
        </p:nvCxnSpPr>
        <p:spPr>
          <a:xfrm>
            <a:off x="7134641" y="3864428"/>
            <a:ext cx="0" cy="1905001"/>
          </a:xfrm>
          <a:prstGeom prst="line">
            <a:avLst/>
          </a:prstGeom>
          <a:ln w="38100">
            <a:solidFill>
              <a:srgbClr val="E2007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E3D05710-19D2-564C-B590-99BBA7DB8124}"/>
              </a:ext>
            </a:extLst>
          </p:cNvPr>
          <p:cNvCxnSpPr/>
          <p:nvPr userDrawn="1"/>
        </p:nvCxnSpPr>
        <p:spPr>
          <a:xfrm>
            <a:off x="9170269" y="3864428"/>
            <a:ext cx="0" cy="1905001"/>
          </a:xfrm>
          <a:prstGeom prst="line">
            <a:avLst/>
          </a:prstGeom>
          <a:ln w="38100">
            <a:solidFill>
              <a:srgbClr val="E2007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Rectangle 37">
            <a:extLst>
              <a:ext uri="{FF2B5EF4-FFF2-40B4-BE49-F238E27FC236}">
                <a16:creationId xmlns:a16="http://schemas.microsoft.com/office/drawing/2014/main" id="{B7029C4E-8003-9449-804B-260856559850}"/>
              </a:ext>
            </a:extLst>
          </p:cNvPr>
          <p:cNvSpPr/>
          <p:nvPr userDrawn="1"/>
        </p:nvSpPr>
        <p:spPr>
          <a:xfrm>
            <a:off x="3033131" y="5769429"/>
            <a:ext cx="9169755" cy="304800"/>
          </a:xfrm>
          <a:prstGeom prst="rect">
            <a:avLst/>
          </a:prstGeom>
          <a:gradFill>
            <a:gsLst>
              <a:gs pos="20000">
                <a:srgbClr val="E20074"/>
              </a:gs>
              <a:gs pos="53000">
                <a:srgbClr val="A30454"/>
              </a:gs>
              <a:gs pos="100000">
                <a:srgbClr val="640834"/>
              </a:gs>
            </a:gsLst>
            <a:lin ang="4500000" scaled="0"/>
          </a:gra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spc="300">
              <a:latin typeface="linea-basic-10" charset="0"/>
              <a:ea typeface="linea-basic-10" charset="0"/>
              <a:cs typeface="linea-basic-10" charset="0"/>
            </a:endParaRPr>
          </a:p>
        </p:txBody>
      </p:sp>
      <p:sp>
        <p:nvSpPr>
          <p:cNvPr id="39" name="Subtext">
            <a:extLst>
              <a:ext uri="{FF2B5EF4-FFF2-40B4-BE49-F238E27FC236}">
                <a16:creationId xmlns:a16="http://schemas.microsoft.com/office/drawing/2014/main" id="{407E123A-1C60-A34D-BD2A-930CCA52575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027364" y="3677422"/>
            <a:ext cx="2044700" cy="248530"/>
          </a:xfrm>
          <a:prstGeom prst="rect">
            <a:avLst/>
          </a:prstGeom>
        </p:spPr>
        <p:txBody>
          <a:bodyPr wrap="square" lIns="0">
            <a:spAutoFit/>
          </a:bodyPr>
          <a:lstStyle>
            <a:lvl1pPr marL="0" indent="0">
              <a:buNone/>
              <a:defRPr lang="en-US" sz="1200" b="1" kern="1200" spc="0" dirty="0">
                <a:solidFill>
                  <a:schemeClr val="accent1"/>
                </a:solidFill>
                <a:latin typeface="TeleNeo Office ExtraBold" panose="020B0504040202090203" pitchFamily="34" charset="77"/>
                <a:ea typeface="Bebas Neue Bold" charset="0"/>
                <a:cs typeface="Bebas Neue Bold" charset="0"/>
              </a:defRPr>
            </a:lvl1pPr>
          </a:lstStyle>
          <a:p>
            <a:pPr marL="0" lvl="0" algn="l" defTabSz="914400" rtl="0" eaLnBrk="1" latinLnBrk="0" hangingPunct="1">
              <a:lnSpc>
                <a:spcPct val="80000"/>
              </a:lnSpc>
            </a:pPr>
            <a:r>
              <a:rPr lang="en-US"/>
              <a:t>08/01/2021</a:t>
            </a:r>
          </a:p>
        </p:txBody>
      </p:sp>
      <p:sp>
        <p:nvSpPr>
          <p:cNvPr id="41" name="Subtext">
            <a:extLst>
              <a:ext uri="{FF2B5EF4-FFF2-40B4-BE49-F238E27FC236}">
                <a16:creationId xmlns:a16="http://schemas.microsoft.com/office/drawing/2014/main" id="{D215AD94-0275-A347-A8C0-0CE437EF8B2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027364" y="3965294"/>
            <a:ext cx="2044700" cy="300595"/>
          </a:xfrm>
          <a:prstGeom prst="rect">
            <a:avLst/>
          </a:prstGeom>
        </p:spPr>
        <p:txBody>
          <a:bodyPr wrap="square" lIns="0">
            <a:spAutoFit/>
          </a:bodyPr>
          <a:lstStyle>
            <a:lvl1pPr marL="0" indent="0">
              <a:buNone/>
              <a:defRPr lang="en-US" sz="1600" b="1" kern="1200" spc="0" dirty="0">
                <a:solidFill>
                  <a:schemeClr val="tx1"/>
                </a:solidFill>
                <a:latin typeface="TeleNeo Office ExtraBold" panose="020B0504040202090203" pitchFamily="34" charset="77"/>
                <a:ea typeface="Bebas Neue Bold" charset="0"/>
                <a:cs typeface="Bebas Neue Bold" charset="0"/>
              </a:defRPr>
            </a:lvl1pPr>
          </a:lstStyle>
          <a:p>
            <a:pPr marL="0" lvl="0" algn="l" defTabSz="914400" rtl="0" eaLnBrk="1" latinLnBrk="0" hangingPunct="1">
              <a:lnSpc>
                <a:spcPct val="80000"/>
              </a:lnSpc>
            </a:pPr>
            <a:r>
              <a:rPr lang="en-US"/>
              <a:t>EVENT</a:t>
            </a:r>
          </a:p>
        </p:txBody>
      </p:sp>
      <p:sp>
        <p:nvSpPr>
          <p:cNvPr id="42" name="Text Placeholder 14">
            <a:extLst>
              <a:ext uri="{FF2B5EF4-FFF2-40B4-BE49-F238E27FC236}">
                <a16:creationId xmlns:a16="http://schemas.microsoft.com/office/drawing/2014/main" id="{CD60481C-F37E-B04E-B96A-AE9609FA6F2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284022" y="2503049"/>
            <a:ext cx="1831152" cy="780085"/>
          </a:xfrm>
          <a:prstGeom prst="rect">
            <a:avLst/>
          </a:prstGeom>
        </p:spPr>
        <p:txBody>
          <a:bodyPr wrap="square" lIns="0">
            <a:spAutoFit/>
          </a:bodyPr>
          <a:lstStyle>
            <a:lvl1pPr marL="0" indent="0">
              <a:lnSpc>
                <a:spcPts val="1750"/>
              </a:lnSpc>
              <a:buFont typeface="Arial" panose="020B0604020202020204" pitchFamily="34" charset="0"/>
              <a:buNone/>
              <a:defRPr sz="1400" b="0" i="0">
                <a:latin typeface="TeleNeo Office" panose="020B0504040202090203" pitchFamily="34" charset="77"/>
              </a:defRPr>
            </a:lvl1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endParaRPr lang="en-US"/>
          </a:p>
        </p:txBody>
      </p:sp>
      <p:sp>
        <p:nvSpPr>
          <p:cNvPr id="44" name="Subtext">
            <a:extLst>
              <a:ext uri="{FF2B5EF4-FFF2-40B4-BE49-F238E27FC236}">
                <a16:creationId xmlns:a16="http://schemas.microsoft.com/office/drawing/2014/main" id="{CB29A101-C34E-7948-A0F8-3AC6F25735D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070475" y="1877088"/>
            <a:ext cx="2044700" cy="248530"/>
          </a:xfrm>
          <a:prstGeom prst="rect">
            <a:avLst/>
          </a:prstGeom>
        </p:spPr>
        <p:txBody>
          <a:bodyPr wrap="square" lIns="0">
            <a:spAutoFit/>
          </a:bodyPr>
          <a:lstStyle>
            <a:lvl1pPr marL="0" indent="0">
              <a:buNone/>
              <a:defRPr lang="en-US" sz="1200" b="1" kern="1200" spc="0" dirty="0">
                <a:solidFill>
                  <a:schemeClr val="accent1"/>
                </a:solidFill>
                <a:latin typeface="TeleNeo Office ExtraBold" panose="020B0504040202090203" pitchFamily="34" charset="77"/>
                <a:ea typeface="Bebas Neue Bold" charset="0"/>
                <a:cs typeface="Bebas Neue Bold" charset="0"/>
              </a:defRPr>
            </a:lvl1pPr>
          </a:lstStyle>
          <a:p>
            <a:pPr marL="0" lvl="0" algn="l" defTabSz="914400" rtl="0" eaLnBrk="1" latinLnBrk="0" hangingPunct="1">
              <a:lnSpc>
                <a:spcPct val="80000"/>
              </a:lnSpc>
            </a:pPr>
            <a:r>
              <a:rPr lang="en-US"/>
              <a:t>08/01/2021</a:t>
            </a:r>
          </a:p>
        </p:txBody>
      </p:sp>
      <p:sp>
        <p:nvSpPr>
          <p:cNvPr id="45" name="Subtext">
            <a:extLst>
              <a:ext uri="{FF2B5EF4-FFF2-40B4-BE49-F238E27FC236}">
                <a16:creationId xmlns:a16="http://schemas.microsoft.com/office/drawing/2014/main" id="{D264E85E-EAFC-5A4F-BCF2-13D9F12823A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070475" y="2164960"/>
            <a:ext cx="2044700" cy="300595"/>
          </a:xfrm>
          <a:prstGeom prst="rect">
            <a:avLst/>
          </a:prstGeom>
        </p:spPr>
        <p:txBody>
          <a:bodyPr wrap="square" lIns="0">
            <a:spAutoFit/>
          </a:bodyPr>
          <a:lstStyle>
            <a:lvl1pPr marL="0" indent="0">
              <a:buNone/>
              <a:defRPr lang="en-US" sz="1600" b="1" kern="1200" spc="0" dirty="0">
                <a:solidFill>
                  <a:schemeClr val="tx1"/>
                </a:solidFill>
                <a:latin typeface="TeleNeo Office ExtraBold" panose="020B0504040202090203" pitchFamily="34" charset="77"/>
                <a:ea typeface="Bebas Neue Bold" charset="0"/>
                <a:cs typeface="Bebas Neue Bold" charset="0"/>
              </a:defRPr>
            </a:lvl1pPr>
          </a:lstStyle>
          <a:p>
            <a:pPr marL="0" lvl="0" algn="l" defTabSz="914400" rtl="0" eaLnBrk="1" latinLnBrk="0" hangingPunct="1">
              <a:lnSpc>
                <a:spcPct val="80000"/>
              </a:lnSpc>
            </a:pPr>
            <a:r>
              <a:rPr lang="en-US"/>
              <a:t>EVENT</a:t>
            </a:r>
          </a:p>
        </p:txBody>
      </p:sp>
      <p:sp>
        <p:nvSpPr>
          <p:cNvPr id="46" name="Text Placeholder 14">
            <a:extLst>
              <a:ext uri="{FF2B5EF4-FFF2-40B4-BE49-F238E27FC236}">
                <a16:creationId xmlns:a16="http://schemas.microsoft.com/office/drawing/2014/main" id="{F8330373-3A39-B44A-9005-86736741D398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7328722" y="3645617"/>
            <a:ext cx="1831152" cy="780085"/>
          </a:xfrm>
          <a:prstGeom prst="rect">
            <a:avLst/>
          </a:prstGeom>
        </p:spPr>
        <p:txBody>
          <a:bodyPr wrap="square" lIns="0">
            <a:spAutoFit/>
          </a:bodyPr>
          <a:lstStyle>
            <a:lvl1pPr marL="0" indent="0">
              <a:lnSpc>
                <a:spcPts val="1750"/>
              </a:lnSpc>
              <a:buFont typeface="Arial" panose="020B0604020202020204" pitchFamily="34" charset="0"/>
              <a:buNone/>
              <a:defRPr sz="1400" b="0" i="0">
                <a:latin typeface="TeleNeo Office" panose="020B0504040202090203" pitchFamily="34" charset="77"/>
              </a:defRPr>
            </a:lvl1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endParaRPr lang="en-US"/>
          </a:p>
        </p:txBody>
      </p:sp>
      <p:sp>
        <p:nvSpPr>
          <p:cNvPr id="47" name="Subtext">
            <a:extLst>
              <a:ext uri="{FF2B5EF4-FFF2-40B4-BE49-F238E27FC236}">
                <a16:creationId xmlns:a16="http://schemas.microsoft.com/office/drawing/2014/main" id="{407427E9-794B-664C-BEEA-4079DBD5904B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115175" y="3019656"/>
            <a:ext cx="2044700" cy="248530"/>
          </a:xfrm>
          <a:prstGeom prst="rect">
            <a:avLst/>
          </a:prstGeom>
        </p:spPr>
        <p:txBody>
          <a:bodyPr wrap="square" lIns="0">
            <a:spAutoFit/>
          </a:bodyPr>
          <a:lstStyle>
            <a:lvl1pPr marL="0" indent="0">
              <a:buNone/>
              <a:defRPr lang="en-US" sz="1200" b="1" kern="1200" spc="0" dirty="0">
                <a:solidFill>
                  <a:schemeClr val="accent1"/>
                </a:solidFill>
                <a:latin typeface="TeleNeo Office ExtraBold" panose="020B0504040202090203" pitchFamily="34" charset="77"/>
                <a:ea typeface="Bebas Neue Bold" charset="0"/>
                <a:cs typeface="Bebas Neue Bold" charset="0"/>
              </a:defRPr>
            </a:lvl1pPr>
          </a:lstStyle>
          <a:p>
            <a:pPr marL="0" lvl="0" algn="l" defTabSz="914400" rtl="0" eaLnBrk="1" latinLnBrk="0" hangingPunct="1">
              <a:lnSpc>
                <a:spcPct val="80000"/>
              </a:lnSpc>
            </a:pPr>
            <a:r>
              <a:rPr lang="en-US"/>
              <a:t>08/01/2021</a:t>
            </a:r>
          </a:p>
        </p:txBody>
      </p:sp>
      <p:sp>
        <p:nvSpPr>
          <p:cNvPr id="48" name="Subtext">
            <a:extLst>
              <a:ext uri="{FF2B5EF4-FFF2-40B4-BE49-F238E27FC236}">
                <a16:creationId xmlns:a16="http://schemas.microsoft.com/office/drawing/2014/main" id="{0628EA82-10F9-9845-8D8B-D6F73D25D65B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7115175" y="3307528"/>
            <a:ext cx="2044700" cy="300595"/>
          </a:xfrm>
          <a:prstGeom prst="rect">
            <a:avLst/>
          </a:prstGeom>
        </p:spPr>
        <p:txBody>
          <a:bodyPr wrap="square" lIns="0">
            <a:spAutoFit/>
          </a:bodyPr>
          <a:lstStyle>
            <a:lvl1pPr marL="0" indent="0">
              <a:buNone/>
              <a:defRPr lang="en-US" sz="1600" b="1" kern="1200" spc="0" dirty="0">
                <a:solidFill>
                  <a:schemeClr val="tx1"/>
                </a:solidFill>
                <a:latin typeface="TeleNeo Office ExtraBold" panose="020B0504040202090203" pitchFamily="34" charset="77"/>
                <a:ea typeface="Bebas Neue Bold" charset="0"/>
                <a:cs typeface="Bebas Neue Bold" charset="0"/>
              </a:defRPr>
            </a:lvl1pPr>
          </a:lstStyle>
          <a:p>
            <a:pPr marL="0" lvl="0" algn="l" defTabSz="914400" rtl="0" eaLnBrk="1" latinLnBrk="0" hangingPunct="1">
              <a:lnSpc>
                <a:spcPct val="80000"/>
              </a:lnSpc>
            </a:pPr>
            <a:r>
              <a:rPr lang="en-US"/>
              <a:t>EVENT</a:t>
            </a:r>
          </a:p>
        </p:txBody>
      </p:sp>
      <p:sp>
        <p:nvSpPr>
          <p:cNvPr id="52" name="Text Placeholder 14">
            <a:extLst>
              <a:ext uri="{FF2B5EF4-FFF2-40B4-BE49-F238E27FC236}">
                <a16:creationId xmlns:a16="http://schemas.microsoft.com/office/drawing/2014/main" id="{AC309D33-5C8D-2D44-84B3-4A43B49B0E71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9372600" y="3645617"/>
            <a:ext cx="1831152" cy="780085"/>
          </a:xfrm>
          <a:prstGeom prst="rect">
            <a:avLst/>
          </a:prstGeom>
        </p:spPr>
        <p:txBody>
          <a:bodyPr wrap="square" lIns="0">
            <a:spAutoFit/>
          </a:bodyPr>
          <a:lstStyle>
            <a:lvl1pPr marL="0" indent="0">
              <a:lnSpc>
                <a:spcPts val="1750"/>
              </a:lnSpc>
              <a:buFont typeface="Arial" panose="020B0604020202020204" pitchFamily="34" charset="0"/>
              <a:buNone/>
              <a:defRPr sz="1400" b="0" i="0">
                <a:latin typeface="TeleNeo Office" panose="020B0504040202090203" pitchFamily="34" charset="77"/>
              </a:defRPr>
            </a:lvl1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endParaRPr lang="en-US"/>
          </a:p>
        </p:txBody>
      </p:sp>
      <p:sp>
        <p:nvSpPr>
          <p:cNvPr id="53" name="Subtext">
            <a:extLst>
              <a:ext uri="{FF2B5EF4-FFF2-40B4-BE49-F238E27FC236}">
                <a16:creationId xmlns:a16="http://schemas.microsoft.com/office/drawing/2014/main" id="{4D8121D9-00AC-4044-8BCD-ABC2842ADEE8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9159053" y="3019656"/>
            <a:ext cx="2044700" cy="248530"/>
          </a:xfrm>
          <a:prstGeom prst="rect">
            <a:avLst/>
          </a:prstGeom>
        </p:spPr>
        <p:txBody>
          <a:bodyPr wrap="square" lIns="0">
            <a:spAutoFit/>
          </a:bodyPr>
          <a:lstStyle>
            <a:lvl1pPr marL="0" indent="0">
              <a:buNone/>
              <a:defRPr lang="en-US" sz="1200" b="1" kern="1200" spc="0" dirty="0">
                <a:solidFill>
                  <a:schemeClr val="accent1"/>
                </a:solidFill>
                <a:latin typeface="TeleNeo Office ExtraBold" panose="020B0504040202090203" pitchFamily="34" charset="77"/>
                <a:ea typeface="Bebas Neue Bold" charset="0"/>
                <a:cs typeface="Bebas Neue Bold" charset="0"/>
              </a:defRPr>
            </a:lvl1pPr>
          </a:lstStyle>
          <a:p>
            <a:pPr marL="0" lvl="0" algn="l" defTabSz="914400" rtl="0" eaLnBrk="1" latinLnBrk="0" hangingPunct="1">
              <a:lnSpc>
                <a:spcPct val="80000"/>
              </a:lnSpc>
            </a:pPr>
            <a:r>
              <a:rPr lang="en-US"/>
              <a:t>08/01/2021</a:t>
            </a:r>
          </a:p>
        </p:txBody>
      </p:sp>
      <p:sp>
        <p:nvSpPr>
          <p:cNvPr id="54" name="Subtext">
            <a:extLst>
              <a:ext uri="{FF2B5EF4-FFF2-40B4-BE49-F238E27FC236}">
                <a16:creationId xmlns:a16="http://schemas.microsoft.com/office/drawing/2014/main" id="{8571CCE9-E8F6-0841-ACF7-1051A736D78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9159053" y="3307528"/>
            <a:ext cx="2044700" cy="300595"/>
          </a:xfrm>
          <a:prstGeom prst="rect">
            <a:avLst/>
          </a:prstGeom>
        </p:spPr>
        <p:txBody>
          <a:bodyPr wrap="square" lIns="0">
            <a:spAutoFit/>
          </a:bodyPr>
          <a:lstStyle>
            <a:lvl1pPr marL="0" indent="0">
              <a:buNone/>
              <a:defRPr lang="en-US" sz="1600" b="1" kern="1200" spc="0" dirty="0">
                <a:solidFill>
                  <a:schemeClr val="tx1"/>
                </a:solidFill>
                <a:latin typeface="TeleNeo Office ExtraBold" panose="020B0504040202090203" pitchFamily="34" charset="77"/>
                <a:ea typeface="Bebas Neue Bold" charset="0"/>
                <a:cs typeface="Bebas Neue Bold" charset="0"/>
              </a:defRPr>
            </a:lvl1pPr>
          </a:lstStyle>
          <a:p>
            <a:pPr marL="0" lvl="0" algn="l" defTabSz="914400" rtl="0" eaLnBrk="1" latinLnBrk="0" hangingPunct="1">
              <a:lnSpc>
                <a:spcPct val="80000"/>
              </a:lnSpc>
            </a:pPr>
            <a:r>
              <a:rPr lang="en-US"/>
              <a:t>EVENT</a:t>
            </a:r>
          </a:p>
        </p:txBody>
      </p:sp>
      <p:sp>
        <p:nvSpPr>
          <p:cNvPr id="25" name="Footer Placeholder 4">
            <a:extLst>
              <a:ext uri="{FF2B5EF4-FFF2-40B4-BE49-F238E27FC236}">
                <a16:creationId xmlns:a16="http://schemas.microsoft.com/office/drawing/2014/main" id="{F3CED6A4-20B9-4024-BACB-0413F40AE2F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0" y="6586334"/>
            <a:ext cx="1482450" cy="226838"/>
          </a:xfrm>
          <a:prstGeom prst="rect">
            <a:avLst/>
          </a:prstGeom>
          <a:ln>
            <a:noFill/>
          </a:ln>
        </p:spPr>
        <p:txBody>
          <a:bodyPr vert="horz" lIns="68681" tIns="34340" rIns="68681" bIns="34340" rtlCol="0" anchor="ctr"/>
          <a:lstStyle>
            <a:lvl1pPr algn="r">
              <a:defRPr sz="1200" b="0" i="0">
                <a:solidFill>
                  <a:schemeClr val="accent1"/>
                </a:solidFill>
                <a:latin typeface="Tele-GroteskHal" pitchFamily="2" charset="0"/>
                <a:cs typeface="Tele-GroteskHal" pitchFamily="2" charset="0"/>
              </a:defRPr>
            </a:lvl1pPr>
          </a:lstStyle>
          <a:p>
            <a:r>
              <a:rPr lang="en-US" dirty="0"/>
              <a:t>T-Mobile Confidential</a:t>
            </a:r>
          </a:p>
        </p:txBody>
      </p:sp>
    </p:spTree>
    <p:extLst>
      <p:ext uri="{BB962C8B-B14F-4D97-AF65-F5344CB8AC3E}">
        <p14:creationId xmlns:p14="http://schemas.microsoft.com/office/powerpoint/2010/main" val="398973893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melines_Bar-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14">
            <a:extLst>
              <a:ext uri="{FF2B5EF4-FFF2-40B4-BE49-F238E27FC236}">
                <a16:creationId xmlns:a16="http://schemas.microsoft.com/office/drawing/2014/main" id="{799AA8A6-E8DE-CF48-9286-A9EB40B6C56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193035" y="4303383"/>
            <a:ext cx="1831152" cy="780085"/>
          </a:xfrm>
          <a:prstGeom prst="rect">
            <a:avLst/>
          </a:prstGeom>
        </p:spPr>
        <p:txBody>
          <a:bodyPr wrap="square" lIns="0">
            <a:spAutoFit/>
          </a:bodyPr>
          <a:lstStyle>
            <a:lvl1pPr marL="0" indent="0">
              <a:lnSpc>
                <a:spcPts val="1750"/>
              </a:lnSpc>
              <a:buFont typeface="Arial" panose="020B0604020202020204" pitchFamily="34" charset="0"/>
              <a:buNone/>
              <a:defRPr sz="1400" b="0" i="0">
                <a:latin typeface="TeleNeo Office" panose="020B0504040202090203" pitchFamily="34" charset="77"/>
              </a:defRPr>
            </a:lvl1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endParaRPr lang="en-US"/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9AF501AC-040A-B148-A91D-0C8D8CE4C706}"/>
              </a:ext>
            </a:extLst>
          </p:cNvPr>
          <p:cNvCxnSpPr>
            <a:cxnSpLocks/>
          </p:cNvCxnSpPr>
          <p:nvPr userDrawn="1"/>
        </p:nvCxnSpPr>
        <p:spPr>
          <a:xfrm>
            <a:off x="1004623" y="4506686"/>
            <a:ext cx="0" cy="1262743"/>
          </a:xfrm>
          <a:prstGeom prst="line">
            <a:avLst/>
          </a:prstGeom>
          <a:ln w="38100">
            <a:solidFill>
              <a:srgbClr val="E2007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FFB051D9-6CA4-4746-B82B-D3EC979ADACE}"/>
              </a:ext>
            </a:extLst>
          </p:cNvPr>
          <p:cNvCxnSpPr/>
          <p:nvPr userDrawn="1"/>
        </p:nvCxnSpPr>
        <p:spPr>
          <a:xfrm>
            <a:off x="3040251" y="2710543"/>
            <a:ext cx="0" cy="3058886"/>
          </a:xfrm>
          <a:prstGeom prst="line">
            <a:avLst/>
          </a:prstGeom>
          <a:ln w="38100">
            <a:solidFill>
              <a:srgbClr val="E2007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81045A0E-1080-CD46-B795-476E3C7274ED}"/>
              </a:ext>
            </a:extLst>
          </p:cNvPr>
          <p:cNvCxnSpPr/>
          <p:nvPr userDrawn="1"/>
        </p:nvCxnSpPr>
        <p:spPr>
          <a:xfrm>
            <a:off x="5086765" y="3864428"/>
            <a:ext cx="0" cy="1905001"/>
          </a:xfrm>
          <a:prstGeom prst="line">
            <a:avLst/>
          </a:prstGeom>
          <a:ln w="38100">
            <a:solidFill>
              <a:srgbClr val="E2007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E3D05710-19D2-564C-B590-99BBA7DB8124}"/>
              </a:ext>
            </a:extLst>
          </p:cNvPr>
          <p:cNvCxnSpPr/>
          <p:nvPr userDrawn="1"/>
        </p:nvCxnSpPr>
        <p:spPr>
          <a:xfrm>
            <a:off x="7122393" y="3864428"/>
            <a:ext cx="0" cy="1905001"/>
          </a:xfrm>
          <a:prstGeom prst="line">
            <a:avLst/>
          </a:prstGeom>
          <a:ln w="38100">
            <a:solidFill>
              <a:srgbClr val="E2007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Rectangle 37">
            <a:extLst>
              <a:ext uri="{FF2B5EF4-FFF2-40B4-BE49-F238E27FC236}">
                <a16:creationId xmlns:a16="http://schemas.microsoft.com/office/drawing/2014/main" id="{B7029C4E-8003-9449-804B-260856559850}"/>
              </a:ext>
            </a:extLst>
          </p:cNvPr>
          <p:cNvSpPr/>
          <p:nvPr userDrawn="1"/>
        </p:nvSpPr>
        <p:spPr>
          <a:xfrm>
            <a:off x="5767" y="5769429"/>
            <a:ext cx="9169755" cy="304800"/>
          </a:xfrm>
          <a:prstGeom prst="rect">
            <a:avLst/>
          </a:prstGeom>
          <a:gradFill>
            <a:gsLst>
              <a:gs pos="20000">
                <a:srgbClr val="E20074"/>
              </a:gs>
              <a:gs pos="53000">
                <a:srgbClr val="A30454"/>
              </a:gs>
              <a:gs pos="100000">
                <a:srgbClr val="640834"/>
              </a:gs>
            </a:gsLst>
            <a:lin ang="4500000" scaled="0"/>
          </a:gra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spc="300">
              <a:latin typeface="linea-basic-10" charset="0"/>
              <a:ea typeface="linea-basic-10" charset="0"/>
              <a:cs typeface="linea-basic-10" charset="0"/>
            </a:endParaRPr>
          </a:p>
        </p:txBody>
      </p:sp>
      <p:sp>
        <p:nvSpPr>
          <p:cNvPr id="39" name="Subtext">
            <a:extLst>
              <a:ext uri="{FF2B5EF4-FFF2-40B4-BE49-F238E27FC236}">
                <a16:creationId xmlns:a16="http://schemas.microsoft.com/office/drawing/2014/main" id="{407E123A-1C60-A34D-BD2A-930CCA52575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979488" y="3677422"/>
            <a:ext cx="2044700" cy="248530"/>
          </a:xfrm>
          <a:prstGeom prst="rect">
            <a:avLst/>
          </a:prstGeom>
        </p:spPr>
        <p:txBody>
          <a:bodyPr wrap="square" lIns="0">
            <a:spAutoFit/>
          </a:bodyPr>
          <a:lstStyle>
            <a:lvl1pPr marL="0" indent="0">
              <a:buNone/>
              <a:defRPr lang="en-US" sz="1200" b="1" kern="1200" spc="0" dirty="0">
                <a:solidFill>
                  <a:schemeClr val="accent1"/>
                </a:solidFill>
                <a:latin typeface="TeleNeo Office ExtraBold" panose="020B0504040202090203" pitchFamily="34" charset="77"/>
                <a:ea typeface="Bebas Neue Bold" charset="0"/>
                <a:cs typeface="Bebas Neue Bold" charset="0"/>
              </a:defRPr>
            </a:lvl1pPr>
          </a:lstStyle>
          <a:p>
            <a:pPr marL="0" lvl="0" algn="l" defTabSz="914400" rtl="0" eaLnBrk="1" latinLnBrk="0" hangingPunct="1">
              <a:lnSpc>
                <a:spcPct val="80000"/>
              </a:lnSpc>
            </a:pPr>
            <a:r>
              <a:rPr lang="en-US"/>
              <a:t>08/01/2021</a:t>
            </a:r>
          </a:p>
        </p:txBody>
      </p:sp>
      <p:sp>
        <p:nvSpPr>
          <p:cNvPr id="41" name="Subtext">
            <a:extLst>
              <a:ext uri="{FF2B5EF4-FFF2-40B4-BE49-F238E27FC236}">
                <a16:creationId xmlns:a16="http://schemas.microsoft.com/office/drawing/2014/main" id="{D215AD94-0275-A347-A8C0-0CE437EF8B2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79488" y="3965294"/>
            <a:ext cx="2044700" cy="300595"/>
          </a:xfrm>
          <a:prstGeom prst="rect">
            <a:avLst/>
          </a:prstGeom>
        </p:spPr>
        <p:txBody>
          <a:bodyPr wrap="square" lIns="0">
            <a:spAutoFit/>
          </a:bodyPr>
          <a:lstStyle>
            <a:lvl1pPr marL="0" indent="0">
              <a:buNone/>
              <a:defRPr lang="en-US" sz="1600" b="1" kern="1200" spc="0" dirty="0">
                <a:solidFill>
                  <a:schemeClr val="tx1"/>
                </a:solidFill>
                <a:latin typeface="TeleNeo Office ExtraBold" panose="020B0504040202090203" pitchFamily="34" charset="77"/>
                <a:ea typeface="Bebas Neue Bold" charset="0"/>
                <a:cs typeface="Bebas Neue Bold" charset="0"/>
              </a:defRPr>
            </a:lvl1pPr>
          </a:lstStyle>
          <a:p>
            <a:pPr marL="0" lvl="0" algn="l" defTabSz="914400" rtl="0" eaLnBrk="1" latinLnBrk="0" hangingPunct="1">
              <a:lnSpc>
                <a:spcPct val="80000"/>
              </a:lnSpc>
            </a:pPr>
            <a:r>
              <a:rPr lang="en-US"/>
              <a:t>EVENT</a:t>
            </a:r>
          </a:p>
        </p:txBody>
      </p:sp>
      <p:sp>
        <p:nvSpPr>
          <p:cNvPr id="42" name="Text Placeholder 14">
            <a:extLst>
              <a:ext uri="{FF2B5EF4-FFF2-40B4-BE49-F238E27FC236}">
                <a16:creationId xmlns:a16="http://schemas.microsoft.com/office/drawing/2014/main" id="{CD60481C-F37E-B04E-B96A-AE9609FA6F2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236146" y="2503049"/>
            <a:ext cx="1831152" cy="780085"/>
          </a:xfrm>
          <a:prstGeom prst="rect">
            <a:avLst/>
          </a:prstGeom>
        </p:spPr>
        <p:txBody>
          <a:bodyPr wrap="square" lIns="0">
            <a:spAutoFit/>
          </a:bodyPr>
          <a:lstStyle>
            <a:lvl1pPr marL="0" indent="0">
              <a:lnSpc>
                <a:spcPts val="1750"/>
              </a:lnSpc>
              <a:buFont typeface="Arial" panose="020B0604020202020204" pitchFamily="34" charset="0"/>
              <a:buNone/>
              <a:defRPr sz="1400" b="0" i="0">
                <a:latin typeface="TeleNeo Office" panose="020B0504040202090203" pitchFamily="34" charset="77"/>
              </a:defRPr>
            </a:lvl1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endParaRPr lang="en-US"/>
          </a:p>
        </p:txBody>
      </p:sp>
      <p:sp>
        <p:nvSpPr>
          <p:cNvPr id="44" name="Subtext">
            <a:extLst>
              <a:ext uri="{FF2B5EF4-FFF2-40B4-BE49-F238E27FC236}">
                <a16:creationId xmlns:a16="http://schemas.microsoft.com/office/drawing/2014/main" id="{CB29A101-C34E-7948-A0F8-3AC6F25735D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022599" y="1877088"/>
            <a:ext cx="2044700" cy="248530"/>
          </a:xfrm>
          <a:prstGeom prst="rect">
            <a:avLst/>
          </a:prstGeom>
        </p:spPr>
        <p:txBody>
          <a:bodyPr wrap="square" lIns="0">
            <a:spAutoFit/>
          </a:bodyPr>
          <a:lstStyle>
            <a:lvl1pPr marL="0" indent="0">
              <a:buNone/>
              <a:defRPr lang="en-US" sz="1200" b="1" kern="1200" spc="0" dirty="0">
                <a:solidFill>
                  <a:schemeClr val="accent1"/>
                </a:solidFill>
                <a:latin typeface="TeleNeo Office ExtraBold" panose="020B0504040202090203" pitchFamily="34" charset="77"/>
                <a:ea typeface="Bebas Neue Bold" charset="0"/>
                <a:cs typeface="Bebas Neue Bold" charset="0"/>
              </a:defRPr>
            </a:lvl1pPr>
          </a:lstStyle>
          <a:p>
            <a:pPr marL="0" lvl="0" algn="l" defTabSz="914400" rtl="0" eaLnBrk="1" latinLnBrk="0" hangingPunct="1">
              <a:lnSpc>
                <a:spcPct val="80000"/>
              </a:lnSpc>
            </a:pPr>
            <a:r>
              <a:rPr lang="en-US"/>
              <a:t>08/01/2021</a:t>
            </a:r>
          </a:p>
        </p:txBody>
      </p:sp>
      <p:sp>
        <p:nvSpPr>
          <p:cNvPr id="45" name="Subtext">
            <a:extLst>
              <a:ext uri="{FF2B5EF4-FFF2-40B4-BE49-F238E27FC236}">
                <a16:creationId xmlns:a16="http://schemas.microsoft.com/office/drawing/2014/main" id="{D264E85E-EAFC-5A4F-BCF2-13D9F12823A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022599" y="2164960"/>
            <a:ext cx="2044700" cy="300595"/>
          </a:xfrm>
          <a:prstGeom prst="rect">
            <a:avLst/>
          </a:prstGeom>
        </p:spPr>
        <p:txBody>
          <a:bodyPr wrap="square" lIns="0">
            <a:spAutoFit/>
          </a:bodyPr>
          <a:lstStyle>
            <a:lvl1pPr marL="0" indent="0">
              <a:buNone/>
              <a:defRPr lang="en-US" sz="1600" b="1" kern="1200" spc="0" dirty="0">
                <a:solidFill>
                  <a:schemeClr val="tx1"/>
                </a:solidFill>
                <a:latin typeface="TeleNeo Office ExtraBold" panose="020B0504040202090203" pitchFamily="34" charset="77"/>
                <a:ea typeface="Bebas Neue Bold" charset="0"/>
                <a:cs typeface="Bebas Neue Bold" charset="0"/>
              </a:defRPr>
            </a:lvl1pPr>
          </a:lstStyle>
          <a:p>
            <a:pPr marL="0" lvl="0" algn="l" defTabSz="914400" rtl="0" eaLnBrk="1" latinLnBrk="0" hangingPunct="1">
              <a:lnSpc>
                <a:spcPct val="80000"/>
              </a:lnSpc>
            </a:pPr>
            <a:r>
              <a:rPr lang="en-US"/>
              <a:t>EVENT</a:t>
            </a:r>
          </a:p>
        </p:txBody>
      </p:sp>
      <p:sp>
        <p:nvSpPr>
          <p:cNvPr id="46" name="Text Placeholder 14">
            <a:extLst>
              <a:ext uri="{FF2B5EF4-FFF2-40B4-BE49-F238E27FC236}">
                <a16:creationId xmlns:a16="http://schemas.microsoft.com/office/drawing/2014/main" id="{F8330373-3A39-B44A-9005-86736741D398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280846" y="3645617"/>
            <a:ext cx="1831152" cy="780085"/>
          </a:xfrm>
          <a:prstGeom prst="rect">
            <a:avLst/>
          </a:prstGeom>
        </p:spPr>
        <p:txBody>
          <a:bodyPr wrap="square" lIns="0">
            <a:spAutoFit/>
          </a:bodyPr>
          <a:lstStyle>
            <a:lvl1pPr marL="0" indent="0">
              <a:lnSpc>
                <a:spcPts val="1750"/>
              </a:lnSpc>
              <a:buFont typeface="Arial" panose="020B0604020202020204" pitchFamily="34" charset="0"/>
              <a:buNone/>
              <a:defRPr sz="1400" b="0" i="0">
                <a:latin typeface="TeleNeo Office" panose="020B0504040202090203" pitchFamily="34" charset="77"/>
              </a:defRPr>
            </a:lvl1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endParaRPr lang="en-US"/>
          </a:p>
        </p:txBody>
      </p:sp>
      <p:sp>
        <p:nvSpPr>
          <p:cNvPr id="47" name="Subtext">
            <a:extLst>
              <a:ext uri="{FF2B5EF4-FFF2-40B4-BE49-F238E27FC236}">
                <a16:creationId xmlns:a16="http://schemas.microsoft.com/office/drawing/2014/main" id="{407427E9-794B-664C-BEEA-4079DBD5904B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067299" y="3019656"/>
            <a:ext cx="2044700" cy="248530"/>
          </a:xfrm>
          <a:prstGeom prst="rect">
            <a:avLst/>
          </a:prstGeom>
        </p:spPr>
        <p:txBody>
          <a:bodyPr wrap="square" lIns="0">
            <a:spAutoFit/>
          </a:bodyPr>
          <a:lstStyle>
            <a:lvl1pPr marL="0" indent="0">
              <a:buNone/>
              <a:defRPr lang="en-US" sz="1200" b="1" kern="1200" spc="0" dirty="0">
                <a:solidFill>
                  <a:schemeClr val="accent1"/>
                </a:solidFill>
                <a:latin typeface="TeleNeo Office ExtraBold" panose="020B0504040202090203" pitchFamily="34" charset="77"/>
                <a:ea typeface="Bebas Neue Bold" charset="0"/>
                <a:cs typeface="Bebas Neue Bold" charset="0"/>
              </a:defRPr>
            </a:lvl1pPr>
          </a:lstStyle>
          <a:p>
            <a:pPr marL="0" lvl="0" algn="l" defTabSz="914400" rtl="0" eaLnBrk="1" latinLnBrk="0" hangingPunct="1">
              <a:lnSpc>
                <a:spcPct val="80000"/>
              </a:lnSpc>
            </a:pPr>
            <a:r>
              <a:rPr lang="en-US"/>
              <a:t>08/01/2021</a:t>
            </a:r>
          </a:p>
        </p:txBody>
      </p:sp>
      <p:sp>
        <p:nvSpPr>
          <p:cNvPr id="48" name="Subtext">
            <a:extLst>
              <a:ext uri="{FF2B5EF4-FFF2-40B4-BE49-F238E27FC236}">
                <a16:creationId xmlns:a16="http://schemas.microsoft.com/office/drawing/2014/main" id="{0628EA82-10F9-9845-8D8B-D6F73D25D65B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067299" y="3307528"/>
            <a:ext cx="2044700" cy="300595"/>
          </a:xfrm>
          <a:prstGeom prst="rect">
            <a:avLst/>
          </a:prstGeom>
        </p:spPr>
        <p:txBody>
          <a:bodyPr wrap="square" lIns="0">
            <a:spAutoFit/>
          </a:bodyPr>
          <a:lstStyle>
            <a:lvl1pPr marL="0" indent="0">
              <a:buNone/>
              <a:defRPr lang="en-US" sz="1600" b="1" kern="1200" spc="0" dirty="0">
                <a:solidFill>
                  <a:schemeClr val="tx1"/>
                </a:solidFill>
                <a:latin typeface="TeleNeo Office ExtraBold" panose="020B0504040202090203" pitchFamily="34" charset="77"/>
                <a:ea typeface="Bebas Neue Bold" charset="0"/>
                <a:cs typeface="Bebas Neue Bold" charset="0"/>
              </a:defRPr>
            </a:lvl1pPr>
          </a:lstStyle>
          <a:p>
            <a:pPr marL="0" lvl="0" algn="l" defTabSz="914400" rtl="0" eaLnBrk="1" latinLnBrk="0" hangingPunct="1">
              <a:lnSpc>
                <a:spcPct val="80000"/>
              </a:lnSpc>
            </a:pPr>
            <a:r>
              <a:rPr lang="en-US"/>
              <a:t>EVENT</a:t>
            </a:r>
          </a:p>
        </p:txBody>
      </p:sp>
      <p:sp>
        <p:nvSpPr>
          <p:cNvPr id="52" name="Text Placeholder 14">
            <a:extLst>
              <a:ext uri="{FF2B5EF4-FFF2-40B4-BE49-F238E27FC236}">
                <a16:creationId xmlns:a16="http://schemas.microsoft.com/office/drawing/2014/main" id="{AC309D33-5C8D-2D44-84B3-4A43B49B0E71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7324724" y="3645617"/>
            <a:ext cx="1831152" cy="780085"/>
          </a:xfrm>
          <a:prstGeom prst="rect">
            <a:avLst/>
          </a:prstGeom>
        </p:spPr>
        <p:txBody>
          <a:bodyPr wrap="square" lIns="0">
            <a:spAutoFit/>
          </a:bodyPr>
          <a:lstStyle>
            <a:lvl1pPr marL="0" indent="0">
              <a:lnSpc>
                <a:spcPts val="1750"/>
              </a:lnSpc>
              <a:buFont typeface="Arial" panose="020B0604020202020204" pitchFamily="34" charset="0"/>
              <a:buNone/>
              <a:defRPr sz="1400" b="0" i="0">
                <a:latin typeface="TeleNeo Office" panose="020B0504040202090203" pitchFamily="34" charset="77"/>
              </a:defRPr>
            </a:lvl1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endParaRPr lang="en-US"/>
          </a:p>
        </p:txBody>
      </p:sp>
      <p:sp>
        <p:nvSpPr>
          <p:cNvPr id="53" name="Subtext">
            <a:extLst>
              <a:ext uri="{FF2B5EF4-FFF2-40B4-BE49-F238E27FC236}">
                <a16:creationId xmlns:a16="http://schemas.microsoft.com/office/drawing/2014/main" id="{4D8121D9-00AC-4044-8BCD-ABC2842ADEE8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7111177" y="3019656"/>
            <a:ext cx="2044700" cy="248530"/>
          </a:xfrm>
          <a:prstGeom prst="rect">
            <a:avLst/>
          </a:prstGeom>
        </p:spPr>
        <p:txBody>
          <a:bodyPr wrap="square" lIns="0">
            <a:spAutoFit/>
          </a:bodyPr>
          <a:lstStyle>
            <a:lvl1pPr marL="0" indent="0">
              <a:buNone/>
              <a:defRPr lang="en-US" sz="1200" b="1" kern="1200" spc="0" dirty="0">
                <a:solidFill>
                  <a:schemeClr val="accent1"/>
                </a:solidFill>
                <a:latin typeface="TeleNeo Office ExtraBold" panose="020B0504040202090203" pitchFamily="34" charset="77"/>
                <a:ea typeface="Bebas Neue Bold" charset="0"/>
                <a:cs typeface="Bebas Neue Bold" charset="0"/>
              </a:defRPr>
            </a:lvl1pPr>
          </a:lstStyle>
          <a:p>
            <a:pPr marL="0" lvl="0" algn="l" defTabSz="914400" rtl="0" eaLnBrk="1" latinLnBrk="0" hangingPunct="1">
              <a:lnSpc>
                <a:spcPct val="80000"/>
              </a:lnSpc>
            </a:pPr>
            <a:r>
              <a:rPr lang="en-US"/>
              <a:t>08/01/2021</a:t>
            </a:r>
          </a:p>
        </p:txBody>
      </p:sp>
      <p:sp>
        <p:nvSpPr>
          <p:cNvPr id="54" name="Subtext">
            <a:extLst>
              <a:ext uri="{FF2B5EF4-FFF2-40B4-BE49-F238E27FC236}">
                <a16:creationId xmlns:a16="http://schemas.microsoft.com/office/drawing/2014/main" id="{8571CCE9-E8F6-0841-ACF7-1051A736D78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7111177" y="3307528"/>
            <a:ext cx="2044700" cy="300595"/>
          </a:xfrm>
          <a:prstGeom prst="rect">
            <a:avLst/>
          </a:prstGeom>
        </p:spPr>
        <p:txBody>
          <a:bodyPr wrap="square" lIns="0">
            <a:spAutoFit/>
          </a:bodyPr>
          <a:lstStyle>
            <a:lvl1pPr marL="0" indent="0">
              <a:buNone/>
              <a:defRPr lang="en-US" sz="1600" b="1" kern="1200" spc="0" dirty="0">
                <a:solidFill>
                  <a:schemeClr val="tx1"/>
                </a:solidFill>
                <a:latin typeface="TeleNeo Office ExtraBold" panose="020B0504040202090203" pitchFamily="34" charset="77"/>
                <a:ea typeface="Bebas Neue Bold" charset="0"/>
                <a:cs typeface="Bebas Neue Bold" charset="0"/>
              </a:defRPr>
            </a:lvl1pPr>
          </a:lstStyle>
          <a:p>
            <a:pPr marL="0" lvl="0" algn="l" defTabSz="914400" rtl="0" eaLnBrk="1" latinLnBrk="0" hangingPunct="1">
              <a:lnSpc>
                <a:spcPct val="80000"/>
              </a:lnSpc>
            </a:pPr>
            <a:r>
              <a:rPr lang="en-US"/>
              <a:t>EVENT</a:t>
            </a:r>
          </a:p>
        </p:txBody>
      </p:sp>
      <p:sp>
        <p:nvSpPr>
          <p:cNvPr id="23" name="Footer Placeholder 4">
            <a:extLst>
              <a:ext uri="{FF2B5EF4-FFF2-40B4-BE49-F238E27FC236}">
                <a16:creationId xmlns:a16="http://schemas.microsoft.com/office/drawing/2014/main" id="{B8B4EC6E-E7EF-4166-A8F3-16C59FE5D98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0" y="6586334"/>
            <a:ext cx="1482450" cy="226838"/>
          </a:xfrm>
          <a:prstGeom prst="rect">
            <a:avLst/>
          </a:prstGeom>
          <a:ln>
            <a:noFill/>
          </a:ln>
        </p:spPr>
        <p:txBody>
          <a:bodyPr vert="horz" lIns="68681" tIns="34340" rIns="68681" bIns="34340" rtlCol="0" anchor="ctr"/>
          <a:lstStyle>
            <a:lvl1pPr algn="r">
              <a:defRPr sz="1200" b="0" i="0">
                <a:solidFill>
                  <a:schemeClr val="accent1"/>
                </a:solidFill>
                <a:latin typeface="Tele-GroteskHal" pitchFamily="2" charset="0"/>
                <a:cs typeface="Tele-GroteskHal" pitchFamily="2" charset="0"/>
              </a:defRPr>
            </a:lvl1pPr>
          </a:lstStyle>
          <a:p>
            <a:r>
              <a:rPr lang="en-US" dirty="0"/>
              <a:t>T-Mobile Confidential</a:t>
            </a:r>
          </a:p>
        </p:txBody>
      </p:sp>
    </p:spTree>
    <p:extLst>
      <p:ext uri="{BB962C8B-B14F-4D97-AF65-F5344CB8AC3E}">
        <p14:creationId xmlns:p14="http://schemas.microsoft.com/office/powerpoint/2010/main" val="11335728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melines_Calend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05CA5943-0598-C84F-A75A-8EA3B31AECA0}"/>
              </a:ext>
            </a:extLst>
          </p:cNvPr>
          <p:cNvSpPr/>
          <p:nvPr userDrawn="1"/>
        </p:nvSpPr>
        <p:spPr>
          <a:xfrm>
            <a:off x="0" y="0"/>
            <a:ext cx="12188952" cy="331012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spc="300">
              <a:latin typeface="linea-basic-10" charset="0"/>
              <a:ea typeface="linea-basic-10" charset="0"/>
              <a:cs typeface="linea-basic-10" charset="0"/>
            </a:endParaRPr>
          </a:p>
        </p:txBody>
      </p:sp>
      <p:sp>
        <p:nvSpPr>
          <p:cNvPr id="12" name="Title 23">
            <a:extLst>
              <a:ext uri="{FF2B5EF4-FFF2-40B4-BE49-F238E27FC236}">
                <a16:creationId xmlns:a16="http://schemas.microsoft.com/office/drawing/2014/main" id="{FD11B0DF-3B4D-C64E-8F14-19F5AD46D19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79488" y="1646527"/>
            <a:ext cx="8178800" cy="1497205"/>
          </a:xfrm>
          <a:prstGeom prst="rect">
            <a:avLst/>
          </a:prstGeom>
        </p:spPr>
        <p:txBody>
          <a:bodyPr wrap="square" lIns="0" tIns="0" rIns="0" bIns="0" anchor="ctr" anchorCtr="0">
            <a:spAutoFit/>
          </a:bodyPr>
          <a:lstStyle>
            <a:lvl1pPr>
              <a:lnSpc>
                <a:spcPct val="80000"/>
              </a:lnSpc>
              <a:defRPr sz="11500">
                <a:solidFill>
                  <a:schemeClr val="bg1"/>
                </a:solidFill>
              </a:defRPr>
            </a:lvl1pPr>
          </a:lstStyle>
          <a:p>
            <a:r>
              <a:rPr lang="en-US"/>
              <a:t>Month</a:t>
            </a:r>
          </a:p>
        </p:txBody>
      </p:sp>
      <p:sp>
        <p:nvSpPr>
          <p:cNvPr id="46" name="Text Placeholder 14">
            <a:extLst>
              <a:ext uri="{FF2B5EF4-FFF2-40B4-BE49-F238E27FC236}">
                <a16:creationId xmlns:a16="http://schemas.microsoft.com/office/drawing/2014/main" id="{D97F6092-59B3-8A4E-83A2-FB3C5266E0C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027363" y="4560199"/>
            <a:ext cx="1865149" cy="310854"/>
          </a:xfrm>
          <a:prstGeom prst="rect">
            <a:avLst/>
          </a:prstGeom>
        </p:spPr>
        <p:txBody>
          <a:bodyPr wrap="square" lIns="0">
            <a:spAutoFit/>
          </a:bodyPr>
          <a:lstStyle>
            <a:lvl1pPr marL="0" indent="0">
              <a:lnSpc>
                <a:spcPts val="1750"/>
              </a:lnSpc>
              <a:buFont typeface="Arial" panose="020B0604020202020204" pitchFamily="34" charset="0"/>
              <a:buNone/>
              <a:defRPr sz="1200" b="0" i="0">
                <a:latin typeface="TeleNeo Office" panose="020B0504040202090203" pitchFamily="34" charset="77"/>
              </a:defRPr>
            </a:lvl1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Description</a:t>
            </a:r>
          </a:p>
        </p:txBody>
      </p:sp>
      <p:sp>
        <p:nvSpPr>
          <p:cNvPr id="47" name="Subtext">
            <a:extLst>
              <a:ext uri="{FF2B5EF4-FFF2-40B4-BE49-F238E27FC236}">
                <a16:creationId xmlns:a16="http://schemas.microsoft.com/office/drawing/2014/main" id="{AA09146D-6B7E-8046-B84B-FCF07F24047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027363" y="3621047"/>
            <a:ext cx="413421" cy="248530"/>
          </a:xfrm>
          <a:prstGeom prst="rect">
            <a:avLst/>
          </a:prstGeom>
        </p:spPr>
        <p:txBody>
          <a:bodyPr wrap="square" lIns="0">
            <a:spAutoFit/>
          </a:bodyPr>
          <a:lstStyle>
            <a:lvl1pPr marL="0" indent="0">
              <a:buNone/>
              <a:defRPr lang="en-US" sz="1200" b="1" kern="1200" spc="0" dirty="0">
                <a:solidFill>
                  <a:schemeClr val="accent1"/>
                </a:solidFill>
                <a:latin typeface="TeleNeo Office ExtraBold" panose="020B0504040202090203" pitchFamily="34" charset="77"/>
                <a:ea typeface="Bebas Neue Bold" charset="0"/>
                <a:cs typeface="Bebas Neue Bold" charset="0"/>
              </a:defRPr>
            </a:lvl1pPr>
          </a:lstStyle>
          <a:p>
            <a:pPr marL="0" lvl="0" algn="l" defTabSz="914400" rtl="0" eaLnBrk="1" latinLnBrk="0" hangingPunct="1">
              <a:lnSpc>
                <a:spcPct val="80000"/>
              </a:lnSpc>
            </a:pPr>
            <a:r>
              <a:rPr lang="en-US"/>
              <a:t>08</a:t>
            </a:r>
          </a:p>
        </p:txBody>
      </p:sp>
      <p:sp>
        <p:nvSpPr>
          <p:cNvPr id="48" name="Subtext">
            <a:extLst>
              <a:ext uri="{FF2B5EF4-FFF2-40B4-BE49-F238E27FC236}">
                <a16:creationId xmlns:a16="http://schemas.microsoft.com/office/drawing/2014/main" id="{0582FEB9-B57E-EB41-9AE1-399849145820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027363" y="3908919"/>
            <a:ext cx="1869912" cy="625812"/>
          </a:xfrm>
          <a:prstGeom prst="rect">
            <a:avLst/>
          </a:prstGeom>
        </p:spPr>
        <p:txBody>
          <a:bodyPr wrap="square" lIns="0">
            <a:spAutoFit/>
          </a:bodyPr>
          <a:lstStyle>
            <a:lvl1pPr marL="0" indent="0">
              <a:buNone/>
              <a:defRPr lang="en-US" sz="1600" b="1" kern="1200" spc="0" dirty="0">
                <a:solidFill>
                  <a:schemeClr val="tx1"/>
                </a:solidFill>
                <a:latin typeface="TeleNeo Office ExtraBold" panose="020B0504040202090203" pitchFamily="34" charset="77"/>
                <a:ea typeface="Bebas Neue Bold" charset="0"/>
                <a:cs typeface="Bebas Neue Bold" charset="0"/>
              </a:defRPr>
            </a:lvl1pPr>
          </a:lstStyle>
          <a:p>
            <a:pPr marL="0" lvl="0" algn="l" defTabSz="914400" rtl="0" eaLnBrk="1" latinLnBrk="0" hangingPunct="1">
              <a:lnSpc>
                <a:spcPct val="80000"/>
              </a:lnSpc>
            </a:pPr>
            <a:r>
              <a:rPr lang="en-US"/>
              <a:t>Event</a:t>
            </a:r>
          </a:p>
          <a:p>
            <a:pPr marL="0" lvl="0" algn="l" defTabSz="914400" rtl="0" eaLnBrk="1" latinLnBrk="0" hangingPunct="1">
              <a:lnSpc>
                <a:spcPct val="80000"/>
              </a:lnSpc>
            </a:pPr>
            <a:r>
              <a:rPr lang="en-US"/>
              <a:t>Name</a:t>
            </a:r>
          </a:p>
        </p:txBody>
      </p:sp>
      <p:sp>
        <p:nvSpPr>
          <p:cNvPr id="56" name="Text Placeholder 14">
            <a:extLst>
              <a:ext uri="{FF2B5EF4-FFF2-40B4-BE49-F238E27FC236}">
                <a16:creationId xmlns:a16="http://schemas.microsoft.com/office/drawing/2014/main" id="{15F5D1E8-1D5B-4F4E-80AA-D288F9719E0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076826" y="4560199"/>
            <a:ext cx="1865149" cy="310854"/>
          </a:xfrm>
          <a:prstGeom prst="rect">
            <a:avLst/>
          </a:prstGeom>
        </p:spPr>
        <p:txBody>
          <a:bodyPr wrap="square" lIns="0">
            <a:spAutoFit/>
          </a:bodyPr>
          <a:lstStyle>
            <a:lvl1pPr marL="0" indent="0">
              <a:lnSpc>
                <a:spcPts val="1750"/>
              </a:lnSpc>
              <a:buFont typeface="Arial" panose="020B0604020202020204" pitchFamily="34" charset="0"/>
              <a:buNone/>
              <a:defRPr sz="1200" b="0" i="0">
                <a:latin typeface="TeleNeo Office" panose="020B0504040202090203" pitchFamily="34" charset="77"/>
              </a:defRPr>
            </a:lvl1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Description</a:t>
            </a:r>
          </a:p>
        </p:txBody>
      </p:sp>
      <p:sp>
        <p:nvSpPr>
          <p:cNvPr id="57" name="Subtext">
            <a:extLst>
              <a:ext uri="{FF2B5EF4-FFF2-40B4-BE49-F238E27FC236}">
                <a16:creationId xmlns:a16="http://schemas.microsoft.com/office/drawing/2014/main" id="{FFD63B47-3801-994F-BC4F-ED89CCC87159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076826" y="3621047"/>
            <a:ext cx="413421" cy="248530"/>
          </a:xfrm>
          <a:prstGeom prst="rect">
            <a:avLst/>
          </a:prstGeom>
        </p:spPr>
        <p:txBody>
          <a:bodyPr wrap="square" lIns="0">
            <a:spAutoFit/>
          </a:bodyPr>
          <a:lstStyle>
            <a:lvl1pPr marL="0" indent="0">
              <a:buNone/>
              <a:defRPr lang="en-US" sz="1200" b="1" kern="1200" spc="0" dirty="0">
                <a:solidFill>
                  <a:schemeClr val="accent1"/>
                </a:solidFill>
                <a:latin typeface="TeleNeo Office ExtraBold" panose="020B0504040202090203" pitchFamily="34" charset="77"/>
                <a:ea typeface="Bebas Neue Bold" charset="0"/>
                <a:cs typeface="Bebas Neue Bold" charset="0"/>
              </a:defRPr>
            </a:lvl1pPr>
          </a:lstStyle>
          <a:p>
            <a:pPr marL="0" lvl="0" algn="l" defTabSz="914400" rtl="0" eaLnBrk="1" latinLnBrk="0" hangingPunct="1">
              <a:lnSpc>
                <a:spcPct val="80000"/>
              </a:lnSpc>
            </a:pPr>
            <a:r>
              <a:rPr lang="en-US"/>
              <a:t>09</a:t>
            </a:r>
          </a:p>
        </p:txBody>
      </p:sp>
      <p:sp>
        <p:nvSpPr>
          <p:cNvPr id="58" name="Subtext">
            <a:extLst>
              <a:ext uri="{FF2B5EF4-FFF2-40B4-BE49-F238E27FC236}">
                <a16:creationId xmlns:a16="http://schemas.microsoft.com/office/drawing/2014/main" id="{8433D9A5-9396-2E4F-BE45-4F012179DBDD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076826" y="3908919"/>
            <a:ext cx="1869912" cy="625812"/>
          </a:xfrm>
          <a:prstGeom prst="rect">
            <a:avLst/>
          </a:prstGeom>
        </p:spPr>
        <p:txBody>
          <a:bodyPr wrap="square" lIns="0">
            <a:spAutoFit/>
          </a:bodyPr>
          <a:lstStyle>
            <a:lvl1pPr marL="0" indent="0">
              <a:buNone/>
              <a:defRPr lang="en-US" sz="1600" b="1" kern="1200" spc="0" dirty="0">
                <a:solidFill>
                  <a:schemeClr val="tx1"/>
                </a:solidFill>
                <a:latin typeface="TeleNeo Office ExtraBold" panose="020B0504040202090203" pitchFamily="34" charset="77"/>
                <a:ea typeface="Bebas Neue Bold" charset="0"/>
                <a:cs typeface="Bebas Neue Bold" charset="0"/>
              </a:defRPr>
            </a:lvl1pPr>
          </a:lstStyle>
          <a:p>
            <a:pPr marL="0" lvl="0" algn="l" defTabSz="914400" rtl="0" eaLnBrk="1" latinLnBrk="0" hangingPunct="1">
              <a:lnSpc>
                <a:spcPct val="80000"/>
              </a:lnSpc>
            </a:pPr>
            <a:r>
              <a:rPr lang="en-US"/>
              <a:t>Event</a:t>
            </a:r>
          </a:p>
          <a:p>
            <a:pPr marL="0" lvl="0" algn="l" defTabSz="914400" rtl="0" eaLnBrk="1" latinLnBrk="0" hangingPunct="1">
              <a:lnSpc>
                <a:spcPct val="80000"/>
              </a:lnSpc>
            </a:pPr>
            <a:r>
              <a:rPr lang="en-US"/>
              <a:t>Name</a:t>
            </a:r>
          </a:p>
        </p:txBody>
      </p:sp>
      <p:sp>
        <p:nvSpPr>
          <p:cNvPr id="59" name="Text Placeholder 14">
            <a:extLst>
              <a:ext uri="{FF2B5EF4-FFF2-40B4-BE49-F238E27FC236}">
                <a16:creationId xmlns:a16="http://schemas.microsoft.com/office/drawing/2014/main" id="{C639EC9A-0554-1A48-9CBA-C963A01E3CB4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076826" y="6172200"/>
            <a:ext cx="1865149" cy="310854"/>
          </a:xfrm>
          <a:prstGeom prst="rect">
            <a:avLst/>
          </a:prstGeom>
        </p:spPr>
        <p:txBody>
          <a:bodyPr wrap="square" lIns="0">
            <a:spAutoFit/>
          </a:bodyPr>
          <a:lstStyle>
            <a:lvl1pPr marL="0" indent="0">
              <a:lnSpc>
                <a:spcPts val="1750"/>
              </a:lnSpc>
              <a:buFont typeface="Arial" panose="020B0604020202020204" pitchFamily="34" charset="0"/>
              <a:buNone/>
              <a:defRPr sz="1200" b="0" i="0">
                <a:latin typeface="TeleNeo Office" panose="020B0504040202090203" pitchFamily="34" charset="77"/>
              </a:defRPr>
            </a:lvl1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Description</a:t>
            </a:r>
          </a:p>
        </p:txBody>
      </p:sp>
      <p:sp>
        <p:nvSpPr>
          <p:cNvPr id="60" name="Subtext">
            <a:extLst>
              <a:ext uri="{FF2B5EF4-FFF2-40B4-BE49-F238E27FC236}">
                <a16:creationId xmlns:a16="http://schemas.microsoft.com/office/drawing/2014/main" id="{27EA6687-C770-CF47-8E3A-77770179E6BC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076826" y="5233048"/>
            <a:ext cx="413421" cy="248530"/>
          </a:xfrm>
          <a:prstGeom prst="rect">
            <a:avLst/>
          </a:prstGeom>
        </p:spPr>
        <p:txBody>
          <a:bodyPr wrap="square" lIns="0">
            <a:spAutoFit/>
          </a:bodyPr>
          <a:lstStyle>
            <a:lvl1pPr marL="0" indent="0">
              <a:buNone/>
              <a:defRPr lang="en-US" sz="1200" b="1" kern="1200" spc="0" dirty="0">
                <a:solidFill>
                  <a:schemeClr val="accent1"/>
                </a:solidFill>
                <a:latin typeface="TeleNeo Office ExtraBold" panose="020B0504040202090203" pitchFamily="34" charset="77"/>
                <a:ea typeface="Bebas Neue Bold" charset="0"/>
                <a:cs typeface="Bebas Neue Bold" charset="0"/>
              </a:defRPr>
            </a:lvl1pPr>
          </a:lstStyle>
          <a:p>
            <a:pPr marL="0" lvl="0" algn="l" defTabSz="914400" rtl="0" eaLnBrk="1" latinLnBrk="0" hangingPunct="1">
              <a:lnSpc>
                <a:spcPct val="80000"/>
              </a:lnSpc>
            </a:pPr>
            <a:r>
              <a:rPr lang="en-US"/>
              <a:t>09</a:t>
            </a:r>
          </a:p>
        </p:txBody>
      </p:sp>
      <p:sp>
        <p:nvSpPr>
          <p:cNvPr id="61" name="Subtext">
            <a:extLst>
              <a:ext uri="{FF2B5EF4-FFF2-40B4-BE49-F238E27FC236}">
                <a16:creationId xmlns:a16="http://schemas.microsoft.com/office/drawing/2014/main" id="{E29E3F13-DCFD-CC42-8037-9FD7E30EDD91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076826" y="5520920"/>
            <a:ext cx="1869912" cy="625812"/>
          </a:xfrm>
          <a:prstGeom prst="rect">
            <a:avLst/>
          </a:prstGeom>
        </p:spPr>
        <p:txBody>
          <a:bodyPr wrap="square" lIns="0">
            <a:spAutoFit/>
          </a:bodyPr>
          <a:lstStyle>
            <a:lvl1pPr marL="0" indent="0">
              <a:buNone/>
              <a:defRPr lang="en-US" sz="1600" b="1" kern="1200" spc="0" dirty="0">
                <a:solidFill>
                  <a:schemeClr val="tx1"/>
                </a:solidFill>
                <a:latin typeface="TeleNeo Office ExtraBold" panose="020B0504040202090203" pitchFamily="34" charset="77"/>
                <a:ea typeface="Bebas Neue Bold" charset="0"/>
                <a:cs typeface="Bebas Neue Bold" charset="0"/>
              </a:defRPr>
            </a:lvl1pPr>
          </a:lstStyle>
          <a:p>
            <a:pPr marL="0" lvl="0" algn="l" defTabSz="914400" rtl="0" eaLnBrk="1" latinLnBrk="0" hangingPunct="1">
              <a:lnSpc>
                <a:spcPct val="80000"/>
              </a:lnSpc>
            </a:pPr>
            <a:r>
              <a:rPr lang="en-US"/>
              <a:t>Event</a:t>
            </a:r>
          </a:p>
          <a:p>
            <a:pPr marL="0" lvl="0" algn="l" defTabSz="914400" rtl="0" eaLnBrk="1" latinLnBrk="0" hangingPunct="1">
              <a:lnSpc>
                <a:spcPct val="80000"/>
              </a:lnSpc>
            </a:pPr>
            <a:r>
              <a:rPr lang="en-US"/>
              <a:t>Name</a:t>
            </a:r>
          </a:p>
        </p:txBody>
      </p:sp>
      <p:sp>
        <p:nvSpPr>
          <p:cNvPr id="62" name="Text Placeholder 14">
            <a:extLst>
              <a:ext uri="{FF2B5EF4-FFF2-40B4-BE49-F238E27FC236}">
                <a16:creationId xmlns:a16="http://schemas.microsoft.com/office/drawing/2014/main" id="{BAFE6D9B-E378-D44D-A642-1F7AC0A8C4FA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7121526" y="4560199"/>
            <a:ext cx="1865149" cy="310854"/>
          </a:xfrm>
          <a:prstGeom prst="rect">
            <a:avLst/>
          </a:prstGeom>
        </p:spPr>
        <p:txBody>
          <a:bodyPr wrap="square" lIns="0">
            <a:spAutoFit/>
          </a:bodyPr>
          <a:lstStyle>
            <a:lvl1pPr marL="0" indent="0">
              <a:lnSpc>
                <a:spcPts val="1750"/>
              </a:lnSpc>
              <a:buFont typeface="Arial" panose="020B0604020202020204" pitchFamily="34" charset="0"/>
              <a:buNone/>
              <a:defRPr sz="1200" b="0" i="0">
                <a:latin typeface="TeleNeo Office" panose="020B0504040202090203" pitchFamily="34" charset="77"/>
              </a:defRPr>
            </a:lvl1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Description</a:t>
            </a:r>
          </a:p>
        </p:txBody>
      </p:sp>
      <p:sp>
        <p:nvSpPr>
          <p:cNvPr id="63" name="Subtext">
            <a:extLst>
              <a:ext uri="{FF2B5EF4-FFF2-40B4-BE49-F238E27FC236}">
                <a16:creationId xmlns:a16="http://schemas.microsoft.com/office/drawing/2014/main" id="{B662F05D-9DBA-0F43-8FA0-86927F2ADC56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121526" y="3621047"/>
            <a:ext cx="413421" cy="248530"/>
          </a:xfrm>
          <a:prstGeom prst="rect">
            <a:avLst/>
          </a:prstGeom>
        </p:spPr>
        <p:txBody>
          <a:bodyPr wrap="square" lIns="0">
            <a:spAutoFit/>
          </a:bodyPr>
          <a:lstStyle>
            <a:lvl1pPr marL="0" indent="0">
              <a:buNone/>
              <a:defRPr lang="en-US" sz="1200" b="1" kern="1200" spc="0" dirty="0">
                <a:solidFill>
                  <a:schemeClr val="accent1"/>
                </a:solidFill>
                <a:latin typeface="TeleNeo Office ExtraBold" panose="020B0504040202090203" pitchFamily="34" charset="77"/>
                <a:ea typeface="Bebas Neue Bold" charset="0"/>
                <a:cs typeface="Bebas Neue Bold" charset="0"/>
              </a:defRPr>
            </a:lvl1pPr>
          </a:lstStyle>
          <a:p>
            <a:pPr marL="0" lvl="0" algn="l" defTabSz="914400" rtl="0" eaLnBrk="1" latinLnBrk="0" hangingPunct="1">
              <a:lnSpc>
                <a:spcPct val="80000"/>
              </a:lnSpc>
            </a:pPr>
            <a:r>
              <a:rPr lang="en-US"/>
              <a:t>12</a:t>
            </a:r>
          </a:p>
        </p:txBody>
      </p:sp>
      <p:sp>
        <p:nvSpPr>
          <p:cNvPr id="64" name="Subtext">
            <a:extLst>
              <a:ext uri="{FF2B5EF4-FFF2-40B4-BE49-F238E27FC236}">
                <a16:creationId xmlns:a16="http://schemas.microsoft.com/office/drawing/2014/main" id="{5680A9D6-CC54-6D41-80CD-590099CDD036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7121526" y="3908919"/>
            <a:ext cx="1869912" cy="625812"/>
          </a:xfrm>
          <a:prstGeom prst="rect">
            <a:avLst/>
          </a:prstGeom>
        </p:spPr>
        <p:txBody>
          <a:bodyPr wrap="square" lIns="0">
            <a:spAutoFit/>
          </a:bodyPr>
          <a:lstStyle>
            <a:lvl1pPr marL="0" indent="0">
              <a:buNone/>
              <a:defRPr lang="en-US" sz="1600" b="1" kern="1200" spc="0" dirty="0">
                <a:solidFill>
                  <a:schemeClr val="tx1"/>
                </a:solidFill>
                <a:latin typeface="TeleNeo Office ExtraBold" panose="020B0504040202090203" pitchFamily="34" charset="77"/>
                <a:ea typeface="Bebas Neue Bold" charset="0"/>
                <a:cs typeface="Bebas Neue Bold" charset="0"/>
              </a:defRPr>
            </a:lvl1pPr>
          </a:lstStyle>
          <a:p>
            <a:pPr marL="0" lvl="0" algn="l" defTabSz="914400" rtl="0" eaLnBrk="1" latinLnBrk="0" hangingPunct="1">
              <a:lnSpc>
                <a:spcPct val="80000"/>
              </a:lnSpc>
            </a:pPr>
            <a:r>
              <a:rPr lang="en-US"/>
              <a:t>Event</a:t>
            </a:r>
          </a:p>
          <a:p>
            <a:pPr marL="0" lvl="0" algn="l" defTabSz="914400" rtl="0" eaLnBrk="1" latinLnBrk="0" hangingPunct="1">
              <a:lnSpc>
                <a:spcPct val="80000"/>
              </a:lnSpc>
            </a:pPr>
            <a:r>
              <a:rPr lang="en-US"/>
              <a:t>Name</a:t>
            </a:r>
          </a:p>
        </p:txBody>
      </p:sp>
      <p:sp>
        <p:nvSpPr>
          <p:cNvPr id="65" name="Text Placeholder 14">
            <a:extLst>
              <a:ext uri="{FF2B5EF4-FFF2-40B4-BE49-F238E27FC236}">
                <a16:creationId xmlns:a16="http://schemas.microsoft.com/office/drawing/2014/main" id="{021D6481-7F5D-E244-A7A8-5ACA518BABD1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9166226" y="4560199"/>
            <a:ext cx="1865149" cy="310854"/>
          </a:xfrm>
          <a:prstGeom prst="rect">
            <a:avLst/>
          </a:prstGeom>
        </p:spPr>
        <p:txBody>
          <a:bodyPr wrap="square" lIns="0">
            <a:spAutoFit/>
          </a:bodyPr>
          <a:lstStyle>
            <a:lvl1pPr marL="0" indent="0">
              <a:lnSpc>
                <a:spcPts val="1750"/>
              </a:lnSpc>
              <a:buFont typeface="Arial" panose="020B0604020202020204" pitchFamily="34" charset="0"/>
              <a:buNone/>
              <a:defRPr sz="1200" b="0" i="0">
                <a:latin typeface="TeleNeo Office" panose="020B0504040202090203" pitchFamily="34" charset="77"/>
              </a:defRPr>
            </a:lvl1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Description</a:t>
            </a:r>
          </a:p>
        </p:txBody>
      </p:sp>
      <p:sp>
        <p:nvSpPr>
          <p:cNvPr id="66" name="Subtext">
            <a:extLst>
              <a:ext uri="{FF2B5EF4-FFF2-40B4-BE49-F238E27FC236}">
                <a16:creationId xmlns:a16="http://schemas.microsoft.com/office/drawing/2014/main" id="{C596E39A-E934-7A4C-9D49-DCEEC1D6DC48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9166226" y="3621047"/>
            <a:ext cx="413421" cy="248530"/>
          </a:xfrm>
          <a:prstGeom prst="rect">
            <a:avLst/>
          </a:prstGeom>
        </p:spPr>
        <p:txBody>
          <a:bodyPr wrap="square" lIns="0">
            <a:spAutoFit/>
          </a:bodyPr>
          <a:lstStyle>
            <a:lvl1pPr marL="0" indent="0">
              <a:buNone/>
              <a:defRPr lang="en-US" sz="1200" b="1" kern="1200" spc="0" dirty="0">
                <a:solidFill>
                  <a:schemeClr val="accent1"/>
                </a:solidFill>
                <a:latin typeface="TeleNeo Office ExtraBold" panose="020B0504040202090203" pitchFamily="34" charset="77"/>
                <a:ea typeface="Bebas Neue Bold" charset="0"/>
                <a:cs typeface="Bebas Neue Bold" charset="0"/>
              </a:defRPr>
            </a:lvl1pPr>
          </a:lstStyle>
          <a:p>
            <a:pPr marL="0" lvl="0" algn="l" defTabSz="914400" rtl="0" eaLnBrk="1" latinLnBrk="0" hangingPunct="1">
              <a:lnSpc>
                <a:spcPct val="80000"/>
              </a:lnSpc>
            </a:pPr>
            <a:r>
              <a:rPr lang="en-US"/>
              <a:t>22</a:t>
            </a:r>
          </a:p>
        </p:txBody>
      </p:sp>
      <p:sp>
        <p:nvSpPr>
          <p:cNvPr id="67" name="Subtext">
            <a:extLst>
              <a:ext uri="{FF2B5EF4-FFF2-40B4-BE49-F238E27FC236}">
                <a16:creationId xmlns:a16="http://schemas.microsoft.com/office/drawing/2014/main" id="{C13B34D0-9D0D-384A-8221-131101B4A9AB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9166226" y="3908919"/>
            <a:ext cx="1869912" cy="625812"/>
          </a:xfrm>
          <a:prstGeom prst="rect">
            <a:avLst/>
          </a:prstGeom>
        </p:spPr>
        <p:txBody>
          <a:bodyPr wrap="square" lIns="0">
            <a:spAutoFit/>
          </a:bodyPr>
          <a:lstStyle>
            <a:lvl1pPr marL="0" indent="0">
              <a:buNone/>
              <a:defRPr lang="en-US" sz="1600" b="1" kern="1200" spc="0" dirty="0">
                <a:solidFill>
                  <a:schemeClr val="tx1"/>
                </a:solidFill>
                <a:latin typeface="TeleNeo Office ExtraBold" panose="020B0504040202090203" pitchFamily="34" charset="77"/>
                <a:ea typeface="Bebas Neue Bold" charset="0"/>
                <a:cs typeface="Bebas Neue Bold" charset="0"/>
              </a:defRPr>
            </a:lvl1pPr>
          </a:lstStyle>
          <a:p>
            <a:pPr marL="0" lvl="0" algn="l" defTabSz="914400" rtl="0" eaLnBrk="1" latinLnBrk="0" hangingPunct="1">
              <a:lnSpc>
                <a:spcPct val="80000"/>
              </a:lnSpc>
            </a:pPr>
            <a:r>
              <a:rPr lang="en-US"/>
              <a:t>Event</a:t>
            </a:r>
          </a:p>
          <a:p>
            <a:pPr marL="0" lvl="0" algn="l" defTabSz="914400" rtl="0" eaLnBrk="1" latinLnBrk="0" hangingPunct="1">
              <a:lnSpc>
                <a:spcPct val="80000"/>
              </a:lnSpc>
            </a:pPr>
            <a:r>
              <a:rPr lang="en-US"/>
              <a:t>Name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D6903746-0AD7-5A44-A23A-981180EA4C07}"/>
              </a:ext>
            </a:extLst>
          </p:cNvPr>
          <p:cNvSpPr txBox="1"/>
          <p:nvPr userDrawn="1"/>
        </p:nvSpPr>
        <p:spPr>
          <a:xfrm>
            <a:off x="981856" y="1172906"/>
            <a:ext cx="988347" cy="300595"/>
          </a:xfrm>
          <a:prstGeom prst="rect">
            <a:avLst/>
          </a:prstGeom>
          <a:noFill/>
        </p:spPr>
        <p:txBody>
          <a:bodyPr wrap="none" lIns="0" rtlCol="0">
            <a:spAutoFit/>
          </a:bodyPr>
          <a:lstStyle/>
          <a:p>
            <a:pPr lvl="0">
              <a:lnSpc>
                <a:spcPct val="80000"/>
              </a:lnSpc>
            </a:pPr>
            <a:r>
              <a:rPr lang="en-US" sz="1600" b="1" spc="300">
                <a:solidFill>
                  <a:schemeClr val="bg1"/>
                </a:solidFill>
                <a:latin typeface="TeleNeo Office ExtraBold" panose="020B0504040202090203" pitchFamily="34" charset="77"/>
                <a:ea typeface="Bebas Neue Bold" charset="0"/>
                <a:cs typeface="Bebas Neue Bold" charset="0"/>
              </a:rPr>
              <a:t>EVENTS</a:t>
            </a:r>
          </a:p>
        </p:txBody>
      </p:sp>
      <p:sp>
        <p:nvSpPr>
          <p:cNvPr id="24" name="Footer Placeholder 4">
            <a:extLst>
              <a:ext uri="{FF2B5EF4-FFF2-40B4-BE49-F238E27FC236}">
                <a16:creationId xmlns:a16="http://schemas.microsoft.com/office/drawing/2014/main" id="{616FECC4-C23C-4298-9327-67A172CEAF3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4914" y="6572534"/>
            <a:ext cx="1482450" cy="226838"/>
          </a:xfrm>
          <a:prstGeom prst="rect">
            <a:avLst/>
          </a:prstGeom>
          <a:ln>
            <a:noFill/>
          </a:ln>
        </p:spPr>
        <p:txBody>
          <a:bodyPr vert="horz" lIns="68681" tIns="34340" rIns="68681" bIns="34340" rtlCol="0" anchor="ctr"/>
          <a:lstStyle>
            <a:lvl1pPr algn="r">
              <a:defRPr sz="1200" b="0" i="0">
                <a:solidFill>
                  <a:schemeClr val="accent1"/>
                </a:solidFill>
                <a:latin typeface="Tele-GroteskHal" pitchFamily="2" charset="0"/>
                <a:cs typeface="Tele-GroteskHal" pitchFamily="2" charset="0"/>
              </a:defRPr>
            </a:lvl1pPr>
          </a:lstStyle>
          <a:p>
            <a:r>
              <a:rPr lang="en-US" dirty="0"/>
              <a:t>T-Mobile Confidential</a:t>
            </a:r>
          </a:p>
        </p:txBody>
      </p:sp>
    </p:spTree>
    <p:extLst>
      <p:ext uri="{BB962C8B-B14F-4D97-AF65-F5344CB8AC3E}">
        <p14:creationId xmlns:p14="http://schemas.microsoft.com/office/powerpoint/2010/main" val="113794990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melines_List-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23">
            <a:extLst>
              <a:ext uri="{FF2B5EF4-FFF2-40B4-BE49-F238E27FC236}">
                <a16:creationId xmlns:a16="http://schemas.microsoft.com/office/drawing/2014/main" id="{2C350198-13F7-1D4E-BAEE-42B6A6B783D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81855" y="1124119"/>
            <a:ext cx="3462823" cy="717248"/>
          </a:xfrm>
          <a:prstGeom prst="rect">
            <a:avLst/>
          </a:prstGeom>
        </p:spPr>
        <p:txBody>
          <a:bodyPr wrap="square" lIns="0" anchor="t" anchorCtr="0">
            <a:spAutoFit/>
          </a:bodyPr>
          <a:lstStyle>
            <a:lvl1pPr>
              <a:lnSpc>
                <a:spcPct val="80000"/>
              </a:lnSpc>
              <a:defRPr sz="4800">
                <a:solidFill>
                  <a:schemeClr val="accent1"/>
                </a:solidFill>
              </a:defRPr>
            </a:lvl1pPr>
          </a:lstStyle>
          <a:p>
            <a:r>
              <a:rPr lang="en-US"/>
              <a:t>Title</a:t>
            </a:r>
          </a:p>
        </p:txBody>
      </p:sp>
      <p:sp>
        <p:nvSpPr>
          <p:cNvPr id="18" name="Subtext">
            <a:extLst>
              <a:ext uri="{FF2B5EF4-FFF2-40B4-BE49-F238E27FC236}">
                <a16:creationId xmlns:a16="http://schemas.microsoft.com/office/drawing/2014/main" id="{9F3BC46D-55AC-834B-A8B1-05896F97029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81855" y="1765526"/>
            <a:ext cx="2455863" cy="248530"/>
          </a:xfrm>
          <a:prstGeom prst="rect">
            <a:avLst/>
          </a:prstGeom>
        </p:spPr>
        <p:txBody>
          <a:bodyPr lIns="0">
            <a:spAutoFit/>
          </a:bodyPr>
          <a:lstStyle>
            <a:lvl1pPr marL="0" indent="0">
              <a:buNone/>
              <a:defRPr lang="en-US" sz="1200" b="1" kern="1200" spc="300" dirty="0">
                <a:solidFill>
                  <a:schemeClr val="tx1"/>
                </a:solidFill>
                <a:latin typeface="TeleNeo Office ExtraBold" panose="020B0504040202090203" pitchFamily="34" charset="77"/>
                <a:ea typeface="Bebas Neue Bold" charset="0"/>
                <a:cs typeface="Bebas Neue Bold" charset="0"/>
              </a:defRPr>
            </a:lvl1pPr>
          </a:lstStyle>
          <a:p>
            <a:pPr marL="0" lvl="0" algn="l" defTabSz="914400" rtl="0" eaLnBrk="1" latinLnBrk="0" hangingPunct="1">
              <a:lnSpc>
                <a:spcPct val="80000"/>
              </a:lnSpc>
            </a:pPr>
            <a:r>
              <a:rPr lang="en-US"/>
              <a:t>SUBTEXT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4FB508A-118D-ED48-99FC-BD64738C89B7}"/>
              </a:ext>
            </a:extLst>
          </p:cNvPr>
          <p:cNvSpPr txBox="1"/>
          <p:nvPr/>
        </p:nvSpPr>
        <p:spPr>
          <a:xfrm>
            <a:off x="3027363" y="3100218"/>
            <a:ext cx="973985" cy="951543"/>
          </a:xfrm>
          <a:prstGeom prst="rect">
            <a:avLst/>
          </a:prstGeom>
          <a:noFill/>
        </p:spPr>
        <p:txBody>
          <a:bodyPr wrap="none" lIns="0" rtlCol="0">
            <a:spAutoFit/>
          </a:bodyPr>
          <a:lstStyle/>
          <a:p>
            <a:pPr>
              <a:lnSpc>
                <a:spcPct val="80000"/>
              </a:lnSpc>
            </a:pPr>
            <a:r>
              <a:rPr lang="en-US" sz="6600" b="1">
                <a:solidFill>
                  <a:srgbClr val="E20074"/>
                </a:solidFill>
                <a:latin typeface="TeleNeo Office" panose="020B0504040202090203" pitchFamily="34" charset="77"/>
                <a:ea typeface="Bebas Neue Bold" charset="0"/>
                <a:cs typeface="Bebas Neue Bold" charset="0"/>
              </a:rPr>
              <a:t>01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D6CC034C-CAC4-434A-B465-438FF20BCD53}"/>
              </a:ext>
            </a:extLst>
          </p:cNvPr>
          <p:cNvCxnSpPr>
            <a:cxnSpLocks/>
          </p:cNvCxnSpPr>
          <p:nvPr/>
        </p:nvCxnSpPr>
        <p:spPr>
          <a:xfrm>
            <a:off x="4122614" y="3100218"/>
            <a:ext cx="343990" cy="0"/>
          </a:xfrm>
          <a:prstGeom prst="line">
            <a:avLst/>
          </a:prstGeom>
          <a:ln w="25400">
            <a:solidFill>
              <a:srgbClr val="E2007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 Placeholder 14">
            <a:extLst>
              <a:ext uri="{FF2B5EF4-FFF2-40B4-BE49-F238E27FC236}">
                <a16:creationId xmlns:a16="http://schemas.microsoft.com/office/drawing/2014/main" id="{7F147FCF-46BB-C544-B7A8-B9E56507DD2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122614" y="3589008"/>
            <a:ext cx="5043488" cy="549253"/>
          </a:xfrm>
          <a:prstGeom prst="rect">
            <a:avLst/>
          </a:prstGeom>
        </p:spPr>
        <p:txBody>
          <a:bodyPr wrap="square" lIns="0">
            <a:spAutoFit/>
          </a:bodyPr>
          <a:lstStyle>
            <a:lvl1pPr marL="0" marR="0" indent="0" algn="l" defTabSz="914400" rtl="0" eaLnBrk="1" fontAlgn="auto" latinLnBrk="0" hangingPunct="1">
              <a:lnSpc>
                <a:spcPts val="175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b="0" i="0">
                <a:latin typeface="TeleNeo Office" panose="020B0504040202090203" pitchFamily="34" charset="77"/>
              </a:defRPr>
            </a:lvl1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ts val="175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br>
              <a:rPr lang="en-US"/>
            </a:br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endParaRPr lang="en-US"/>
          </a:p>
        </p:txBody>
      </p:sp>
      <p:sp>
        <p:nvSpPr>
          <p:cNvPr id="30" name="Subtext">
            <a:extLst>
              <a:ext uri="{FF2B5EF4-FFF2-40B4-BE49-F238E27FC236}">
                <a16:creationId xmlns:a16="http://schemas.microsoft.com/office/drawing/2014/main" id="{E015E9F8-703D-9B4F-85F4-D8EFCB07A05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122614" y="3250919"/>
            <a:ext cx="2044700" cy="326693"/>
          </a:xfrm>
          <a:prstGeom prst="rect">
            <a:avLst/>
          </a:prstGeom>
        </p:spPr>
        <p:txBody>
          <a:bodyPr wrap="square" lIns="0">
            <a:spAutoFit/>
          </a:bodyPr>
          <a:lstStyle>
            <a:lvl1pPr marL="0" indent="0">
              <a:buNone/>
              <a:defRPr lang="en-US" sz="1800" b="1" i="0" kern="1200" spc="0" dirty="0">
                <a:solidFill>
                  <a:schemeClr val="tx1"/>
                </a:solidFill>
                <a:latin typeface="TeleNeo Office" panose="020B0504040202090203" pitchFamily="34" charset="77"/>
                <a:ea typeface="TeleNeo Office" panose="020B0504040202090203" pitchFamily="34" charset="77"/>
                <a:cs typeface="TeleNeo Office" panose="020B0504040202090203" pitchFamily="34" charset="77"/>
              </a:defRPr>
            </a:lvl1pPr>
          </a:lstStyle>
          <a:p>
            <a:pPr marL="0" lvl="0" algn="l" defTabSz="914400" rtl="0" eaLnBrk="1" latinLnBrk="0" hangingPunct="1">
              <a:lnSpc>
                <a:spcPct val="80000"/>
              </a:lnSpc>
            </a:pPr>
            <a:r>
              <a:rPr lang="en-US"/>
              <a:t>Title Description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9927D7C-9AF4-FE46-8B1A-BAB2C01D2336}"/>
              </a:ext>
            </a:extLst>
          </p:cNvPr>
          <p:cNvSpPr txBox="1"/>
          <p:nvPr userDrawn="1"/>
        </p:nvSpPr>
        <p:spPr>
          <a:xfrm>
            <a:off x="3027363" y="4616610"/>
            <a:ext cx="973985" cy="951543"/>
          </a:xfrm>
          <a:prstGeom prst="rect">
            <a:avLst/>
          </a:prstGeom>
          <a:noFill/>
        </p:spPr>
        <p:txBody>
          <a:bodyPr wrap="none" lIns="0" rtlCol="0">
            <a:spAutoFit/>
          </a:bodyPr>
          <a:lstStyle/>
          <a:p>
            <a:pPr>
              <a:lnSpc>
                <a:spcPct val="80000"/>
              </a:lnSpc>
            </a:pPr>
            <a:r>
              <a:rPr lang="en-US" sz="6600" b="1">
                <a:solidFill>
                  <a:srgbClr val="E20074"/>
                </a:solidFill>
                <a:latin typeface="TeleNeo Office" panose="020B0504040202090203" pitchFamily="34" charset="77"/>
                <a:ea typeface="Bebas Neue Bold" charset="0"/>
                <a:cs typeface="Bebas Neue Bold" charset="0"/>
              </a:rPr>
              <a:t>02</a:t>
            </a:r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ACDA1ADA-E38A-0347-B374-3E32D6D25D54}"/>
              </a:ext>
            </a:extLst>
          </p:cNvPr>
          <p:cNvCxnSpPr/>
          <p:nvPr userDrawn="1"/>
        </p:nvCxnSpPr>
        <p:spPr>
          <a:xfrm>
            <a:off x="4122614" y="4616610"/>
            <a:ext cx="343990" cy="0"/>
          </a:xfrm>
          <a:prstGeom prst="line">
            <a:avLst/>
          </a:prstGeom>
          <a:ln w="25400">
            <a:solidFill>
              <a:srgbClr val="E2007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 Placeholder 14">
            <a:extLst>
              <a:ext uri="{FF2B5EF4-FFF2-40B4-BE49-F238E27FC236}">
                <a16:creationId xmlns:a16="http://schemas.microsoft.com/office/drawing/2014/main" id="{02118B47-6883-F745-98E3-50A33A91895C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122614" y="5105400"/>
            <a:ext cx="5043488" cy="549253"/>
          </a:xfrm>
          <a:prstGeom prst="rect">
            <a:avLst/>
          </a:prstGeom>
        </p:spPr>
        <p:txBody>
          <a:bodyPr wrap="square" lIns="0">
            <a:spAutoFit/>
          </a:bodyPr>
          <a:lstStyle>
            <a:lvl1pPr marL="0" marR="0" indent="0" algn="l" defTabSz="914400" rtl="0" eaLnBrk="1" fontAlgn="auto" latinLnBrk="0" hangingPunct="1">
              <a:lnSpc>
                <a:spcPts val="175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b="0" i="0">
                <a:latin typeface="TeleNeo Office" panose="020B0504040202090203" pitchFamily="34" charset="77"/>
              </a:defRPr>
            </a:lvl1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ts val="175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br>
              <a:rPr lang="en-US"/>
            </a:br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endParaRPr lang="en-US"/>
          </a:p>
        </p:txBody>
      </p:sp>
      <p:sp>
        <p:nvSpPr>
          <p:cNvPr id="34" name="Subtext">
            <a:extLst>
              <a:ext uri="{FF2B5EF4-FFF2-40B4-BE49-F238E27FC236}">
                <a16:creationId xmlns:a16="http://schemas.microsoft.com/office/drawing/2014/main" id="{1B8763D6-F797-7441-8E02-5BBC880F0D33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122614" y="4767311"/>
            <a:ext cx="2044700" cy="326693"/>
          </a:xfrm>
          <a:prstGeom prst="rect">
            <a:avLst/>
          </a:prstGeom>
        </p:spPr>
        <p:txBody>
          <a:bodyPr wrap="square" lIns="0">
            <a:spAutoFit/>
          </a:bodyPr>
          <a:lstStyle>
            <a:lvl1pPr marL="0" indent="0">
              <a:buNone/>
              <a:defRPr lang="en-US" sz="1800" b="1" i="0" kern="1200" spc="0" dirty="0">
                <a:solidFill>
                  <a:schemeClr val="tx1"/>
                </a:solidFill>
                <a:latin typeface="TeleNeo Office" panose="020B0504040202090203" pitchFamily="34" charset="77"/>
                <a:ea typeface="TeleNeo Office" panose="020B0504040202090203" pitchFamily="34" charset="77"/>
                <a:cs typeface="TeleNeo Office" panose="020B0504040202090203" pitchFamily="34" charset="77"/>
              </a:defRPr>
            </a:lvl1pPr>
          </a:lstStyle>
          <a:p>
            <a:pPr marL="0" lvl="0" algn="l" defTabSz="914400" rtl="0" eaLnBrk="1" latinLnBrk="0" hangingPunct="1">
              <a:lnSpc>
                <a:spcPct val="80000"/>
              </a:lnSpc>
            </a:pPr>
            <a:r>
              <a:rPr lang="en-US"/>
              <a:t>Title Description</a:t>
            </a:r>
          </a:p>
        </p:txBody>
      </p:sp>
      <p:sp>
        <p:nvSpPr>
          <p:cNvPr id="17" name="Footer Placeholder 4">
            <a:extLst>
              <a:ext uri="{FF2B5EF4-FFF2-40B4-BE49-F238E27FC236}">
                <a16:creationId xmlns:a16="http://schemas.microsoft.com/office/drawing/2014/main" id="{A4F727C1-055D-40FE-B29B-E21F6B5BD5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5758" y="6586334"/>
            <a:ext cx="1482450" cy="226838"/>
          </a:xfrm>
          <a:prstGeom prst="rect">
            <a:avLst/>
          </a:prstGeom>
          <a:ln>
            <a:noFill/>
          </a:ln>
        </p:spPr>
        <p:txBody>
          <a:bodyPr vert="horz" lIns="68681" tIns="34340" rIns="68681" bIns="34340" rtlCol="0" anchor="ctr"/>
          <a:lstStyle>
            <a:lvl1pPr algn="r">
              <a:defRPr sz="1200" b="0" i="0">
                <a:solidFill>
                  <a:schemeClr val="accent1"/>
                </a:solidFill>
                <a:latin typeface="Tele-GroteskHal" pitchFamily="2" charset="0"/>
                <a:cs typeface="Tele-GroteskHal" pitchFamily="2" charset="0"/>
              </a:defRPr>
            </a:lvl1pPr>
          </a:lstStyle>
          <a:p>
            <a:r>
              <a:rPr lang="en-US" dirty="0"/>
              <a:t>T-Mobile Confidential</a:t>
            </a:r>
          </a:p>
        </p:txBody>
      </p:sp>
    </p:spTree>
    <p:extLst>
      <p:ext uri="{BB962C8B-B14F-4D97-AF65-F5344CB8AC3E}">
        <p14:creationId xmlns:p14="http://schemas.microsoft.com/office/powerpoint/2010/main" val="246331904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592" userDrawn="1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melines_List-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>
            <a:extLst>
              <a:ext uri="{FF2B5EF4-FFF2-40B4-BE49-F238E27FC236}">
                <a16:creationId xmlns:a16="http://schemas.microsoft.com/office/drawing/2014/main" id="{D4FB508A-118D-ED48-99FC-BD64738C89B7}"/>
              </a:ext>
            </a:extLst>
          </p:cNvPr>
          <p:cNvSpPr txBox="1"/>
          <p:nvPr/>
        </p:nvSpPr>
        <p:spPr>
          <a:xfrm>
            <a:off x="3027363" y="1442106"/>
            <a:ext cx="973985" cy="951543"/>
          </a:xfrm>
          <a:prstGeom prst="rect">
            <a:avLst/>
          </a:prstGeom>
          <a:noFill/>
        </p:spPr>
        <p:txBody>
          <a:bodyPr wrap="none" lIns="0" rtlCol="0">
            <a:spAutoFit/>
          </a:bodyPr>
          <a:lstStyle/>
          <a:p>
            <a:pPr>
              <a:lnSpc>
                <a:spcPct val="80000"/>
              </a:lnSpc>
            </a:pPr>
            <a:r>
              <a:rPr lang="en-US" sz="6600" b="1">
                <a:solidFill>
                  <a:srgbClr val="E20074"/>
                </a:solidFill>
                <a:latin typeface="TeleNeo Office" panose="020B0504040202090203" pitchFamily="34" charset="77"/>
                <a:ea typeface="Bebas Neue Bold" charset="0"/>
                <a:cs typeface="Bebas Neue Bold" charset="0"/>
              </a:rPr>
              <a:t>03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D6CC034C-CAC4-434A-B465-438FF20BCD53}"/>
              </a:ext>
            </a:extLst>
          </p:cNvPr>
          <p:cNvCxnSpPr>
            <a:cxnSpLocks/>
          </p:cNvCxnSpPr>
          <p:nvPr/>
        </p:nvCxnSpPr>
        <p:spPr>
          <a:xfrm>
            <a:off x="4122614" y="1442106"/>
            <a:ext cx="343990" cy="0"/>
          </a:xfrm>
          <a:prstGeom prst="line">
            <a:avLst/>
          </a:prstGeom>
          <a:ln w="25400">
            <a:solidFill>
              <a:srgbClr val="E2007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 Placeholder 14">
            <a:extLst>
              <a:ext uri="{FF2B5EF4-FFF2-40B4-BE49-F238E27FC236}">
                <a16:creationId xmlns:a16="http://schemas.microsoft.com/office/drawing/2014/main" id="{7F147FCF-46BB-C544-B7A8-B9E56507DD2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122614" y="1930896"/>
            <a:ext cx="5043488" cy="549253"/>
          </a:xfrm>
          <a:prstGeom prst="rect">
            <a:avLst/>
          </a:prstGeom>
        </p:spPr>
        <p:txBody>
          <a:bodyPr wrap="square" lIns="0">
            <a:spAutoFit/>
          </a:bodyPr>
          <a:lstStyle>
            <a:lvl1pPr marL="0" marR="0" indent="0" algn="l" defTabSz="914400" rtl="0" eaLnBrk="1" fontAlgn="auto" latinLnBrk="0" hangingPunct="1">
              <a:lnSpc>
                <a:spcPts val="175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b="0" i="0">
                <a:latin typeface="TeleNeo Office" panose="020B0504040202090203" pitchFamily="34" charset="77"/>
              </a:defRPr>
            </a:lvl1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ts val="175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br>
              <a:rPr lang="en-US"/>
            </a:br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endParaRPr lang="en-US"/>
          </a:p>
        </p:txBody>
      </p:sp>
      <p:sp>
        <p:nvSpPr>
          <p:cNvPr id="30" name="Subtext">
            <a:extLst>
              <a:ext uri="{FF2B5EF4-FFF2-40B4-BE49-F238E27FC236}">
                <a16:creationId xmlns:a16="http://schemas.microsoft.com/office/drawing/2014/main" id="{E015E9F8-703D-9B4F-85F4-D8EFCB07A05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122614" y="1592807"/>
            <a:ext cx="2044700" cy="326693"/>
          </a:xfrm>
          <a:prstGeom prst="rect">
            <a:avLst/>
          </a:prstGeom>
        </p:spPr>
        <p:txBody>
          <a:bodyPr wrap="square" lIns="0">
            <a:spAutoFit/>
          </a:bodyPr>
          <a:lstStyle>
            <a:lvl1pPr marL="0" indent="0">
              <a:buNone/>
              <a:defRPr lang="en-US" sz="1800" b="1" i="0" kern="1200" spc="0" dirty="0">
                <a:solidFill>
                  <a:schemeClr val="tx1"/>
                </a:solidFill>
                <a:latin typeface="TeleNeo Office" panose="020B0504040202090203" pitchFamily="34" charset="77"/>
                <a:ea typeface="TeleNeo Office" panose="020B0504040202090203" pitchFamily="34" charset="77"/>
                <a:cs typeface="TeleNeo Office" panose="020B0504040202090203" pitchFamily="34" charset="77"/>
              </a:defRPr>
            </a:lvl1pPr>
          </a:lstStyle>
          <a:p>
            <a:pPr marL="0" lvl="0" algn="l" defTabSz="914400" rtl="0" eaLnBrk="1" latinLnBrk="0" hangingPunct="1">
              <a:lnSpc>
                <a:spcPct val="80000"/>
              </a:lnSpc>
            </a:pPr>
            <a:r>
              <a:rPr lang="en-US"/>
              <a:t>Title Description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9927D7C-9AF4-FE46-8B1A-BAB2C01D2336}"/>
              </a:ext>
            </a:extLst>
          </p:cNvPr>
          <p:cNvSpPr txBox="1"/>
          <p:nvPr userDrawn="1"/>
        </p:nvSpPr>
        <p:spPr>
          <a:xfrm>
            <a:off x="3027363" y="2958498"/>
            <a:ext cx="973985" cy="951543"/>
          </a:xfrm>
          <a:prstGeom prst="rect">
            <a:avLst/>
          </a:prstGeom>
          <a:noFill/>
        </p:spPr>
        <p:txBody>
          <a:bodyPr wrap="none" lIns="0" rtlCol="0">
            <a:spAutoFit/>
          </a:bodyPr>
          <a:lstStyle/>
          <a:p>
            <a:pPr>
              <a:lnSpc>
                <a:spcPct val="80000"/>
              </a:lnSpc>
            </a:pPr>
            <a:r>
              <a:rPr lang="en-US" sz="6600" b="1">
                <a:solidFill>
                  <a:srgbClr val="E20074"/>
                </a:solidFill>
                <a:latin typeface="TeleNeo Office" panose="020B0504040202090203" pitchFamily="34" charset="77"/>
                <a:ea typeface="Bebas Neue Bold" charset="0"/>
                <a:cs typeface="Bebas Neue Bold" charset="0"/>
              </a:rPr>
              <a:t>04</a:t>
            </a:r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ACDA1ADA-E38A-0347-B374-3E32D6D25D54}"/>
              </a:ext>
            </a:extLst>
          </p:cNvPr>
          <p:cNvCxnSpPr/>
          <p:nvPr userDrawn="1"/>
        </p:nvCxnSpPr>
        <p:spPr>
          <a:xfrm>
            <a:off x="4122614" y="2958498"/>
            <a:ext cx="343990" cy="0"/>
          </a:xfrm>
          <a:prstGeom prst="line">
            <a:avLst/>
          </a:prstGeom>
          <a:ln w="25400">
            <a:solidFill>
              <a:srgbClr val="E2007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 Placeholder 14">
            <a:extLst>
              <a:ext uri="{FF2B5EF4-FFF2-40B4-BE49-F238E27FC236}">
                <a16:creationId xmlns:a16="http://schemas.microsoft.com/office/drawing/2014/main" id="{02118B47-6883-F745-98E3-50A33A91895C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122614" y="3447288"/>
            <a:ext cx="5043488" cy="549253"/>
          </a:xfrm>
          <a:prstGeom prst="rect">
            <a:avLst/>
          </a:prstGeom>
        </p:spPr>
        <p:txBody>
          <a:bodyPr wrap="square" lIns="0">
            <a:spAutoFit/>
          </a:bodyPr>
          <a:lstStyle>
            <a:lvl1pPr marL="0" marR="0" indent="0" algn="l" defTabSz="914400" rtl="0" eaLnBrk="1" fontAlgn="auto" latinLnBrk="0" hangingPunct="1">
              <a:lnSpc>
                <a:spcPts val="175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b="0" i="0">
                <a:latin typeface="TeleNeo Office" panose="020B0504040202090203" pitchFamily="34" charset="77"/>
              </a:defRPr>
            </a:lvl1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ts val="175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br>
              <a:rPr lang="en-US"/>
            </a:br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endParaRPr lang="en-US"/>
          </a:p>
        </p:txBody>
      </p:sp>
      <p:sp>
        <p:nvSpPr>
          <p:cNvPr id="34" name="Subtext">
            <a:extLst>
              <a:ext uri="{FF2B5EF4-FFF2-40B4-BE49-F238E27FC236}">
                <a16:creationId xmlns:a16="http://schemas.microsoft.com/office/drawing/2014/main" id="{1B8763D6-F797-7441-8E02-5BBC880F0D33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122614" y="3109199"/>
            <a:ext cx="2044700" cy="326693"/>
          </a:xfrm>
          <a:prstGeom prst="rect">
            <a:avLst/>
          </a:prstGeom>
        </p:spPr>
        <p:txBody>
          <a:bodyPr wrap="square" lIns="0">
            <a:spAutoFit/>
          </a:bodyPr>
          <a:lstStyle>
            <a:lvl1pPr marL="0" indent="0">
              <a:buNone/>
              <a:defRPr lang="en-US" sz="1800" b="1" i="0" kern="1200" spc="0" dirty="0">
                <a:solidFill>
                  <a:schemeClr val="tx1"/>
                </a:solidFill>
                <a:latin typeface="TeleNeo Office" panose="020B0504040202090203" pitchFamily="34" charset="77"/>
                <a:ea typeface="TeleNeo Office" panose="020B0504040202090203" pitchFamily="34" charset="77"/>
                <a:cs typeface="TeleNeo Office" panose="020B0504040202090203" pitchFamily="34" charset="77"/>
              </a:defRPr>
            </a:lvl1pPr>
          </a:lstStyle>
          <a:p>
            <a:pPr marL="0" lvl="0" algn="l" defTabSz="914400" rtl="0" eaLnBrk="1" latinLnBrk="0" hangingPunct="1">
              <a:lnSpc>
                <a:spcPct val="80000"/>
              </a:lnSpc>
            </a:pPr>
            <a:r>
              <a:rPr lang="en-US"/>
              <a:t>Title Description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49BC7B3-7E0F-4742-B699-68E049DDDDA1}"/>
              </a:ext>
            </a:extLst>
          </p:cNvPr>
          <p:cNvSpPr txBox="1"/>
          <p:nvPr userDrawn="1"/>
        </p:nvSpPr>
        <p:spPr>
          <a:xfrm>
            <a:off x="3027363" y="4427208"/>
            <a:ext cx="973985" cy="951543"/>
          </a:xfrm>
          <a:prstGeom prst="rect">
            <a:avLst/>
          </a:prstGeom>
          <a:noFill/>
        </p:spPr>
        <p:txBody>
          <a:bodyPr wrap="none" lIns="0" rtlCol="0">
            <a:spAutoFit/>
          </a:bodyPr>
          <a:lstStyle/>
          <a:p>
            <a:pPr>
              <a:lnSpc>
                <a:spcPct val="80000"/>
              </a:lnSpc>
            </a:pPr>
            <a:r>
              <a:rPr lang="en-US" sz="6600" b="1">
                <a:solidFill>
                  <a:srgbClr val="E20074"/>
                </a:solidFill>
                <a:latin typeface="TeleNeo Office" panose="020B0504040202090203" pitchFamily="34" charset="77"/>
                <a:ea typeface="Bebas Neue Bold" charset="0"/>
                <a:cs typeface="Bebas Neue Bold" charset="0"/>
              </a:rPr>
              <a:t>05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4D781096-E5A2-3B44-851B-666B862189D7}"/>
              </a:ext>
            </a:extLst>
          </p:cNvPr>
          <p:cNvCxnSpPr/>
          <p:nvPr userDrawn="1"/>
        </p:nvCxnSpPr>
        <p:spPr>
          <a:xfrm>
            <a:off x="4122614" y="4427208"/>
            <a:ext cx="343990" cy="0"/>
          </a:xfrm>
          <a:prstGeom prst="line">
            <a:avLst/>
          </a:prstGeom>
          <a:ln w="25400">
            <a:solidFill>
              <a:srgbClr val="E2007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 Placeholder 14">
            <a:extLst>
              <a:ext uri="{FF2B5EF4-FFF2-40B4-BE49-F238E27FC236}">
                <a16:creationId xmlns:a16="http://schemas.microsoft.com/office/drawing/2014/main" id="{53A90E0A-20CF-BF48-8559-5864413CE134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122614" y="4915998"/>
            <a:ext cx="5043488" cy="549253"/>
          </a:xfrm>
          <a:prstGeom prst="rect">
            <a:avLst/>
          </a:prstGeom>
        </p:spPr>
        <p:txBody>
          <a:bodyPr wrap="square" lIns="0">
            <a:spAutoFit/>
          </a:bodyPr>
          <a:lstStyle>
            <a:lvl1pPr marL="0" marR="0" indent="0" algn="l" defTabSz="914400" rtl="0" eaLnBrk="1" fontAlgn="auto" latinLnBrk="0" hangingPunct="1">
              <a:lnSpc>
                <a:spcPts val="175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b="0" i="0">
                <a:latin typeface="TeleNeo Office" panose="020B0504040202090203" pitchFamily="34" charset="77"/>
              </a:defRPr>
            </a:lvl1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ts val="175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br>
              <a:rPr lang="en-US"/>
            </a:br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endParaRPr lang="en-US"/>
          </a:p>
        </p:txBody>
      </p:sp>
      <p:sp>
        <p:nvSpPr>
          <p:cNvPr id="22" name="Subtext">
            <a:extLst>
              <a:ext uri="{FF2B5EF4-FFF2-40B4-BE49-F238E27FC236}">
                <a16:creationId xmlns:a16="http://schemas.microsoft.com/office/drawing/2014/main" id="{64B7D56A-2F2C-A844-AC65-346CBC2B612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122614" y="4577909"/>
            <a:ext cx="2044700" cy="326693"/>
          </a:xfrm>
          <a:prstGeom prst="rect">
            <a:avLst/>
          </a:prstGeom>
        </p:spPr>
        <p:txBody>
          <a:bodyPr wrap="square" lIns="0">
            <a:spAutoFit/>
          </a:bodyPr>
          <a:lstStyle>
            <a:lvl1pPr marL="0" indent="0">
              <a:buNone/>
              <a:defRPr lang="en-US" sz="1800" b="1" i="0" kern="1200" spc="0" dirty="0">
                <a:solidFill>
                  <a:schemeClr val="tx1"/>
                </a:solidFill>
                <a:latin typeface="TeleNeo Office" panose="020B0504040202090203" pitchFamily="34" charset="77"/>
                <a:ea typeface="TeleNeo Office" panose="020B0504040202090203" pitchFamily="34" charset="77"/>
                <a:cs typeface="TeleNeo Office" panose="020B0504040202090203" pitchFamily="34" charset="77"/>
              </a:defRPr>
            </a:lvl1pPr>
          </a:lstStyle>
          <a:p>
            <a:pPr marL="0" lvl="0" algn="l" defTabSz="914400" rtl="0" eaLnBrk="1" latinLnBrk="0" hangingPunct="1">
              <a:lnSpc>
                <a:spcPct val="80000"/>
              </a:lnSpc>
            </a:pPr>
            <a:r>
              <a:rPr lang="en-US"/>
              <a:t>Title Description</a:t>
            </a:r>
          </a:p>
        </p:txBody>
      </p:sp>
      <p:sp>
        <p:nvSpPr>
          <p:cNvPr id="18" name="Footer Placeholder 4">
            <a:extLst>
              <a:ext uri="{FF2B5EF4-FFF2-40B4-BE49-F238E27FC236}">
                <a16:creationId xmlns:a16="http://schemas.microsoft.com/office/drawing/2014/main" id="{2C578434-BAFA-48A6-9DF2-87EB29D14E1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0" y="6586334"/>
            <a:ext cx="1482450" cy="226838"/>
          </a:xfrm>
          <a:prstGeom prst="rect">
            <a:avLst/>
          </a:prstGeom>
          <a:ln>
            <a:noFill/>
          </a:ln>
        </p:spPr>
        <p:txBody>
          <a:bodyPr vert="horz" lIns="68681" tIns="34340" rIns="68681" bIns="34340" rtlCol="0" anchor="ctr"/>
          <a:lstStyle>
            <a:lvl1pPr algn="r">
              <a:defRPr sz="1200" b="0" i="0">
                <a:solidFill>
                  <a:schemeClr val="accent1"/>
                </a:solidFill>
                <a:latin typeface="Tele-GroteskHal" pitchFamily="2" charset="0"/>
                <a:cs typeface="Tele-GroteskHal" pitchFamily="2" charset="0"/>
              </a:defRPr>
            </a:lvl1pPr>
          </a:lstStyle>
          <a:p>
            <a:r>
              <a:rPr lang="en-US" dirty="0"/>
              <a:t>T-Mobile Confidential</a:t>
            </a:r>
          </a:p>
        </p:txBody>
      </p:sp>
    </p:spTree>
    <p:extLst>
      <p:ext uri="{BB962C8B-B14F-4D97-AF65-F5344CB8AC3E}">
        <p14:creationId xmlns:p14="http://schemas.microsoft.com/office/powerpoint/2010/main" val="38117338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592" userDrawn="1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Photo-Layouts_3-Gri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Straight Connector 11"/>
          <p:cNvCxnSpPr/>
          <p:nvPr userDrawn="1"/>
        </p:nvCxnSpPr>
        <p:spPr>
          <a:xfrm>
            <a:off x="5071466" y="-7495"/>
            <a:ext cx="0" cy="6858000"/>
          </a:xfrm>
          <a:prstGeom prst="line">
            <a:avLst/>
          </a:prstGeom>
          <a:ln w="6350"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 userDrawn="1"/>
        </p:nvCxnSpPr>
        <p:spPr>
          <a:xfrm>
            <a:off x="7116271" y="-7495"/>
            <a:ext cx="0" cy="6858000"/>
          </a:xfrm>
          <a:prstGeom prst="line">
            <a:avLst/>
          </a:prstGeom>
          <a:ln w="6350"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Picture Placeholder 2"/>
          <p:cNvSpPr>
            <a:spLocks noGrp="1"/>
          </p:cNvSpPr>
          <p:nvPr>
            <p:ph type="pic" sz="quarter" idx="11" hasCustomPrompt="1"/>
          </p:nvPr>
        </p:nvSpPr>
        <p:spPr>
          <a:xfrm>
            <a:off x="5071466" y="-24939"/>
            <a:ext cx="2044805" cy="2302625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anchor="ctr"/>
          <a:lstStyle>
            <a:lvl1pPr marL="0" indent="0" algn="ctr">
              <a:buNone/>
              <a:defRPr sz="1600" b="0" i="0">
                <a:latin typeface="Source Sans Pro" charset="0"/>
                <a:ea typeface="Source Sans Pro" charset="0"/>
                <a:cs typeface="Source Sans Pro" charset="0"/>
              </a:defRPr>
            </a:lvl1pPr>
          </a:lstStyle>
          <a:p>
            <a:r>
              <a:rPr lang="en-US"/>
              <a:t>Drag &amp; Drop Image</a:t>
            </a:r>
          </a:p>
        </p:txBody>
      </p:sp>
      <p:sp>
        <p:nvSpPr>
          <p:cNvPr id="18" name="Picture Placeholder 2"/>
          <p:cNvSpPr>
            <a:spLocks noGrp="1"/>
          </p:cNvSpPr>
          <p:nvPr>
            <p:ph type="pic" sz="quarter" idx="12" hasCustomPrompt="1"/>
          </p:nvPr>
        </p:nvSpPr>
        <p:spPr>
          <a:xfrm>
            <a:off x="5071466" y="2277686"/>
            <a:ext cx="2044805" cy="2302625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anchor="ctr"/>
          <a:lstStyle>
            <a:lvl1pPr marL="0" indent="0" algn="ctr">
              <a:buNone/>
              <a:defRPr sz="1600" b="0" i="0">
                <a:latin typeface="Source Sans Pro" charset="0"/>
                <a:ea typeface="Source Sans Pro" charset="0"/>
                <a:cs typeface="Source Sans Pro" charset="0"/>
              </a:defRPr>
            </a:lvl1pPr>
          </a:lstStyle>
          <a:p>
            <a:r>
              <a:rPr lang="en-US"/>
              <a:t>Drag &amp; Drop Image</a:t>
            </a:r>
          </a:p>
        </p:txBody>
      </p:sp>
      <p:sp>
        <p:nvSpPr>
          <p:cNvPr id="22" name="Picture Placeholder 2"/>
          <p:cNvSpPr>
            <a:spLocks noGrp="1"/>
          </p:cNvSpPr>
          <p:nvPr>
            <p:ph type="pic" sz="quarter" idx="13" hasCustomPrompt="1"/>
          </p:nvPr>
        </p:nvSpPr>
        <p:spPr>
          <a:xfrm>
            <a:off x="5071466" y="4580311"/>
            <a:ext cx="2044805" cy="2302625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anchor="ctr"/>
          <a:lstStyle>
            <a:lvl1pPr marL="0" indent="0" algn="ctr">
              <a:buNone/>
              <a:defRPr sz="1600" b="0" i="0">
                <a:latin typeface="Source Sans Pro" charset="0"/>
                <a:ea typeface="Source Sans Pro" charset="0"/>
                <a:cs typeface="Source Sans Pro" charset="0"/>
              </a:defRPr>
            </a:lvl1pPr>
          </a:lstStyle>
          <a:p>
            <a:r>
              <a:rPr lang="en-US"/>
              <a:t>Drag &amp; Drop Image</a:t>
            </a:r>
          </a:p>
        </p:txBody>
      </p:sp>
      <p:sp>
        <p:nvSpPr>
          <p:cNvPr id="33" name="Subtext">
            <a:extLst>
              <a:ext uri="{FF2B5EF4-FFF2-40B4-BE49-F238E27FC236}">
                <a16:creationId xmlns:a16="http://schemas.microsoft.com/office/drawing/2014/main" id="{6AA7F7F5-CF67-A044-820A-AD1A4A54B30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81855" y="3728438"/>
            <a:ext cx="2455863" cy="248530"/>
          </a:xfrm>
          <a:prstGeom prst="rect">
            <a:avLst/>
          </a:prstGeom>
        </p:spPr>
        <p:txBody>
          <a:bodyPr lIns="0">
            <a:spAutoFit/>
          </a:bodyPr>
          <a:lstStyle>
            <a:lvl1pPr marL="0" indent="0">
              <a:buNone/>
              <a:defRPr lang="en-US" sz="1200" b="1" kern="1200" spc="300" dirty="0">
                <a:solidFill>
                  <a:schemeClr val="tx1"/>
                </a:solidFill>
                <a:latin typeface="TeleNeo Office ExtraBold" panose="020B0504040202090203" pitchFamily="34" charset="77"/>
                <a:ea typeface="Bebas Neue Bold" charset="0"/>
                <a:cs typeface="Bebas Neue Bold" charset="0"/>
              </a:defRPr>
            </a:lvl1pPr>
          </a:lstStyle>
          <a:p>
            <a:pPr marL="0" lvl="0" algn="l" defTabSz="914400" rtl="0" eaLnBrk="1" latinLnBrk="0" hangingPunct="1">
              <a:lnSpc>
                <a:spcPct val="80000"/>
              </a:lnSpc>
            </a:pPr>
            <a:r>
              <a:rPr lang="en-US"/>
              <a:t>SUBTEXT</a:t>
            </a:r>
          </a:p>
        </p:txBody>
      </p:sp>
      <p:sp>
        <p:nvSpPr>
          <p:cNvPr id="34" name="Title 23">
            <a:extLst>
              <a:ext uri="{FF2B5EF4-FFF2-40B4-BE49-F238E27FC236}">
                <a16:creationId xmlns:a16="http://schemas.microsoft.com/office/drawing/2014/main" id="{9F4586BE-6B08-0945-B44B-77FFF9F2A9C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81855" y="2392087"/>
            <a:ext cx="3462823" cy="1308179"/>
          </a:xfrm>
          <a:prstGeom prst="rect">
            <a:avLst/>
          </a:prstGeom>
        </p:spPr>
        <p:txBody>
          <a:bodyPr wrap="square" lIns="0" anchor="b" anchorCtr="0">
            <a:spAutoFit/>
          </a:bodyPr>
          <a:lstStyle>
            <a:lvl1pPr>
              <a:lnSpc>
                <a:spcPct val="80000"/>
              </a:lnSpc>
              <a:defRPr sz="4800">
                <a:solidFill>
                  <a:schemeClr val="accent1"/>
                </a:solidFill>
              </a:defRPr>
            </a:lvl1pPr>
          </a:lstStyle>
          <a:p>
            <a:r>
              <a:rPr lang="en-US"/>
              <a:t>Title</a:t>
            </a:r>
            <a:br>
              <a:rPr lang="en-US"/>
            </a:br>
            <a:r>
              <a:rPr lang="en-US"/>
              <a:t>Highlight</a:t>
            </a:r>
          </a:p>
        </p:txBody>
      </p:sp>
      <p:sp>
        <p:nvSpPr>
          <p:cNvPr id="35" name="Text Placeholder 14">
            <a:extLst>
              <a:ext uri="{FF2B5EF4-FFF2-40B4-BE49-F238E27FC236}">
                <a16:creationId xmlns:a16="http://schemas.microsoft.com/office/drawing/2014/main" id="{7C37407B-38F2-D548-BC96-2059771FA3C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569835" y="954665"/>
            <a:ext cx="3629978" cy="850617"/>
          </a:xfrm>
          <a:prstGeom prst="rect">
            <a:avLst/>
          </a:prstGeom>
        </p:spPr>
        <p:txBody>
          <a:bodyPr wrap="square" lIns="0">
            <a:spAutoFit/>
          </a:bodyPr>
          <a:lstStyle>
            <a:lvl1pPr marL="0" indent="0">
              <a:lnSpc>
                <a:spcPts val="1750"/>
              </a:lnSpc>
              <a:buFont typeface="Arial" panose="020B0604020202020204" pitchFamily="34" charset="0"/>
              <a:buNone/>
              <a:defRPr sz="1400" b="0" i="0">
                <a:latin typeface="TeleNeo Office" panose="020B0504040202090203" pitchFamily="34" charset="77"/>
              </a:defRPr>
            </a:lvl1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>
              <a:lnSpc>
                <a:spcPts val="2000"/>
              </a:lnSpc>
            </a:pPr>
            <a:r>
              <a:rPr lang="en-US" sz="1400">
                <a:solidFill>
                  <a:schemeClr val="tx2"/>
                </a:solidFill>
                <a:latin typeface="TeleNeo Office" panose="020B0504040202090203" pitchFamily="34" charset="77"/>
                <a:ea typeface="Roboto Light" charset="0"/>
                <a:cs typeface="Roboto Light" charset="0"/>
              </a:rPr>
              <a:t>Lorem ipsum dolor sit </a:t>
            </a:r>
            <a:r>
              <a:rPr lang="en-US" sz="1400" err="1">
                <a:solidFill>
                  <a:schemeClr val="tx2"/>
                </a:solidFill>
                <a:latin typeface="TeleNeo Office" panose="020B0504040202090203" pitchFamily="34" charset="77"/>
                <a:ea typeface="Roboto Light" charset="0"/>
                <a:cs typeface="Roboto Light" charset="0"/>
              </a:rPr>
              <a:t>amet</a:t>
            </a:r>
            <a:r>
              <a:rPr lang="en-US" sz="1400">
                <a:solidFill>
                  <a:schemeClr val="tx2"/>
                </a:solidFill>
                <a:latin typeface="TeleNeo Office" panose="020B0504040202090203" pitchFamily="34" charset="77"/>
                <a:ea typeface="Roboto Light" charset="0"/>
                <a:cs typeface="Roboto Light" charset="0"/>
              </a:rPr>
              <a:t>, </a:t>
            </a:r>
            <a:r>
              <a:rPr lang="en-US" sz="1400" err="1">
                <a:solidFill>
                  <a:schemeClr val="tx2"/>
                </a:solidFill>
                <a:latin typeface="TeleNeo Office" panose="020B0504040202090203" pitchFamily="34" charset="77"/>
                <a:ea typeface="Roboto Light" charset="0"/>
                <a:cs typeface="Roboto Light" charset="0"/>
              </a:rPr>
              <a:t>consectetur</a:t>
            </a:r>
            <a:r>
              <a:rPr lang="en-US" sz="1400">
                <a:solidFill>
                  <a:schemeClr val="tx2"/>
                </a:solidFill>
                <a:latin typeface="TeleNeo Office" panose="020B0504040202090203" pitchFamily="34" charset="77"/>
                <a:ea typeface="Roboto Light" charset="0"/>
                <a:cs typeface="Roboto Light" charset="0"/>
              </a:rPr>
              <a:t> </a:t>
            </a:r>
            <a:r>
              <a:rPr lang="en-US" sz="1400" err="1">
                <a:solidFill>
                  <a:schemeClr val="tx2"/>
                </a:solidFill>
                <a:latin typeface="TeleNeo Office" panose="020B0504040202090203" pitchFamily="34" charset="77"/>
                <a:ea typeface="Roboto Light" charset="0"/>
                <a:cs typeface="Roboto Light" charset="0"/>
              </a:rPr>
              <a:t>adipiscing</a:t>
            </a:r>
            <a:r>
              <a:rPr lang="en-US" sz="1400">
                <a:solidFill>
                  <a:schemeClr val="tx2"/>
                </a:solidFill>
                <a:latin typeface="TeleNeo Office" panose="020B0504040202090203" pitchFamily="34" charset="77"/>
                <a:ea typeface="Roboto Light" charset="0"/>
                <a:cs typeface="Roboto Light" charset="0"/>
              </a:rPr>
              <a:t> </a:t>
            </a:r>
            <a:r>
              <a:rPr lang="en-US" sz="1400" err="1">
                <a:solidFill>
                  <a:schemeClr val="tx2"/>
                </a:solidFill>
                <a:latin typeface="TeleNeo Office" panose="020B0504040202090203" pitchFamily="34" charset="77"/>
                <a:ea typeface="Roboto Light" charset="0"/>
                <a:cs typeface="Roboto Light" charset="0"/>
              </a:rPr>
              <a:t>elit</a:t>
            </a:r>
            <a:r>
              <a:rPr lang="en-US" sz="1400">
                <a:solidFill>
                  <a:schemeClr val="tx2"/>
                </a:solidFill>
                <a:latin typeface="TeleNeo Office" panose="020B0504040202090203" pitchFamily="34" charset="77"/>
                <a:ea typeface="Roboto Light" charset="0"/>
                <a:cs typeface="Roboto Light" charset="0"/>
              </a:rPr>
              <a:t>, sed do </a:t>
            </a:r>
            <a:r>
              <a:rPr lang="en-US" sz="1400" err="1">
                <a:solidFill>
                  <a:schemeClr val="tx2"/>
                </a:solidFill>
                <a:latin typeface="TeleNeo Office" panose="020B0504040202090203" pitchFamily="34" charset="77"/>
                <a:ea typeface="Roboto Light" charset="0"/>
                <a:cs typeface="Roboto Light" charset="0"/>
              </a:rPr>
              <a:t>eiusmod</a:t>
            </a:r>
            <a:r>
              <a:rPr lang="en-US" sz="1400">
                <a:solidFill>
                  <a:schemeClr val="tx2"/>
                </a:solidFill>
                <a:latin typeface="TeleNeo Office" panose="020B0504040202090203" pitchFamily="34" charset="77"/>
                <a:ea typeface="Roboto Light" charset="0"/>
                <a:cs typeface="Roboto Light" charset="0"/>
              </a:rPr>
              <a:t> </a:t>
            </a:r>
            <a:r>
              <a:rPr lang="en-US" sz="1400" err="1">
                <a:solidFill>
                  <a:schemeClr val="tx2"/>
                </a:solidFill>
                <a:latin typeface="TeleNeo Office" panose="020B0504040202090203" pitchFamily="34" charset="77"/>
                <a:ea typeface="Roboto Light" charset="0"/>
                <a:cs typeface="Roboto Light" charset="0"/>
              </a:rPr>
              <a:t>tempor</a:t>
            </a:r>
            <a:r>
              <a:rPr lang="en-US" sz="1400">
                <a:solidFill>
                  <a:schemeClr val="tx2"/>
                </a:solidFill>
                <a:latin typeface="TeleNeo Office" panose="020B0504040202090203" pitchFamily="34" charset="77"/>
                <a:ea typeface="Roboto Light" charset="0"/>
                <a:cs typeface="Roboto Light" charset="0"/>
              </a:rPr>
              <a:t> </a:t>
            </a:r>
            <a:r>
              <a:rPr lang="en-US" sz="1400" err="1">
                <a:solidFill>
                  <a:schemeClr val="tx2"/>
                </a:solidFill>
                <a:latin typeface="TeleNeo Office" panose="020B0504040202090203" pitchFamily="34" charset="77"/>
                <a:ea typeface="Roboto Light" charset="0"/>
                <a:cs typeface="Roboto Light" charset="0"/>
              </a:rPr>
              <a:t>incididunt</a:t>
            </a:r>
            <a:r>
              <a:rPr lang="en-US" sz="1400">
                <a:solidFill>
                  <a:schemeClr val="tx2"/>
                </a:solidFill>
                <a:latin typeface="TeleNeo Office" panose="020B0504040202090203" pitchFamily="34" charset="77"/>
                <a:ea typeface="Roboto Light" charset="0"/>
                <a:cs typeface="Roboto Light" charset="0"/>
              </a:rPr>
              <a:t> </a:t>
            </a:r>
            <a:r>
              <a:rPr lang="en-US" sz="1400" err="1">
                <a:solidFill>
                  <a:schemeClr val="tx2"/>
                </a:solidFill>
                <a:latin typeface="TeleNeo Office" panose="020B0504040202090203" pitchFamily="34" charset="77"/>
                <a:ea typeface="Roboto Light" charset="0"/>
                <a:cs typeface="Roboto Light" charset="0"/>
              </a:rPr>
              <a:t>ut</a:t>
            </a:r>
            <a:r>
              <a:rPr lang="en-US" sz="1400">
                <a:solidFill>
                  <a:schemeClr val="tx2"/>
                </a:solidFill>
                <a:latin typeface="TeleNeo Office" panose="020B0504040202090203" pitchFamily="34" charset="77"/>
                <a:ea typeface="Roboto Light" charset="0"/>
                <a:cs typeface="Roboto Light" charset="0"/>
              </a:rPr>
              <a:t> </a:t>
            </a:r>
            <a:r>
              <a:rPr lang="en-US" sz="1400" err="1">
                <a:solidFill>
                  <a:schemeClr val="tx2"/>
                </a:solidFill>
                <a:latin typeface="TeleNeo Office" panose="020B0504040202090203" pitchFamily="34" charset="77"/>
                <a:ea typeface="Roboto Light" charset="0"/>
                <a:cs typeface="Roboto Light" charset="0"/>
              </a:rPr>
              <a:t>labore</a:t>
            </a:r>
            <a:r>
              <a:rPr lang="en-US" sz="1400">
                <a:solidFill>
                  <a:schemeClr val="tx2"/>
                </a:solidFill>
                <a:latin typeface="TeleNeo Office" panose="020B0504040202090203" pitchFamily="34" charset="77"/>
                <a:ea typeface="Roboto Light" charset="0"/>
                <a:cs typeface="Roboto Light" charset="0"/>
              </a:rPr>
              <a:t> et dolore magna </a:t>
            </a:r>
            <a:r>
              <a:rPr lang="en-US" sz="1400" err="1">
                <a:solidFill>
                  <a:schemeClr val="tx2"/>
                </a:solidFill>
                <a:latin typeface="TeleNeo Office" panose="020B0504040202090203" pitchFamily="34" charset="77"/>
                <a:ea typeface="Roboto Light" charset="0"/>
                <a:cs typeface="Roboto Light" charset="0"/>
              </a:rPr>
              <a:t>aliqua</a:t>
            </a:r>
            <a:r>
              <a:rPr lang="en-US" sz="1400">
                <a:solidFill>
                  <a:schemeClr val="tx2"/>
                </a:solidFill>
                <a:latin typeface="TeleNeo Office" panose="020B0504040202090203" pitchFamily="34" charset="77"/>
                <a:ea typeface="Roboto Light" charset="0"/>
                <a:cs typeface="Roboto Light" charset="0"/>
              </a:rPr>
              <a:t>.  </a:t>
            </a:r>
          </a:p>
        </p:txBody>
      </p:sp>
      <p:sp>
        <p:nvSpPr>
          <p:cNvPr id="36" name="Subtext">
            <a:extLst>
              <a:ext uri="{FF2B5EF4-FFF2-40B4-BE49-F238E27FC236}">
                <a16:creationId xmlns:a16="http://schemas.microsoft.com/office/drawing/2014/main" id="{18E78260-4551-E941-B7A0-DD998F2773C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7569835" y="616576"/>
            <a:ext cx="3629978" cy="274627"/>
          </a:xfrm>
          <a:prstGeom prst="rect">
            <a:avLst/>
          </a:prstGeom>
        </p:spPr>
        <p:txBody>
          <a:bodyPr wrap="square" lIns="0">
            <a:spAutoFit/>
          </a:bodyPr>
          <a:lstStyle>
            <a:lvl1pPr marL="0" indent="0">
              <a:buNone/>
              <a:defRPr lang="en-US" sz="1400" b="1" kern="1200" spc="0" dirty="0">
                <a:solidFill>
                  <a:schemeClr val="tx1"/>
                </a:solidFill>
                <a:latin typeface="TeleNeo Office ExtraBold" panose="020B0504040202090203" pitchFamily="34" charset="77"/>
                <a:ea typeface="Bebas Neue Bold" charset="0"/>
                <a:cs typeface="Bebas Neue Bold" charset="0"/>
              </a:defRPr>
            </a:lvl1pPr>
          </a:lstStyle>
          <a:p>
            <a:pPr marL="0" lvl="0" algn="l" defTabSz="914400" rtl="0" eaLnBrk="1" latinLnBrk="0" hangingPunct="1">
              <a:lnSpc>
                <a:spcPct val="80000"/>
              </a:lnSpc>
            </a:pPr>
            <a:r>
              <a:rPr lang="en-US"/>
              <a:t>TEXT DESCRIPTION</a:t>
            </a:r>
          </a:p>
        </p:txBody>
      </p:sp>
      <p:sp>
        <p:nvSpPr>
          <p:cNvPr id="37" name="Text Placeholder 14">
            <a:extLst>
              <a:ext uri="{FF2B5EF4-FFF2-40B4-BE49-F238E27FC236}">
                <a16:creationId xmlns:a16="http://schemas.microsoft.com/office/drawing/2014/main" id="{17C8836A-89E1-E74A-A4B8-42053D893063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7569835" y="3124200"/>
            <a:ext cx="3629978" cy="850617"/>
          </a:xfrm>
          <a:prstGeom prst="rect">
            <a:avLst/>
          </a:prstGeom>
        </p:spPr>
        <p:txBody>
          <a:bodyPr wrap="square" lIns="0">
            <a:spAutoFit/>
          </a:bodyPr>
          <a:lstStyle>
            <a:lvl1pPr marL="0" indent="0">
              <a:lnSpc>
                <a:spcPts val="1750"/>
              </a:lnSpc>
              <a:buFont typeface="Arial" panose="020B0604020202020204" pitchFamily="34" charset="0"/>
              <a:buNone/>
              <a:defRPr sz="1400" b="0" i="0">
                <a:latin typeface="TeleNeo Office" panose="020B0504040202090203" pitchFamily="34" charset="77"/>
              </a:defRPr>
            </a:lvl1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>
              <a:lnSpc>
                <a:spcPts val="2000"/>
              </a:lnSpc>
            </a:pPr>
            <a:r>
              <a:rPr lang="en-US" sz="1400">
                <a:solidFill>
                  <a:schemeClr val="tx2"/>
                </a:solidFill>
                <a:latin typeface="TeleNeo Office" panose="020B0504040202090203" pitchFamily="34" charset="77"/>
                <a:ea typeface="Roboto Light" charset="0"/>
                <a:cs typeface="Roboto Light" charset="0"/>
              </a:rPr>
              <a:t>Lorem ipsum dolor sit </a:t>
            </a:r>
            <a:r>
              <a:rPr lang="en-US" sz="1400" err="1">
                <a:solidFill>
                  <a:schemeClr val="tx2"/>
                </a:solidFill>
                <a:latin typeface="TeleNeo Office" panose="020B0504040202090203" pitchFamily="34" charset="77"/>
                <a:ea typeface="Roboto Light" charset="0"/>
                <a:cs typeface="Roboto Light" charset="0"/>
              </a:rPr>
              <a:t>amet</a:t>
            </a:r>
            <a:r>
              <a:rPr lang="en-US" sz="1400">
                <a:solidFill>
                  <a:schemeClr val="tx2"/>
                </a:solidFill>
                <a:latin typeface="TeleNeo Office" panose="020B0504040202090203" pitchFamily="34" charset="77"/>
                <a:ea typeface="Roboto Light" charset="0"/>
                <a:cs typeface="Roboto Light" charset="0"/>
              </a:rPr>
              <a:t>, </a:t>
            </a:r>
            <a:r>
              <a:rPr lang="en-US" sz="1400" err="1">
                <a:solidFill>
                  <a:schemeClr val="tx2"/>
                </a:solidFill>
                <a:latin typeface="TeleNeo Office" panose="020B0504040202090203" pitchFamily="34" charset="77"/>
                <a:ea typeface="Roboto Light" charset="0"/>
                <a:cs typeface="Roboto Light" charset="0"/>
              </a:rPr>
              <a:t>consectetur</a:t>
            </a:r>
            <a:r>
              <a:rPr lang="en-US" sz="1400">
                <a:solidFill>
                  <a:schemeClr val="tx2"/>
                </a:solidFill>
                <a:latin typeface="TeleNeo Office" panose="020B0504040202090203" pitchFamily="34" charset="77"/>
                <a:ea typeface="Roboto Light" charset="0"/>
                <a:cs typeface="Roboto Light" charset="0"/>
              </a:rPr>
              <a:t> </a:t>
            </a:r>
            <a:r>
              <a:rPr lang="en-US" sz="1400" err="1">
                <a:solidFill>
                  <a:schemeClr val="tx2"/>
                </a:solidFill>
                <a:latin typeface="TeleNeo Office" panose="020B0504040202090203" pitchFamily="34" charset="77"/>
                <a:ea typeface="Roboto Light" charset="0"/>
                <a:cs typeface="Roboto Light" charset="0"/>
              </a:rPr>
              <a:t>adipiscing</a:t>
            </a:r>
            <a:r>
              <a:rPr lang="en-US" sz="1400">
                <a:solidFill>
                  <a:schemeClr val="tx2"/>
                </a:solidFill>
                <a:latin typeface="TeleNeo Office" panose="020B0504040202090203" pitchFamily="34" charset="77"/>
                <a:ea typeface="Roboto Light" charset="0"/>
                <a:cs typeface="Roboto Light" charset="0"/>
              </a:rPr>
              <a:t> </a:t>
            </a:r>
            <a:r>
              <a:rPr lang="en-US" sz="1400" err="1">
                <a:solidFill>
                  <a:schemeClr val="tx2"/>
                </a:solidFill>
                <a:latin typeface="TeleNeo Office" panose="020B0504040202090203" pitchFamily="34" charset="77"/>
                <a:ea typeface="Roboto Light" charset="0"/>
                <a:cs typeface="Roboto Light" charset="0"/>
              </a:rPr>
              <a:t>elit</a:t>
            </a:r>
            <a:r>
              <a:rPr lang="en-US" sz="1400">
                <a:solidFill>
                  <a:schemeClr val="tx2"/>
                </a:solidFill>
                <a:latin typeface="TeleNeo Office" panose="020B0504040202090203" pitchFamily="34" charset="77"/>
                <a:ea typeface="Roboto Light" charset="0"/>
                <a:cs typeface="Roboto Light" charset="0"/>
              </a:rPr>
              <a:t>, sed do </a:t>
            </a:r>
            <a:r>
              <a:rPr lang="en-US" sz="1400" err="1">
                <a:solidFill>
                  <a:schemeClr val="tx2"/>
                </a:solidFill>
                <a:latin typeface="TeleNeo Office" panose="020B0504040202090203" pitchFamily="34" charset="77"/>
                <a:ea typeface="Roboto Light" charset="0"/>
                <a:cs typeface="Roboto Light" charset="0"/>
              </a:rPr>
              <a:t>eiusmod</a:t>
            </a:r>
            <a:r>
              <a:rPr lang="en-US" sz="1400">
                <a:solidFill>
                  <a:schemeClr val="tx2"/>
                </a:solidFill>
                <a:latin typeface="TeleNeo Office" panose="020B0504040202090203" pitchFamily="34" charset="77"/>
                <a:ea typeface="Roboto Light" charset="0"/>
                <a:cs typeface="Roboto Light" charset="0"/>
              </a:rPr>
              <a:t> </a:t>
            </a:r>
            <a:r>
              <a:rPr lang="en-US" sz="1400" err="1">
                <a:solidFill>
                  <a:schemeClr val="tx2"/>
                </a:solidFill>
                <a:latin typeface="TeleNeo Office" panose="020B0504040202090203" pitchFamily="34" charset="77"/>
                <a:ea typeface="Roboto Light" charset="0"/>
                <a:cs typeface="Roboto Light" charset="0"/>
              </a:rPr>
              <a:t>tempor</a:t>
            </a:r>
            <a:r>
              <a:rPr lang="en-US" sz="1400">
                <a:solidFill>
                  <a:schemeClr val="tx2"/>
                </a:solidFill>
                <a:latin typeface="TeleNeo Office" panose="020B0504040202090203" pitchFamily="34" charset="77"/>
                <a:ea typeface="Roboto Light" charset="0"/>
                <a:cs typeface="Roboto Light" charset="0"/>
              </a:rPr>
              <a:t> </a:t>
            </a:r>
            <a:r>
              <a:rPr lang="en-US" sz="1400" err="1">
                <a:solidFill>
                  <a:schemeClr val="tx2"/>
                </a:solidFill>
                <a:latin typeface="TeleNeo Office" panose="020B0504040202090203" pitchFamily="34" charset="77"/>
                <a:ea typeface="Roboto Light" charset="0"/>
                <a:cs typeface="Roboto Light" charset="0"/>
              </a:rPr>
              <a:t>incididunt</a:t>
            </a:r>
            <a:r>
              <a:rPr lang="en-US" sz="1400">
                <a:solidFill>
                  <a:schemeClr val="tx2"/>
                </a:solidFill>
                <a:latin typeface="TeleNeo Office" panose="020B0504040202090203" pitchFamily="34" charset="77"/>
                <a:ea typeface="Roboto Light" charset="0"/>
                <a:cs typeface="Roboto Light" charset="0"/>
              </a:rPr>
              <a:t> </a:t>
            </a:r>
            <a:r>
              <a:rPr lang="en-US" sz="1400" err="1">
                <a:solidFill>
                  <a:schemeClr val="tx2"/>
                </a:solidFill>
                <a:latin typeface="TeleNeo Office" panose="020B0504040202090203" pitchFamily="34" charset="77"/>
                <a:ea typeface="Roboto Light" charset="0"/>
                <a:cs typeface="Roboto Light" charset="0"/>
              </a:rPr>
              <a:t>ut</a:t>
            </a:r>
            <a:r>
              <a:rPr lang="en-US" sz="1400">
                <a:solidFill>
                  <a:schemeClr val="tx2"/>
                </a:solidFill>
                <a:latin typeface="TeleNeo Office" panose="020B0504040202090203" pitchFamily="34" charset="77"/>
                <a:ea typeface="Roboto Light" charset="0"/>
                <a:cs typeface="Roboto Light" charset="0"/>
              </a:rPr>
              <a:t> </a:t>
            </a:r>
            <a:r>
              <a:rPr lang="en-US" sz="1400" err="1">
                <a:solidFill>
                  <a:schemeClr val="tx2"/>
                </a:solidFill>
                <a:latin typeface="TeleNeo Office" panose="020B0504040202090203" pitchFamily="34" charset="77"/>
                <a:ea typeface="Roboto Light" charset="0"/>
                <a:cs typeface="Roboto Light" charset="0"/>
              </a:rPr>
              <a:t>labore</a:t>
            </a:r>
            <a:r>
              <a:rPr lang="en-US" sz="1400">
                <a:solidFill>
                  <a:schemeClr val="tx2"/>
                </a:solidFill>
                <a:latin typeface="TeleNeo Office" panose="020B0504040202090203" pitchFamily="34" charset="77"/>
                <a:ea typeface="Roboto Light" charset="0"/>
                <a:cs typeface="Roboto Light" charset="0"/>
              </a:rPr>
              <a:t> et dolore magna </a:t>
            </a:r>
            <a:r>
              <a:rPr lang="en-US" sz="1400" err="1">
                <a:solidFill>
                  <a:schemeClr val="tx2"/>
                </a:solidFill>
                <a:latin typeface="TeleNeo Office" panose="020B0504040202090203" pitchFamily="34" charset="77"/>
                <a:ea typeface="Roboto Light" charset="0"/>
                <a:cs typeface="Roboto Light" charset="0"/>
              </a:rPr>
              <a:t>aliqua</a:t>
            </a:r>
            <a:r>
              <a:rPr lang="en-US" sz="1400">
                <a:solidFill>
                  <a:schemeClr val="tx2"/>
                </a:solidFill>
                <a:latin typeface="TeleNeo Office" panose="020B0504040202090203" pitchFamily="34" charset="77"/>
                <a:ea typeface="Roboto Light" charset="0"/>
                <a:cs typeface="Roboto Light" charset="0"/>
              </a:rPr>
              <a:t>.  </a:t>
            </a:r>
          </a:p>
        </p:txBody>
      </p:sp>
      <p:sp>
        <p:nvSpPr>
          <p:cNvPr id="38" name="Subtext">
            <a:extLst>
              <a:ext uri="{FF2B5EF4-FFF2-40B4-BE49-F238E27FC236}">
                <a16:creationId xmlns:a16="http://schemas.microsoft.com/office/drawing/2014/main" id="{3962971E-FC2D-4649-A559-D14A96FC43CB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569835" y="2786111"/>
            <a:ext cx="3629978" cy="274627"/>
          </a:xfrm>
          <a:prstGeom prst="rect">
            <a:avLst/>
          </a:prstGeom>
        </p:spPr>
        <p:txBody>
          <a:bodyPr wrap="square" lIns="0">
            <a:spAutoFit/>
          </a:bodyPr>
          <a:lstStyle>
            <a:lvl1pPr marL="0" indent="0">
              <a:buNone/>
              <a:defRPr lang="en-US" sz="1400" b="1" kern="1200" spc="0" dirty="0">
                <a:solidFill>
                  <a:schemeClr val="tx1"/>
                </a:solidFill>
                <a:latin typeface="TeleNeo Office ExtraBold" panose="020B0504040202090203" pitchFamily="34" charset="77"/>
                <a:ea typeface="Bebas Neue Bold" charset="0"/>
                <a:cs typeface="Bebas Neue Bold" charset="0"/>
              </a:defRPr>
            </a:lvl1pPr>
          </a:lstStyle>
          <a:p>
            <a:pPr marL="0" lvl="0" algn="l" defTabSz="914400" rtl="0" eaLnBrk="1" latinLnBrk="0" hangingPunct="1">
              <a:lnSpc>
                <a:spcPct val="80000"/>
              </a:lnSpc>
            </a:pPr>
            <a:r>
              <a:rPr lang="en-US"/>
              <a:t>TEXT DESCRIPTION</a:t>
            </a:r>
          </a:p>
        </p:txBody>
      </p:sp>
      <p:sp>
        <p:nvSpPr>
          <p:cNvPr id="39" name="Text Placeholder 14">
            <a:extLst>
              <a:ext uri="{FF2B5EF4-FFF2-40B4-BE49-F238E27FC236}">
                <a16:creationId xmlns:a16="http://schemas.microsoft.com/office/drawing/2014/main" id="{AD0F882B-95C1-734A-9F4D-CE87E5D5DF24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7569835" y="5404104"/>
            <a:ext cx="3629978" cy="850617"/>
          </a:xfrm>
          <a:prstGeom prst="rect">
            <a:avLst/>
          </a:prstGeom>
        </p:spPr>
        <p:txBody>
          <a:bodyPr wrap="square" lIns="0">
            <a:spAutoFit/>
          </a:bodyPr>
          <a:lstStyle>
            <a:lvl1pPr marL="0" indent="0">
              <a:lnSpc>
                <a:spcPts val="1750"/>
              </a:lnSpc>
              <a:buFont typeface="Arial" panose="020B0604020202020204" pitchFamily="34" charset="0"/>
              <a:buNone/>
              <a:defRPr sz="1400" b="0" i="0">
                <a:latin typeface="TeleNeo Office" panose="020B0504040202090203" pitchFamily="34" charset="77"/>
              </a:defRPr>
            </a:lvl1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>
              <a:lnSpc>
                <a:spcPts val="2000"/>
              </a:lnSpc>
            </a:pPr>
            <a:r>
              <a:rPr lang="en-US" sz="1400">
                <a:solidFill>
                  <a:schemeClr val="tx2"/>
                </a:solidFill>
                <a:latin typeface="TeleNeo Office" panose="020B0504040202090203" pitchFamily="34" charset="77"/>
                <a:ea typeface="Roboto Light" charset="0"/>
                <a:cs typeface="Roboto Light" charset="0"/>
              </a:rPr>
              <a:t>Lorem ipsum dolor sit </a:t>
            </a:r>
            <a:r>
              <a:rPr lang="en-US" sz="1400" err="1">
                <a:solidFill>
                  <a:schemeClr val="tx2"/>
                </a:solidFill>
                <a:latin typeface="TeleNeo Office" panose="020B0504040202090203" pitchFamily="34" charset="77"/>
                <a:ea typeface="Roboto Light" charset="0"/>
                <a:cs typeface="Roboto Light" charset="0"/>
              </a:rPr>
              <a:t>amet</a:t>
            </a:r>
            <a:r>
              <a:rPr lang="en-US" sz="1400">
                <a:solidFill>
                  <a:schemeClr val="tx2"/>
                </a:solidFill>
                <a:latin typeface="TeleNeo Office" panose="020B0504040202090203" pitchFamily="34" charset="77"/>
                <a:ea typeface="Roboto Light" charset="0"/>
                <a:cs typeface="Roboto Light" charset="0"/>
              </a:rPr>
              <a:t>, </a:t>
            </a:r>
            <a:r>
              <a:rPr lang="en-US" sz="1400" err="1">
                <a:solidFill>
                  <a:schemeClr val="tx2"/>
                </a:solidFill>
                <a:latin typeface="TeleNeo Office" panose="020B0504040202090203" pitchFamily="34" charset="77"/>
                <a:ea typeface="Roboto Light" charset="0"/>
                <a:cs typeface="Roboto Light" charset="0"/>
              </a:rPr>
              <a:t>consectetur</a:t>
            </a:r>
            <a:r>
              <a:rPr lang="en-US" sz="1400">
                <a:solidFill>
                  <a:schemeClr val="tx2"/>
                </a:solidFill>
                <a:latin typeface="TeleNeo Office" panose="020B0504040202090203" pitchFamily="34" charset="77"/>
                <a:ea typeface="Roboto Light" charset="0"/>
                <a:cs typeface="Roboto Light" charset="0"/>
              </a:rPr>
              <a:t> </a:t>
            </a:r>
            <a:r>
              <a:rPr lang="en-US" sz="1400" err="1">
                <a:solidFill>
                  <a:schemeClr val="tx2"/>
                </a:solidFill>
                <a:latin typeface="TeleNeo Office" panose="020B0504040202090203" pitchFamily="34" charset="77"/>
                <a:ea typeface="Roboto Light" charset="0"/>
                <a:cs typeface="Roboto Light" charset="0"/>
              </a:rPr>
              <a:t>adipiscing</a:t>
            </a:r>
            <a:r>
              <a:rPr lang="en-US" sz="1400">
                <a:solidFill>
                  <a:schemeClr val="tx2"/>
                </a:solidFill>
                <a:latin typeface="TeleNeo Office" panose="020B0504040202090203" pitchFamily="34" charset="77"/>
                <a:ea typeface="Roboto Light" charset="0"/>
                <a:cs typeface="Roboto Light" charset="0"/>
              </a:rPr>
              <a:t> </a:t>
            </a:r>
            <a:r>
              <a:rPr lang="en-US" sz="1400" err="1">
                <a:solidFill>
                  <a:schemeClr val="tx2"/>
                </a:solidFill>
                <a:latin typeface="TeleNeo Office" panose="020B0504040202090203" pitchFamily="34" charset="77"/>
                <a:ea typeface="Roboto Light" charset="0"/>
                <a:cs typeface="Roboto Light" charset="0"/>
              </a:rPr>
              <a:t>elit</a:t>
            </a:r>
            <a:r>
              <a:rPr lang="en-US" sz="1400">
                <a:solidFill>
                  <a:schemeClr val="tx2"/>
                </a:solidFill>
                <a:latin typeface="TeleNeo Office" panose="020B0504040202090203" pitchFamily="34" charset="77"/>
                <a:ea typeface="Roboto Light" charset="0"/>
                <a:cs typeface="Roboto Light" charset="0"/>
              </a:rPr>
              <a:t>, sed do </a:t>
            </a:r>
            <a:r>
              <a:rPr lang="en-US" sz="1400" err="1">
                <a:solidFill>
                  <a:schemeClr val="tx2"/>
                </a:solidFill>
                <a:latin typeface="TeleNeo Office" panose="020B0504040202090203" pitchFamily="34" charset="77"/>
                <a:ea typeface="Roboto Light" charset="0"/>
                <a:cs typeface="Roboto Light" charset="0"/>
              </a:rPr>
              <a:t>eiusmod</a:t>
            </a:r>
            <a:r>
              <a:rPr lang="en-US" sz="1400">
                <a:solidFill>
                  <a:schemeClr val="tx2"/>
                </a:solidFill>
                <a:latin typeface="TeleNeo Office" panose="020B0504040202090203" pitchFamily="34" charset="77"/>
                <a:ea typeface="Roboto Light" charset="0"/>
                <a:cs typeface="Roboto Light" charset="0"/>
              </a:rPr>
              <a:t> </a:t>
            </a:r>
            <a:r>
              <a:rPr lang="en-US" sz="1400" err="1">
                <a:solidFill>
                  <a:schemeClr val="tx2"/>
                </a:solidFill>
                <a:latin typeface="TeleNeo Office" panose="020B0504040202090203" pitchFamily="34" charset="77"/>
                <a:ea typeface="Roboto Light" charset="0"/>
                <a:cs typeface="Roboto Light" charset="0"/>
              </a:rPr>
              <a:t>tempor</a:t>
            </a:r>
            <a:r>
              <a:rPr lang="en-US" sz="1400">
                <a:solidFill>
                  <a:schemeClr val="tx2"/>
                </a:solidFill>
                <a:latin typeface="TeleNeo Office" panose="020B0504040202090203" pitchFamily="34" charset="77"/>
                <a:ea typeface="Roboto Light" charset="0"/>
                <a:cs typeface="Roboto Light" charset="0"/>
              </a:rPr>
              <a:t> </a:t>
            </a:r>
            <a:r>
              <a:rPr lang="en-US" sz="1400" err="1">
                <a:solidFill>
                  <a:schemeClr val="tx2"/>
                </a:solidFill>
                <a:latin typeface="TeleNeo Office" panose="020B0504040202090203" pitchFamily="34" charset="77"/>
                <a:ea typeface="Roboto Light" charset="0"/>
                <a:cs typeface="Roboto Light" charset="0"/>
              </a:rPr>
              <a:t>incididunt</a:t>
            </a:r>
            <a:r>
              <a:rPr lang="en-US" sz="1400">
                <a:solidFill>
                  <a:schemeClr val="tx2"/>
                </a:solidFill>
                <a:latin typeface="TeleNeo Office" panose="020B0504040202090203" pitchFamily="34" charset="77"/>
                <a:ea typeface="Roboto Light" charset="0"/>
                <a:cs typeface="Roboto Light" charset="0"/>
              </a:rPr>
              <a:t> </a:t>
            </a:r>
            <a:r>
              <a:rPr lang="en-US" sz="1400" err="1">
                <a:solidFill>
                  <a:schemeClr val="tx2"/>
                </a:solidFill>
                <a:latin typeface="TeleNeo Office" panose="020B0504040202090203" pitchFamily="34" charset="77"/>
                <a:ea typeface="Roboto Light" charset="0"/>
                <a:cs typeface="Roboto Light" charset="0"/>
              </a:rPr>
              <a:t>ut</a:t>
            </a:r>
            <a:r>
              <a:rPr lang="en-US" sz="1400">
                <a:solidFill>
                  <a:schemeClr val="tx2"/>
                </a:solidFill>
                <a:latin typeface="TeleNeo Office" panose="020B0504040202090203" pitchFamily="34" charset="77"/>
                <a:ea typeface="Roboto Light" charset="0"/>
                <a:cs typeface="Roboto Light" charset="0"/>
              </a:rPr>
              <a:t> </a:t>
            </a:r>
            <a:r>
              <a:rPr lang="en-US" sz="1400" err="1">
                <a:solidFill>
                  <a:schemeClr val="tx2"/>
                </a:solidFill>
                <a:latin typeface="TeleNeo Office" panose="020B0504040202090203" pitchFamily="34" charset="77"/>
                <a:ea typeface="Roboto Light" charset="0"/>
                <a:cs typeface="Roboto Light" charset="0"/>
              </a:rPr>
              <a:t>labore</a:t>
            </a:r>
            <a:r>
              <a:rPr lang="en-US" sz="1400">
                <a:solidFill>
                  <a:schemeClr val="tx2"/>
                </a:solidFill>
                <a:latin typeface="TeleNeo Office" panose="020B0504040202090203" pitchFamily="34" charset="77"/>
                <a:ea typeface="Roboto Light" charset="0"/>
                <a:cs typeface="Roboto Light" charset="0"/>
              </a:rPr>
              <a:t> et dolore magna </a:t>
            </a:r>
            <a:r>
              <a:rPr lang="en-US" sz="1400" err="1">
                <a:solidFill>
                  <a:schemeClr val="tx2"/>
                </a:solidFill>
                <a:latin typeface="TeleNeo Office" panose="020B0504040202090203" pitchFamily="34" charset="77"/>
                <a:ea typeface="Roboto Light" charset="0"/>
                <a:cs typeface="Roboto Light" charset="0"/>
              </a:rPr>
              <a:t>aliqua</a:t>
            </a:r>
            <a:r>
              <a:rPr lang="en-US" sz="1400">
                <a:solidFill>
                  <a:schemeClr val="tx2"/>
                </a:solidFill>
                <a:latin typeface="TeleNeo Office" panose="020B0504040202090203" pitchFamily="34" charset="77"/>
                <a:ea typeface="Roboto Light" charset="0"/>
                <a:cs typeface="Roboto Light" charset="0"/>
              </a:rPr>
              <a:t>.  </a:t>
            </a:r>
          </a:p>
        </p:txBody>
      </p:sp>
      <p:sp>
        <p:nvSpPr>
          <p:cNvPr id="40" name="Subtext">
            <a:extLst>
              <a:ext uri="{FF2B5EF4-FFF2-40B4-BE49-F238E27FC236}">
                <a16:creationId xmlns:a16="http://schemas.microsoft.com/office/drawing/2014/main" id="{27A78BB5-8A25-3A40-8389-A819DBA8B246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7569835" y="5066015"/>
            <a:ext cx="3629978" cy="274627"/>
          </a:xfrm>
          <a:prstGeom prst="rect">
            <a:avLst/>
          </a:prstGeom>
        </p:spPr>
        <p:txBody>
          <a:bodyPr wrap="square" lIns="0">
            <a:spAutoFit/>
          </a:bodyPr>
          <a:lstStyle>
            <a:lvl1pPr marL="0" indent="0">
              <a:buNone/>
              <a:defRPr lang="en-US" sz="1400" b="1" kern="1200" spc="0" dirty="0">
                <a:solidFill>
                  <a:schemeClr val="tx1"/>
                </a:solidFill>
                <a:latin typeface="TeleNeo Office ExtraBold" panose="020B0504040202090203" pitchFamily="34" charset="77"/>
                <a:ea typeface="Bebas Neue Bold" charset="0"/>
                <a:cs typeface="Bebas Neue Bold" charset="0"/>
              </a:defRPr>
            </a:lvl1pPr>
          </a:lstStyle>
          <a:p>
            <a:pPr marL="0" lvl="0" algn="l" defTabSz="914400" rtl="0" eaLnBrk="1" latinLnBrk="0" hangingPunct="1">
              <a:lnSpc>
                <a:spcPct val="80000"/>
              </a:lnSpc>
            </a:pPr>
            <a:r>
              <a:rPr lang="en-US"/>
              <a:t>TEXT DESCRIPTION</a:t>
            </a:r>
          </a:p>
        </p:txBody>
      </p:sp>
      <p:sp>
        <p:nvSpPr>
          <p:cNvPr id="19" name="Footer Placeholder 4">
            <a:extLst>
              <a:ext uri="{FF2B5EF4-FFF2-40B4-BE49-F238E27FC236}">
                <a16:creationId xmlns:a16="http://schemas.microsoft.com/office/drawing/2014/main" id="{3B1EC90A-C3C9-4DE6-B652-AE16B56BD30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0" y="6586334"/>
            <a:ext cx="1482450" cy="226838"/>
          </a:xfrm>
          <a:prstGeom prst="rect">
            <a:avLst/>
          </a:prstGeom>
          <a:ln>
            <a:noFill/>
          </a:ln>
        </p:spPr>
        <p:txBody>
          <a:bodyPr vert="horz" lIns="68681" tIns="34340" rIns="68681" bIns="34340" rtlCol="0" anchor="ctr"/>
          <a:lstStyle>
            <a:lvl1pPr algn="r">
              <a:defRPr sz="1200" b="0" i="0">
                <a:solidFill>
                  <a:schemeClr val="accent1"/>
                </a:solidFill>
                <a:latin typeface="Tele-GroteskHal" pitchFamily="2" charset="0"/>
                <a:cs typeface="Tele-GroteskHal" pitchFamily="2" charset="0"/>
              </a:defRPr>
            </a:lvl1pPr>
          </a:lstStyle>
          <a:p>
            <a:r>
              <a:rPr lang="en-US" dirty="0"/>
              <a:t>T-Mobile Confidential</a:t>
            </a:r>
          </a:p>
        </p:txBody>
      </p:sp>
    </p:spTree>
    <p:extLst>
      <p:ext uri="{BB962C8B-B14F-4D97-AF65-F5344CB8AC3E}">
        <p14:creationId xmlns:p14="http://schemas.microsoft.com/office/powerpoint/2010/main" val="47122113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Photo-Layouts_4-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icture Placeholder 2"/>
          <p:cNvSpPr>
            <a:spLocks noGrp="1"/>
          </p:cNvSpPr>
          <p:nvPr>
            <p:ph type="pic" sz="quarter" idx="11" hasCustomPrompt="1"/>
          </p:nvPr>
        </p:nvSpPr>
        <p:spPr>
          <a:xfrm>
            <a:off x="3026661" y="861933"/>
            <a:ext cx="4089612" cy="2451039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anchor="ctr"/>
          <a:lstStyle>
            <a:lvl1pPr marL="0" indent="0" algn="ctr">
              <a:buNone/>
              <a:defRPr sz="1600" b="0" i="0">
                <a:latin typeface="Source Sans Pro" charset="0"/>
                <a:ea typeface="Source Sans Pro" charset="0"/>
                <a:cs typeface="Source Sans Pro" charset="0"/>
              </a:defRPr>
            </a:lvl1pPr>
          </a:lstStyle>
          <a:p>
            <a:r>
              <a:rPr lang="en-US"/>
              <a:t>Drag &amp; Drop Image</a:t>
            </a:r>
          </a:p>
        </p:txBody>
      </p:sp>
      <p:sp>
        <p:nvSpPr>
          <p:cNvPr id="16" name="Picture Placeholder 2"/>
          <p:cNvSpPr>
            <a:spLocks noGrp="1"/>
          </p:cNvSpPr>
          <p:nvPr>
            <p:ph type="pic" sz="quarter" idx="12" hasCustomPrompt="1"/>
          </p:nvPr>
        </p:nvSpPr>
        <p:spPr>
          <a:xfrm>
            <a:off x="3026661" y="3312972"/>
            <a:ext cx="4089612" cy="2451039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anchor="ctr"/>
          <a:lstStyle>
            <a:lvl1pPr marL="0" indent="0" algn="ctr">
              <a:buNone/>
              <a:defRPr sz="1600" b="0" i="0">
                <a:latin typeface="Source Sans Pro" charset="0"/>
                <a:ea typeface="Source Sans Pro" charset="0"/>
                <a:cs typeface="Source Sans Pro" charset="0"/>
              </a:defRPr>
            </a:lvl1pPr>
          </a:lstStyle>
          <a:p>
            <a:r>
              <a:rPr lang="en-US"/>
              <a:t>Drag &amp; Drop Image</a:t>
            </a:r>
          </a:p>
        </p:txBody>
      </p:sp>
      <p:sp>
        <p:nvSpPr>
          <p:cNvPr id="18" name="Picture Placeholder 2"/>
          <p:cNvSpPr>
            <a:spLocks noGrp="1"/>
          </p:cNvSpPr>
          <p:nvPr>
            <p:ph type="pic" sz="quarter" idx="13" hasCustomPrompt="1"/>
          </p:nvPr>
        </p:nvSpPr>
        <p:spPr>
          <a:xfrm>
            <a:off x="7116269" y="861933"/>
            <a:ext cx="4089612" cy="2451039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anchor="ctr"/>
          <a:lstStyle>
            <a:lvl1pPr marL="0" indent="0" algn="ctr">
              <a:buNone/>
              <a:defRPr sz="1600" b="0" i="0">
                <a:latin typeface="Source Sans Pro" charset="0"/>
                <a:ea typeface="Source Sans Pro" charset="0"/>
                <a:cs typeface="Source Sans Pro" charset="0"/>
              </a:defRPr>
            </a:lvl1pPr>
          </a:lstStyle>
          <a:p>
            <a:r>
              <a:rPr lang="en-US"/>
              <a:t>Drag &amp; Drop Image</a:t>
            </a:r>
          </a:p>
        </p:txBody>
      </p:sp>
      <p:sp>
        <p:nvSpPr>
          <p:cNvPr id="22" name="Picture Placeholder 2"/>
          <p:cNvSpPr>
            <a:spLocks noGrp="1"/>
          </p:cNvSpPr>
          <p:nvPr>
            <p:ph type="pic" sz="quarter" idx="14" hasCustomPrompt="1"/>
          </p:nvPr>
        </p:nvSpPr>
        <p:spPr>
          <a:xfrm>
            <a:off x="7116269" y="3312972"/>
            <a:ext cx="4089612" cy="2451039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anchor="ctr"/>
          <a:lstStyle>
            <a:lvl1pPr marL="0" indent="0" algn="ctr">
              <a:buNone/>
              <a:defRPr sz="1600" b="0" i="0">
                <a:latin typeface="Source Sans Pro" charset="0"/>
                <a:ea typeface="Source Sans Pro" charset="0"/>
                <a:cs typeface="Source Sans Pro" charset="0"/>
              </a:defRPr>
            </a:lvl1pPr>
          </a:lstStyle>
          <a:p>
            <a:r>
              <a:rPr lang="en-US"/>
              <a:t>Drag &amp; Drop Image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9A90C28-268B-AE48-9F1E-94C1E05C9112}"/>
              </a:ext>
            </a:extLst>
          </p:cNvPr>
          <p:cNvSpPr txBox="1"/>
          <p:nvPr userDrawn="1"/>
        </p:nvSpPr>
        <p:spPr>
          <a:xfrm rot="16200000">
            <a:off x="-459364" y="5485096"/>
            <a:ext cx="1739579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b="1" i="0" spc="600">
                <a:solidFill>
                  <a:schemeClr val="bg1"/>
                </a:solidFill>
                <a:latin typeface="TeleNeo Office" panose="020B0504040202090203" pitchFamily="34" charset="77"/>
                <a:ea typeface="Bebas Neue Bold" charset="0"/>
                <a:cs typeface="Bebas Neue Bold" charset="0"/>
              </a:rPr>
              <a:t>CONFIDENTIAL</a:t>
            </a:r>
          </a:p>
        </p:txBody>
      </p:sp>
      <p:sp>
        <p:nvSpPr>
          <p:cNvPr id="20" name="Text Placeholder 14">
            <a:extLst>
              <a:ext uri="{FF2B5EF4-FFF2-40B4-BE49-F238E27FC236}">
                <a16:creationId xmlns:a16="http://schemas.microsoft.com/office/drawing/2014/main" id="{CDE1233F-955C-0840-9792-1DECF3995915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7237283" y="2991243"/>
            <a:ext cx="1790480" cy="246221"/>
          </a:xfrm>
          <a:prstGeom prst="rect">
            <a:avLst/>
          </a:prstGeom>
        </p:spPr>
        <p:txBody>
          <a:bodyPr wrap="square" lIns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000" b="0" i="0">
                <a:solidFill>
                  <a:schemeClr val="bg1"/>
                </a:solidFill>
                <a:latin typeface="TeleNeo Office" panose="020B0504040202090203" pitchFamily="34" charset="77"/>
              </a:defRPr>
            </a:lvl1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Description Text Here</a:t>
            </a:r>
          </a:p>
        </p:txBody>
      </p:sp>
      <p:sp>
        <p:nvSpPr>
          <p:cNvPr id="21" name="Subtext">
            <a:extLst>
              <a:ext uri="{FF2B5EF4-FFF2-40B4-BE49-F238E27FC236}">
                <a16:creationId xmlns:a16="http://schemas.microsoft.com/office/drawing/2014/main" id="{BB033333-7B12-8240-BF60-C330659EFF0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237283" y="2846879"/>
            <a:ext cx="1790480" cy="248530"/>
          </a:xfrm>
          <a:prstGeom prst="rect">
            <a:avLst/>
          </a:prstGeom>
        </p:spPr>
        <p:txBody>
          <a:bodyPr wrap="square" lIns="0">
            <a:spAutoFit/>
          </a:bodyPr>
          <a:lstStyle>
            <a:lvl1pPr marL="0" indent="0">
              <a:buNone/>
              <a:defRPr lang="en-US" sz="1200" b="1" kern="1200" spc="0" dirty="0">
                <a:solidFill>
                  <a:schemeClr val="bg1"/>
                </a:solidFill>
                <a:latin typeface="TeleNeo Office ExtraBold" panose="020B0504040202090203" pitchFamily="34" charset="77"/>
                <a:ea typeface="Bebas Neue Bold" charset="0"/>
                <a:cs typeface="Bebas Neue Bold" charset="0"/>
              </a:defRPr>
            </a:lvl1pPr>
          </a:lstStyle>
          <a:p>
            <a:pPr marL="0" lvl="0" algn="l" defTabSz="914400" rtl="0" eaLnBrk="1" latinLnBrk="0" hangingPunct="1">
              <a:lnSpc>
                <a:spcPct val="80000"/>
              </a:lnSpc>
            </a:pPr>
            <a:r>
              <a:rPr lang="en-US"/>
              <a:t>LABEL</a:t>
            </a:r>
          </a:p>
        </p:txBody>
      </p:sp>
      <p:sp>
        <p:nvSpPr>
          <p:cNvPr id="25" name="Text Placeholder 14">
            <a:extLst>
              <a:ext uri="{FF2B5EF4-FFF2-40B4-BE49-F238E27FC236}">
                <a16:creationId xmlns:a16="http://schemas.microsoft.com/office/drawing/2014/main" id="{75D200C6-85E7-7C4B-9F56-FB8BBDED7177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148377" y="2991243"/>
            <a:ext cx="1790480" cy="246221"/>
          </a:xfrm>
          <a:prstGeom prst="rect">
            <a:avLst/>
          </a:prstGeom>
        </p:spPr>
        <p:txBody>
          <a:bodyPr wrap="square" lIns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000" b="0" i="0">
                <a:solidFill>
                  <a:schemeClr val="bg1"/>
                </a:solidFill>
                <a:latin typeface="TeleNeo Office" panose="020B0504040202090203" pitchFamily="34" charset="77"/>
              </a:defRPr>
            </a:lvl1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Description Text Here</a:t>
            </a:r>
          </a:p>
        </p:txBody>
      </p:sp>
      <p:sp>
        <p:nvSpPr>
          <p:cNvPr id="26" name="Subtext">
            <a:extLst>
              <a:ext uri="{FF2B5EF4-FFF2-40B4-BE49-F238E27FC236}">
                <a16:creationId xmlns:a16="http://schemas.microsoft.com/office/drawing/2014/main" id="{12CA30B4-F7B9-DE40-A698-82CC068D61E7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148377" y="2846879"/>
            <a:ext cx="1790480" cy="248530"/>
          </a:xfrm>
          <a:prstGeom prst="rect">
            <a:avLst/>
          </a:prstGeom>
        </p:spPr>
        <p:txBody>
          <a:bodyPr wrap="square" lIns="0">
            <a:spAutoFit/>
          </a:bodyPr>
          <a:lstStyle>
            <a:lvl1pPr marL="0" indent="0">
              <a:buNone/>
              <a:defRPr lang="en-US" sz="1200" b="1" kern="1200" spc="0" dirty="0">
                <a:solidFill>
                  <a:schemeClr val="bg1"/>
                </a:solidFill>
                <a:latin typeface="TeleNeo Office ExtraBold" panose="020B0504040202090203" pitchFamily="34" charset="77"/>
                <a:ea typeface="Bebas Neue Bold" charset="0"/>
                <a:cs typeface="Bebas Neue Bold" charset="0"/>
              </a:defRPr>
            </a:lvl1pPr>
          </a:lstStyle>
          <a:p>
            <a:pPr marL="0" lvl="0" algn="l" defTabSz="914400" rtl="0" eaLnBrk="1" latinLnBrk="0" hangingPunct="1">
              <a:lnSpc>
                <a:spcPct val="80000"/>
              </a:lnSpc>
            </a:pPr>
            <a:r>
              <a:rPr lang="en-US"/>
              <a:t>LABEL</a:t>
            </a:r>
          </a:p>
        </p:txBody>
      </p:sp>
      <p:sp>
        <p:nvSpPr>
          <p:cNvPr id="28" name="Text Placeholder 14">
            <a:extLst>
              <a:ext uri="{FF2B5EF4-FFF2-40B4-BE49-F238E27FC236}">
                <a16:creationId xmlns:a16="http://schemas.microsoft.com/office/drawing/2014/main" id="{4F749AE1-E342-694E-B1B0-857570F0F3C1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148377" y="5438324"/>
            <a:ext cx="1790480" cy="246221"/>
          </a:xfrm>
          <a:prstGeom prst="rect">
            <a:avLst/>
          </a:prstGeom>
        </p:spPr>
        <p:txBody>
          <a:bodyPr wrap="square" lIns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000" b="0" i="0">
                <a:solidFill>
                  <a:schemeClr val="bg1"/>
                </a:solidFill>
                <a:latin typeface="TeleNeo Office" panose="020B0504040202090203" pitchFamily="34" charset="77"/>
              </a:defRPr>
            </a:lvl1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Description Text Here</a:t>
            </a:r>
          </a:p>
        </p:txBody>
      </p:sp>
      <p:sp>
        <p:nvSpPr>
          <p:cNvPr id="34" name="Subtext">
            <a:extLst>
              <a:ext uri="{FF2B5EF4-FFF2-40B4-BE49-F238E27FC236}">
                <a16:creationId xmlns:a16="http://schemas.microsoft.com/office/drawing/2014/main" id="{3A522064-3B3B-C74C-9979-F3DF91D54B7A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148377" y="5293960"/>
            <a:ext cx="1790480" cy="248530"/>
          </a:xfrm>
          <a:prstGeom prst="rect">
            <a:avLst/>
          </a:prstGeom>
        </p:spPr>
        <p:txBody>
          <a:bodyPr wrap="square" lIns="0">
            <a:spAutoFit/>
          </a:bodyPr>
          <a:lstStyle>
            <a:lvl1pPr marL="0" indent="0">
              <a:buNone/>
              <a:defRPr lang="en-US" sz="1200" b="1" kern="1200" spc="0" dirty="0">
                <a:solidFill>
                  <a:schemeClr val="bg1"/>
                </a:solidFill>
                <a:latin typeface="TeleNeo Office ExtraBold" panose="020B0504040202090203" pitchFamily="34" charset="77"/>
                <a:ea typeface="Bebas Neue Bold" charset="0"/>
                <a:cs typeface="Bebas Neue Bold" charset="0"/>
              </a:defRPr>
            </a:lvl1pPr>
          </a:lstStyle>
          <a:p>
            <a:pPr marL="0" lvl="0" algn="l" defTabSz="914400" rtl="0" eaLnBrk="1" latinLnBrk="0" hangingPunct="1">
              <a:lnSpc>
                <a:spcPct val="80000"/>
              </a:lnSpc>
            </a:pPr>
            <a:r>
              <a:rPr lang="en-US"/>
              <a:t>LABEL</a:t>
            </a:r>
          </a:p>
        </p:txBody>
      </p:sp>
      <p:sp>
        <p:nvSpPr>
          <p:cNvPr id="36" name="Text Placeholder 14">
            <a:extLst>
              <a:ext uri="{FF2B5EF4-FFF2-40B4-BE49-F238E27FC236}">
                <a16:creationId xmlns:a16="http://schemas.microsoft.com/office/drawing/2014/main" id="{F2074AE2-EE11-D348-9D41-D0C96D426AD4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7237391" y="5438324"/>
            <a:ext cx="1790480" cy="246221"/>
          </a:xfrm>
          <a:prstGeom prst="rect">
            <a:avLst/>
          </a:prstGeom>
        </p:spPr>
        <p:txBody>
          <a:bodyPr wrap="square" lIns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000" b="0" i="0">
                <a:solidFill>
                  <a:schemeClr val="bg1"/>
                </a:solidFill>
                <a:latin typeface="TeleNeo Office" panose="020B0504040202090203" pitchFamily="34" charset="77"/>
              </a:defRPr>
            </a:lvl1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Description Text Here</a:t>
            </a:r>
          </a:p>
        </p:txBody>
      </p:sp>
      <p:sp>
        <p:nvSpPr>
          <p:cNvPr id="37" name="Subtext">
            <a:extLst>
              <a:ext uri="{FF2B5EF4-FFF2-40B4-BE49-F238E27FC236}">
                <a16:creationId xmlns:a16="http://schemas.microsoft.com/office/drawing/2014/main" id="{2358BA33-38E9-8145-AC03-AA8A3444E885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237391" y="5293960"/>
            <a:ext cx="1790480" cy="248530"/>
          </a:xfrm>
          <a:prstGeom prst="rect">
            <a:avLst/>
          </a:prstGeom>
        </p:spPr>
        <p:txBody>
          <a:bodyPr wrap="square" lIns="0">
            <a:spAutoFit/>
          </a:bodyPr>
          <a:lstStyle>
            <a:lvl1pPr marL="0" indent="0">
              <a:buNone/>
              <a:defRPr lang="en-US" sz="1200" b="1" kern="1200" spc="0" dirty="0">
                <a:solidFill>
                  <a:schemeClr val="bg1"/>
                </a:solidFill>
                <a:latin typeface="TeleNeo Office ExtraBold" panose="020B0504040202090203" pitchFamily="34" charset="77"/>
                <a:ea typeface="Bebas Neue Bold" charset="0"/>
                <a:cs typeface="Bebas Neue Bold" charset="0"/>
              </a:defRPr>
            </a:lvl1pPr>
          </a:lstStyle>
          <a:p>
            <a:pPr marL="0" lvl="0" algn="l" defTabSz="914400" rtl="0" eaLnBrk="1" latinLnBrk="0" hangingPunct="1">
              <a:lnSpc>
                <a:spcPct val="80000"/>
              </a:lnSpc>
            </a:pPr>
            <a:r>
              <a:rPr lang="en-US"/>
              <a:t>LABEL</a:t>
            </a:r>
          </a:p>
        </p:txBody>
      </p:sp>
      <p:sp>
        <p:nvSpPr>
          <p:cNvPr id="19" name="Footer Placeholder 4">
            <a:extLst>
              <a:ext uri="{FF2B5EF4-FFF2-40B4-BE49-F238E27FC236}">
                <a16:creationId xmlns:a16="http://schemas.microsoft.com/office/drawing/2014/main" id="{3C55A99B-86E6-44B6-AEDB-92782ED91D9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0" y="6586334"/>
            <a:ext cx="1482450" cy="226838"/>
          </a:xfrm>
          <a:prstGeom prst="rect">
            <a:avLst/>
          </a:prstGeom>
          <a:ln>
            <a:noFill/>
          </a:ln>
        </p:spPr>
        <p:txBody>
          <a:bodyPr vert="horz" lIns="68681" tIns="34340" rIns="68681" bIns="34340" rtlCol="0" anchor="ctr"/>
          <a:lstStyle>
            <a:lvl1pPr algn="r">
              <a:defRPr sz="1200" b="0" i="0">
                <a:solidFill>
                  <a:schemeClr val="accent1"/>
                </a:solidFill>
                <a:latin typeface="Tele-GroteskHal" pitchFamily="2" charset="0"/>
                <a:cs typeface="Tele-GroteskHal" pitchFamily="2" charset="0"/>
              </a:defRPr>
            </a:lvl1pPr>
          </a:lstStyle>
          <a:p>
            <a:r>
              <a:rPr lang="en-US" dirty="0"/>
              <a:t>T-Mobile Confidential</a:t>
            </a:r>
          </a:p>
        </p:txBody>
      </p:sp>
    </p:spTree>
    <p:extLst>
      <p:ext uri="{BB962C8B-B14F-4D97-AF65-F5344CB8AC3E}">
        <p14:creationId xmlns:p14="http://schemas.microsoft.com/office/powerpoint/2010/main" val="112956641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Photo-Layouts_4-Up_2-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/>
          <p:cNvSpPr/>
          <p:nvPr userDrawn="1"/>
        </p:nvSpPr>
        <p:spPr>
          <a:xfrm>
            <a:off x="0" y="0"/>
            <a:ext cx="6134793" cy="6858000"/>
          </a:xfrm>
          <a:prstGeom prst="rect">
            <a:avLst/>
          </a:prstGeom>
          <a:solidFill>
            <a:schemeClr val="tx1">
              <a:alpha val="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Picture Placeholder 2">
            <a:extLst>
              <a:ext uri="{FF2B5EF4-FFF2-40B4-BE49-F238E27FC236}">
                <a16:creationId xmlns:a16="http://schemas.microsoft.com/office/drawing/2014/main" id="{DC3C6983-FF16-684C-8B21-35D2B8A1623A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986119" y="861933"/>
            <a:ext cx="4089612" cy="2451039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anchor="ctr"/>
          <a:lstStyle>
            <a:lvl1pPr marL="0" indent="0" algn="ctr">
              <a:buNone/>
              <a:defRPr sz="1600" b="0" i="0">
                <a:latin typeface="Source Sans Pro" charset="0"/>
                <a:ea typeface="Source Sans Pro" charset="0"/>
                <a:cs typeface="Source Sans Pro" charset="0"/>
              </a:defRPr>
            </a:lvl1pPr>
          </a:lstStyle>
          <a:p>
            <a:r>
              <a:rPr lang="en-US"/>
              <a:t>Drag &amp; Drop Image</a:t>
            </a:r>
          </a:p>
        </p:txBody>
      </p:sp>
      <p:sp>
        <p:nvSpPr>
          <p:cNvPr id="13" name="Picture Placeholder 2">
            <a:extLst>
              <a:ext uri="{FF2B5EF4-FFF2-40B4-BE49-F238E27FC236}">
                <a16:creationId xmlns:a16="http://schemas.microsoft.com/office/drawing/2014/main" id="{72051602-D7DC-4E43-ABAE-1468ECC0B486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986119" y="3312972"/>
            <a:ext cx="4089612" cy="2451039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anchor="ctr"/>
          <a:lstStyle>
            <a:lvl1pPr marL="0" indent="0" algn="ctr">
              <a:buNone/>
              <a:defRPr sz="1600" b="0" i="0">
                <a:latin typeface="Source Sans Pro" charset="0"/>
                <a:ea typeface="Source Sans Pro" charset="0"/>
                <a:cs typeface="Source Sans Pro" charset="0"/>
              </a:defRPr>
            </a:lvl1pPr>
          </a:lstStyle>
          <a:p>
            <a:r>
              <a:rPr lang="en-US"/>
              <a:t>Drag &amp; Drop Image</a:t>
            </a:r>
          </a:p>
        </p:txBody>
      </p:sp>
      <p:sp>
        <p:nvSpPr>
          <p:cNvPr id="14" name="Picture Placeholder 2">
            <a:extLst>
              <a:ext uri="{FF2B5EF4-FFF2-40B4-BE49-F238E27FC236}">
                <a16:creationId xmlns:a16="http://schemas.microsoft.com/office/drawing/2014/main" id="{DA54BD3E-8276-D548-8AB0-AD31D0E84AC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116269" y="861933"/>
            <a:ext cx="4089612" cy="2451039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anchor="ctr"/>
          <a:lstStyle>
            <a:lvl1pPr marL="0" indent="0" algn="ctr">
              <a:buNone/>
              <a:defRPr sz="1600" b="0" i="0">
                <a:latin typeface="Source Sans Pro" charset="0"/>
                <a:ea typeface="Source Sans Pro" charset="0"/>
                <a:cs typeface="Source Sans Pro" charset="0"/>
              </a:defRPr>
            </a:lvl1pPr>
          </a:lstStyle>
          <a:p>
            <a:r>
              <a:rPr lang="en-US"/>
              <a:t>Drag &amp; Drop Image</a:t>
            </a:r>
          </a:p>
        </p:txBody>
      </p:sp>
      <p:sp>
        <p:nvSpPr>
          <p:cNvPr id="15" name="Picture Placeholder 2">
            <a:extLst>
              <a:ext uri="{FF2B5EF4-FFF2-40B4-BE49-F238E27FC236}">
                <a16:creationId xmlns:a16="http://schemas.microsoft.com/office/drawing/2014/main" id="{C53F79CC-2D32-F54A-B1AF-9935A30434CA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7116269" y="3312972"/>
            <a:ext cx="4089612" cy="2451039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anchor="ctr"/>
          <a:lstStyle>
            <a:lvl1pPr marL="0" indent="0" algn="ctr">
              <a:buNone/>
              <a:defRPr sz="1600" b="0" i="0">
                <a:latin typeface="Source Sans Pro" charset="0"/>
                <a:ea typeface="Source Sans Pro" charset="0"/>
                <a:cs typeface="Source Sans Pro" charset="0"/>
              </a:defRPr>
            </a:lvl1pPr>
          </a:lstStyle>
          <a:p>
            <a:r>
              <a:rPr lang="en-US"/>
              <a:t>Drag &amp; Drop Image</a:t>
            </a:r>
          </a:p>
        </p:txBody>
      </p:sp>
      <p:sp>
        <p:nvSpPr>
          <p:cNvPr id="17" name="Text Placeholder 14">
            <a:extLst>
              <a:ext uri="{FF2B5EF4-FFF2-40B4-BE49-F238E27FC236}">
                <a16:creationId xmlns:a16="http://schemas.microsoft.com/office/drawing/2014/main" id="{C1AA3494-FC0E-344D-9C60-74718487104B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7237283" y="2991243"/>
            <a:ext cx="1790480" cy="246221"/>
          </a:xfrm>
          <a:prstGeom prst="rect">
            <a:avLst/>
          </a:prstGeom>
        </p:spPr>
        <p:txBody>
          <a:bodyPr wrap="square" lIns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000" b="0" i="0">
                <a:solidFill>
                  <a:schemeClr val="bg1"/>
                </a:solidFill>
                <a:latin typeface="TeleNeo Office" panose="020B0504040202090203" pitchFamily="34" charset="77"/>
              </a:defRPr>
            </a:lvl1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Description Text Here</a:t>
            </a:r>
          </a:p>
        </p:txBody>
      </p:sp>
      <p:sp>
        <p:nvSpPr>
          <p:cNvPr id="19" name="Subtext">
            <a:extLst>
              <a:ext uri="{FF2B5EF4-FFF2-40B4-BE49-F238E27FC236}">
                <a16:creationId xmlns:a16="http://schemas.microsoft.com/office/drawing/2014/main" id="{D243A8A2-F67A-8F44-A712-97B698F5D53C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237283" y="2846879"/>
            <a:ext cx="1790480" cy="248530"/>
          </a:xfrm>
          <a:prstGeom prst="rect">
            <a:avLst/>
          </a:prstGeom>
        </p:spPr>
        <p:txBody>
          <a:bodyPr wrap="square" lIns="0">
            <a:spAutoFit/>
          </a:bodyPr>
          <a:lstStyle>
            <a:lvl1pPr marL="0" indent="0">
              <a:buNone/>
              <a:defRPr lang="en-US" sz="1200" b="1" kern="1200" spc="0" dirty="0">
                <a:solidFill>
                  <a:schemeClr val="bg1"/>
                </a:solidFill>
                <a:latin typeface="TeleNeo Office ExtraBold" panose="020B0504040202090203" pitchFamily="34" charset="77"/>
                <a:ea typeface="Bebas Neue Bold" charset="0"/>
                <a:cs typeface="Bebas Neue Bold" charset="0"/>
              </a:defRPr>
            </a:lvl1pPr>
          </a:lstStyle>
          <a:p>
            <a:pPr marL="0" lvl="0" algn="l" defTabSz="914400" rtl="0" eaLnBrk="1" latinLnBrk="0" hangingPunct="1">
              <a:lnSpc>
                <a:spcPct val="80000"/>
              </a:lnSpc>
            </a:pPr>
            <a:r>
              <a:rPr lang="en-US"/>
              <a:t>LABEL</a:t>
            </a:r>
          </a:p>
        </p:txBody>
      </p:sp>
      <p:sp>
        <p:nvSpPr>
          <p:cNvPr id="20" name="Text Placeholder 14">
            <a:extLst>
              <a:ext uri="{FF2B5EF4-FFF2-40B4-BE49-F238E27FC236}">
                <a16:creationId xmlns:a16="http://schemas.microsoft.com/office/drawing/2014/main" id="{B833D31B-F3EB-404E-9D04-FA7B03432E32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107835" y="2991243"/>
            <a:ext cx="1790480" cy="246221"/>
          </a:xfrm>
          <a:prstGeom prst="rect">
            <a:avLst/>
          </a:prstGeom>
        </p:spPr>
        <p:txBody>
          <a:bodyPr wrap="square" lIns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000" b="0" i="0">
                <a:solidFill>
                  <a:schemeClr val="bg1"/>
                </a:solidFill>
                <a:latin typeface="TeleNeo Office" panose="020B0504040202090203" pitchFamily="34" charset="77"/>
              </a:defRPr>
            </a:lvl1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Description Text Here</a:t>
            </a:r>
          </a:p>
        </p:txBody>
      </p:sp>
      <p:sp>
        <p:nvSpPr>
          <p:cNvPr id="21" name="Subtext">
            <a:extLst>
              <a:ext uri="{FF2B5EF4-FFF2-40B4-BE49-F238E27FC236}">
                <a16:creationId xmlns:a16="http://schemas.microsoft.com/office/drawing/2014/main" id="{424D16D2-9228-8C45-A5C2-30848E25BC0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107835" y="2846879"/>
            <a:ext cx="1790480" cy="248530"/>
          </a:xfrm>
          <a:prstGeom prst="rect">
            <a:avLst/>
          </a:prstGeom>
        </p:spPr>
        <p:txBody>
          <a:bodyPr wrap="square" lIns="0">
            <a:spAutoFit/>
          </a:bodyPr>
          <a:lstStyle>
            <a:lvl1pPr marL="0" indent="0">
              <a:buNone/>
              <a:defRPr lang="en-US" sz="1200" b="1" kern="1200" spc="0" dirty="0">
                <a:solidFill>
                  <a:schemeClr val="bg1"/>
                </a:solidFill>
                <a:latin typeface="TeleNeo Office ExtraBold" panose="020B0504040202090203" pitchFamily="34" charset="77"/>
                <a:ea typeface="Bebas Neue Bold" charset="0"/>
                <a:cs typeface="Bebas Neue Bold" charset="0"/>
              </a:defRPr>
            </a:lvl1pPr>
          </a:lstStyle>
          <a:p>
            <a:pPr marL="0" lvl="0" algn="l" defTabSz="914400" rtl="0" eaLnBrk="1" latinLnBrk="0" hangingPunct="1">
              <a:lnSpc>
                <a:spcPct val="80000"/>
              </a:lnSpc>
            </a:pPr>
            <a:r>
              <a:rPr lang="en-US"/>
              <a:t>LABEL</a:t>
            </a:r>
          </a:p>
        </p:txBody>
      </p:sp>
      <p:sp>
        <p:nvSpPr>
          <p:cNvPr id="25" name="Text Placeholder 14">
            <a:extLst>
              <a:ext uri="{FF2B5EF4-FFF2-40B4-BE49-F238E27FC236}">
                <a16:creationId xmlns:a16="http://schemas.microsoft.com/office/drawing/2014/main" id="{352F7959-213A-F247-972B-216D1F9BD2A9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107835" y="5438324"/>
            <a:ext cx="1790480" cy="246221"/>
          </a:xfrm>
          <a:prstGeom prst="rect">
            <a:avLst/>
          </a:prstGeom>
        </p:spPr>
        <p:txBody>
          <a:bodyPr wrap="square" lIns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000" b="0" i="0">
                <a:solidFill>
                  <a:schemeClr val="bg1"/>
                </a:solidFill>
                <a:latin typeface="TeleNeo Office" panose="020B0504040202090203" pitchFamily="34" charset="77"/>
              </a:defRPr>
            </a:lvl1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Description Text Here</a:t>
            </a:r>
          </a:p>
        </p:txBody>
      </p:sp>
      <p:sp>
        <p:nvSpPr>
          <p:cNvPr id="26" name="Subtext">
            <a:extLst>
              <a:ext uri="{FF2B5EF4-FFF2-40B4-BE49-F238E27FC236}">
                <a16:creationId xmlns:a16="http://schemas.microsoft.com/office/drawing/2014/main" id="{8CDD6BCB-F6DB-5C42-8092-E42D7A2F72D9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1107835" y="5293960"/>
            <a:ext cx="1790480" cy="248530"/>
          </a:xfrm>
          <a:prstGeom prst="rect">
            <a:avLst/>
          </a:prstGeom>
        </p:spPr>
        <p:txBody>
          <a:bodyPr wrap="square" lIns="0">
            <a:spAutoFit/>
          </a:bodyPr>
          <a:lstStyle>
            <a:lvl1pPr marL="0" indent="0">
              <a:buNone/>
              <a:defRPr lang="en-US" sz="1200" b="1" kern="1200" spc="0" dirty="0">
                <a:solidFill>
                  <a:schemeClr val="bg1"/>
                </a:solidFill>
                <a:latin typeface="TeleNeo Office ExtraBold" panose="020B0504040202090203" pitchFamily="34" charset="77"/>
                <a:ea typeface="Bebas Neue Bold" charset="0"/>
                <a:cs typeface="Bebas Neue Bold" charset="0"/>
              </a:defRPr>
            </a:lvl1pPr>
          </a:lstStyle>
          <a:p>
            <a:pPr marL="0" lvl="0" algn="l" defTabSz="914400" rtl="0" eaLnBrk="1" latinLnBrk="0" hangingPunct="1">
              <a:lnSpc>
                <a:spcPct val="80000"/>
              </a:lnSpc>
            </a:pPr>
            <a:r>
              <a:rPr lang="en-US"/>
              <a:t>LABEL</a:t>
            </a:r>
          </a:p>
        </p:txBody>
      </p:sp>
      <p:sp>
        <p:nvSpPr>
          <p:cNvPr id="27" name="Text Placeholder 14">
            <a:extLst>
              <a:ext uri="{FF2B5EF4-FFF2-40B4-BE49-F238E27FC236}">
                <a16:creationId xmlns:a16="http://schemas.microsoft.com/office/drawing/2014/main" id="{656D78D8-D902-1742-BE84-D5DEBD65856E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7237391" y="5438324"/>
            <a:ext cx="1790480" cy="246221"/>
          </a:xfrm>
          <a:prstGeom prst="rect">
            <a:avLst/>
          </a:prstGeom>
        </p:spPr>
        <p:txBody>
          <a:bodyPr wrap="square" lIns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000" b="0" i="0">
                <a:solidFill>
                  <a:schemeClr val="bg1"/>
                </a:solidFill>
                <a:latin typeface="TeleNeo Office" panose="020B0504040202090203" pitchFamily="34" charset="77"/>
              </a:defRPr>
            </a:lvl1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Description Text Here</a:t>
            </a:r>
          </a:p>
        </p:txBody>
      </p:sp>
      <p:sp>
        <p:nvSpPr>
          <p:cNvPr id="28" name="Subtext">
            <a:extLst>
              <a:ext uri="{FF2B5EF4-FFF2-40B4-BE49-F238E27FC236}">
                <a16:creationId xmlns:a16="http://schemas.microsoft.com/office/drawing/2014/main" id="{C1CF0645-2FCC-3B4C-9739-B09F0AAA0E17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237391" y="5293960"/>
            <a:ext cx="1790480" cy="248530"/>
          </a:xfrm>
          <a:prstGeom prst="rect">
            <a:avLst/>
          </a:prstGeom>
        </p:spPr>
        <p:txBody>
          <a:bodyPr wrap="square" lIns="0">
            <a:spAutoFit/>
          </a:bodyPr>
          <a:lstStyle>
            <a:lvl1pPr marL="0" indent="0">
              <a:buNone/>
              <a:defRPr lang="en-US" sz="1200" b="1" kern="1200" spc="0" dirty="0">
                <a:solidFill>
                  <a:schemeClr val="bg1"/>
                </a:solidFill>
                <a:latin typeface="TeleNeo Office ExtraBold" panose="020B0504040202090203" pitchFamily="34" charset="77"/>
                <a:ea typeface="Bebas Neue Bold" charset="0"/>
                <a:cs typeface="Bebas Neue Bold" charset="0"/>
              </a:defRPr>
            </a:lvl1pPr>
          </a:lstStyle>
          <a:p>
            <a:pPr marL="0" lvl="0" algn="l" defTabSz="914400" rtl="0" eaLnBrk="1" latinLnBrk="0" hangingPunct="1">
              <a:lnSpc>
                <a:spcPct val="80000"/>
              </a:lnSpc>
            </a:pPr>
            <a:r>
              <a:rPr lang="en-US"/>
              <a:t>LABEL</a:t>
            </a:r>
          </a:p>
        </p:txBody>
      </p:sp>
      <p:sp>
        <p:nvSpPr>
          <p:cNvPr id="22" name="Footer Placeholder 4">
            <a:extLst>
              <a:ext uri="{FF2B5EF4-FFF2-40B4-BE49-F238E27FC236}">
                <a16:creationId xmlns:a16="http://schemas.microsoft.com/office/drawing/2014/main" id="{64EC47C5-2A44-4FFD-8160-5D60693E916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0" y="6586334"/>
            <a:ext cx="1482450" cy="226838"/>
          </a:xfrm>
          <a:prstGeom prst="rect">
            <a:avLst/>
          </a:prstGeom>
          <a:ln>
            <a:noFill/>
          </a:ln>
        </p:spPr>
        <p:txBody>
          <a:bodyPr vert="horz" lIns="68681" tIns="34340" rIns="68681" bIns="34340" rtlCol="0" anchor="ctr"/>
          <a:lstStyle>
            <a:lvl1pPr algn="r">
              <a:defRPr sz="1200" b="0" i="0">
                <a:solidFill>
                  <a:schemeClr val="accent1"/>
                </a:solidFill>
                <a:latin typeface="Tele-GroteskHal" pitchFamily="2" charset="0"/>
                <a:cs typeface="Tele-GroteskHal" pitchFamily="2" charset="0"/>
              </a:defRPr>
            </a:lvl1pPr>
          </a:lstStyle>
          <a:p>
            <a:r>
              <a:rPr lang="en-US" dirty="0"/>
              <a:t>T-Mobile Confidential</a:t>
            </a:r>
          </a:p>
        </p:txBody>
      </p:sp>
    </p:spTree>
    <p:extLst>
      <p:ext uri="{BB962C8B-B14F-4D97-AF65-F5344CB8AC3E}">
        <p14:creationId xmlns:p14="http://schemas.microsoft.com/office/powerpoint/2010/main" val="142426898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Charts-Graphs_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23">
            <a:extLst>
              <a:ext uri="{FF2B5EF4-FFF2-40B4-BE49-F238E27FC236}">
                <a16:creationId xmlns:a16="http://schemas.microsoft.com/office/drawing/2014/main" id="{1A08C073-C5FF-814D-8FD7-DEAFD0B20A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79488" y="1124119"/>
            <a:ext cx="3462823" cy="717248"/>
          </a:xfrm>
          <a:prstGeom prst="rect">
            <a:avLst/>
          </a:prstGeom>
        </p:spPr>
        <p:txBody>
          <a:bodyPr wrap="square" lIns="0" anchor="t" anchorCtr="0">
            <a:spAutoFit/>
          </a:bodyPr>
          <a:lstStyle>
            <a:lvl1pPr>
              <a:lnSpc>
                <a:spcPct val="80000"/>
              </a:lnSpc>
              <a:defRPr sz="4800">
                <a:solidFill>
                  <a:schemeClr val="accent1"/>
                </a:solidFill>
              </a:defRPr>
            </a:lvl1pPr>
          </a:lstStyle>
          <a:p>
            <a:r>
              <a:rPr lang="en-US"/>
              <a:t>Title</a:t>
            </a:r>
          </a:p>
        </p:txBody>
      </p:sp>
      <p:sp>
        <p:nvSpPr>
          <p:cNvPr id="12" name="Subtext">
            <a:extLst>
              <a:ext uri="{FF2B5EF4-FFF2-40B4-BE49-F238E27FC236}">
                <a16:creationId xmlns:a16="http://schemas.microsoft.com/office/drawing/2014/main" id="{75F2A04E-F91E-164F-82B9-8B37883CC9A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79488" y="1765526"/>
            <a:ext cx="2455863" cy="248530"/>
          </a:xfrm>
          <a:prstGeom prst="rect">
            <a:avLst/>
          </a:prstGeom>
        </p:spPr>
        <p:txBody>
          <a:bodyPr lIns="0">
            <a:spAutoFit/>
          </a:bodyPr>
          <a:lstStyle>
            <a:lvl1pPr marL="0" indent="0">
              <a:buNone/>
              <a:defRPr lang="en-US" sz="1200" b="1" kern="1200" spc="300" dirty="0">
                <a:solidFill>
                  <a:schemeClr val="tx1"/>
                </a:solidFill>
                <a:latin typeface="TeleNeo Office ExtraBold" panose="020B0504040202090203" pitchFamily="34" charset="77"/>
                <a:ea typeface="Bebas Neue Bold" charset="0"/>
                <a:cs typeface="Bebas Neue Bold" charset="0"/>
              </a:defRPr>
            </a:lvl1pPr>
          </a:lstStyle>
          <a:p>
            <a:pPr marL="0" lvl="0" algn="l" defTabSz="914400" rtl="0" eaLnBrk="1" latinLnBrk="0" hangingPunct="1">
              <a:lnSpc>
                <a:spcPct val="80000"/>
              </a:lnSpc>
            </a:pPr>
            <a:r>
              <a:rPr lang="en-US"/>
              <a:t>SUBTEXT</a:t>
            </a:r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CC44AABF-4590-41E5-B40E-559A0DCA033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0" y="6586334"/>
            <a:ext cx="1482450" cy="226838"/>
          </a:xfrm>
          <a:prstGeom prst="rect">
            <a:avLst/>
          </a:prstGeom>
          <a:ln>
            <a:noFill/>
          </a:ln>
        </p:spPr>
        <p:txBody>
          <a:bodyPr vert="horz" lIns="68681" tIns="34340" rIns="68681" bIns="34340" rtlCol="0" anchor="ctr"/>
          <a:lstStyle>
            <a:lvl1pPr algn="r">
              <a:defRPr sz="1200" b="0" i="0">
                <a:solidFill>
                  <a:schemeClr val="accent1"/>
                </a:solidFill>
                <a:latin typeface="Tele-GroteskHal" pitchFamily="2" charset="0"/>
                <a:cs typeface="Tele-GroteskHal" pitchFamily="2" charset="0"/>
              </a:defRPr>
            </a:lvl1pPr>
          </a:lstStyle>
          <a:p>
            <a:r>
              <a:rPr lang="en-US" dirty="0"/>
              <a:t>T-Mobile Confidential</a:t>
            </a:r>
          </a:p>
        </p:txBody>
      </p:sp>
    </p:spTree>
    <p:extLst>
      <p:ext uri="{BB962C8B-B14F-4D97-AF65-F5344CB8AC3E}">
        <p14:creationId xmlns:p14="http://schemas.microsoft.com/office/powerpoint/2010/main" val="2566163788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Charts-Graphs_Bar-Grap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23">
            <a:extLst>
              <a:ext uri="{FF2B5EF4-FFF2-40B4-BE49-F238E27FC236}">
                <a16:creationId xmlns:a16="http://schemas.microsoft.com/office/drawing/2014/main" id="{4E3A7F29-94A2-D84F-BA2E-05D65926C51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81855" y="1938059"/>
            <a:ext cx="3905738" cy="717248"/>
          </a:xfrm>
          <a:prstGeom prst="rect">
            <a:avLst/>
          </a:prstGeom>
        </p:spPr>
        <p:txBody>
          <a:bodyPr wrap="square" lIns="0" anchor="t" anchorCtr="0">
            <a:spAutoFit/>
          </a:bodyPr>
          <a:lstStyle>
            <a:lvl1pPr>
              <a:lnSpc>
                <a:spcPct val="80000"/>
              </a:lnSpc>
              <a:defRPr sz="4800">
                <a:solidFill>
                  <a:schemeClr val="accent1"/>
                </a:solidFill>
              </a:defRPr>
            </a:lvl1pPr>
          </a:lstStyle>
          <a:p>
            <a:r>
              <a:rPr lang="en-US"/>
              <a:t>Title</a:t>
            </a:r>
          </a:p>
        </p:txBody>
      </p:sp>
      <p:sp>
        <p:nvSpPr>
          <p:cNvPr id="7" name="Subtext">
            <a:extLst>
              <a:ext uri="{FF2B5EF4-FFF2-40B4-BE49-F238E27FC236}">
                <a16:creationId xmlns:a16="http://schemas.microsoft.com/office/drawing/2014/main" id="{80004F0D-FE59-A548-B2E9-B0C99077F9F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81855" y="2579466"/>
            <a:ext cx="3885885" cy="248530"/>
          </a:xfrm>
          <a:prstGeom prst="rect">
            <a:avLst/>
          </a:prstGeom>
        </p:spPr>
        <p:txBody>
          <a:bodyPr wrap="square" lIns="0">
            <a:spAutoFit/>
          </a:bodyPr>
          <a:lstStyle>
            <a:lvl1pPr marL="0" indent="0">
              <a:buNone/>
              <a:defRPr lang="en-US" sz="1200" b="1" kern="1200" spc="300" dirty="0">
                <a:solidFill>
                  <a:schemeClr val="tx1"/>
                </a:solidFill>
                <a:latin typeface="TeleNeo Office ExtraBold" panose="020B0504040202090203" pitchFamily="34" charset="77"/>
                <a:ea typeface="Bebas Neue Bold" charset="0"/>
                <a:cs typeface="Bebas Neue Bold" charset="0"/>
              </a:defRPr>
            </a:lvl1pPr>
          </a:lstStyle>
          <a:p>
            <a:pPr marL="0" lvl="0" algn="l" defTabSz="914400" rtl="0" eaLnBrk="1" latinLnBrk="0" hangingPunct="1">
              <a:lnSpc>
                <a:spcPct val="80000"/>
              </a:lnSpc>
            </a:pPr>
            <a:r>
              <a:rPr lang="en-US"/>
              <a:t>SUBTEXT</a:t>
            </a:r>
          </a:p>
        </p:txBody>
      </p:sp>
      <p:sp>
        <p:nvSpPr>
          <p:cNvPr id="11" name="Text Placeholder 14">
            <a:extLst>
              <a:ext uri="{FF2B5EF4-FFF2-40B4-BE49-F238E27FC236}">
                <a16:creationId xmlns:a16="http://schemas.microsoft.com/office/drawing/2014/main" id="{89886561-8EB2-5D43-9800-EB26D0581E6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81855" y="2998896"/>
            <a:ext cx="3885885" cy="3362114"/>
          </a:xfrm>
          <a:prstGeom prst="rect">
            <a:avLst/>
          </a:prstGeom>
        </p:spPr>
        <p:txBody>
          <a:bodyPr lIns="0"/>
          <a:lstStyle>
            <a:lvl1pPr marL="0" indent="0">
              <a:lnSpc>
                <a:spcPts val="2000"/>
              </a:lnSpc>
              <a:buFont typeface="Arial" panose="020B0604020202020204" pitchFamily="34" charset="0"/>
              <a:buNone/>
              <a:defRPr sz="1400" b="0" i="0">
                <a:latin typeface="TeleNeo Office" panose="020B0504040202090203" pitchFamily="34" charset="77"/>
              </a:defRPr>
            </a:lvl1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labore</a:t>
            </a:r>
            <a:r>
              <a:rPr lang="en-US"/>
              <a:t> et dolore magna </a:t>
            </a:r>
            <a:r>
              <a:rPr lang="en-US" err="1"/>
              <a:t>aliqua</a:t>
            </a:r>
            <a:r>
              <a:rPr lang="en-US"/>
              <a:t>.  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sit </a:t>
            </a:r>
            <a:r>
              <a:rPr lang="en-US" err="1"/>
              <a:t>amet</a:t>
            </a:r>
            <a:r>
              <a:rPr lang="en-US"/>
              <a:t>.</a:t>
            </a:r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08A82C28-520E-4D6F-87A8-E1D2E03DABF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0" y="6586334"/>
            <a:ext cx="1482450" cy="226838"/>
          </a:xfrm>
          <a:prstGeom prst="rect">
            <a:avLst/>
          </a:prstGeom>
          <a:ln>
            <a:noFill/>
          </a:ln>
        </p:spPr>
        <p:txBody>
          <a:bodyPr vert="horz" lIns="68681" tIns="34340" rIns="68681" bIns="34340" rtlCol="0" anchor="ctr"/>
          <a:lstStyle>
            <a:lvl1pPr algn="r">
              <a:defRPr sz="1200" b="0" i="0">
                <a:solidFill>
                  <a:schemeClr val="accent1"/>
                </a:solidFill>
                <a:latin typeface="Tele-GroteskHal" pitchFamily="2" charset="0"/>
                <a:cs typeface="Tele-GroteskHal" pitchFamily="2" charset="0"/>
              </a:defRPr>
            </a:lvl1pPr>
          </a:lstStyle>
          <a:p>
            <a:r>
              <a:rPr lang="en-US" dirty="0"/>
              <a:t>T-Mobile Confidential</a:t>
            </a:r>
          </a:p>
        </p:txBody>
      </p:sp>
    </p:spTree>
    <p:extLst>
      <p:ext uri="{BB962C8B-B14F-4D97-AF65-F5344CB8AC3E}">
        <p14:creationId xmlns:p14="http://schemas.microsoft.com/office/powerpoint/2010/main" val="2729531670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Charts-Graphs_Pri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23">
            <a:extLst>
              <a:ext uri="{FF2B5EF4-FFF2-40B4-BE49-F238E27FC236}">
                <a16:creationId xmlns:a16="http://schemas.microsoft.com/office/drawing/2014/main" id="{1A08C073-C5FF-814D-8FD7-DEAFD0B20A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81855" y="1124119"/>
            <a:ext cx="3462823" cy="717248"/>
          </a:xfrm>
          <a:prstGeom prst="rect">
            <a:avLst/>
          </a:prstGeom>
        </p:spPr>
        <p:txBody>
          <a:bodyPr wrap="square" lIns="0" anchor="t" anchorCtr="0">
            <a:spAutoFit/>
          </a:bodyPr>
          <a:lstStyle>
            <a:lvl1pPr>
              <a:lnSpc>
                <a:spcPct val="80000"/>
              </a:lnSpc>
              <a:defRPr sz="4800">
                <a:solidFill>
                  <a:schemeClr val="accent1"/>
                </a:solidFill>
              </a:defRPr>
            </a:lvl1pPr>
          </a:lstStyle>
          <a:p>
            <a:r>
              <a:rPr lang="en-US"/>
              <a:t>Title</a:t>
            </a:r>
          </a:p>
        </p:txBody>
      </p:sp>
      <p:sp>
        <p:nvSpPr>
          <p:cNvPr id="12" name="Subtext">
            <a:extLst>
              <a:ext uri="{FF2B5EF4-FFF2-40B4-BE49-F238E27FC236}">
                <a16:creationId xmlns:a16="http://schemas.microsoft.com/office/drawing/2014/main" id="{75F2A04E-F91E-164F-82B9-8B37883CC9A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81855" y="1765526"/>
            <a:ext cx="2455863" cy="248530"/>
          </a:xfrm>
          <a:prstGeom prst="rect">
            <a:avLst/>
          </a:prstGeom>
        </p:spPr>
        <p:txBody>
          <a:bodyPr lIns="0">
            <a:spAutoFit/>
          </a:bodyPr>
          <a:lstStyle>
            <a:lvl1pPr marL="0" indent="0">
              <a:buNone/>
              <a:defRPr lang="en-US" sz="1200" b="1" kern="1200" spc="300" dirty="0">
                <a:solidFill>
                  <a:schemeClr val="tx1"/>
                </a:solidFill>
                <a:latin typeface="TeleNeo Office ExtraBold" panose="020B0504040202090203" pitchFamily="34" charset="77"/>
                <a:ea typeface="Bebas Neue Bold" charset="0"/>
                <a:cs typeface="Bebas Neue Bold" charset="0"/>
              </a:defRPr>
            </a:lvl1pPr>
          </a:lstStyle>
          <a:p>
            <a:pPr marL="0" lvl="0" algn="l" defTabSz="914400" rtl="0" eaLnBrk="1" latinLnBrk="0" hangingPunct="1">
              <a:lnSpc>
                <a:spcPct val="80000"/>
              </a:lnSpc>
            </a:pPr>
            <a:r>
              <a:rPr lang="en-US"/>
              <a:t>SUBTEXT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8638FB3-7AC6-1247-A8B7-57907A69004C}"/>
              </a:ext>
            </a:extLst>
          </p:cNvPr>
          <p:cNvSpPr/>
          <p:nvPr userDrawn="1"/>
        </p:nvSpPr>
        <p:spPr>
          <a:xfrm>
            <a:off x="1144859" y="2193074"/>
            <a:ext cx="10247971" cy="117640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endParaRPr lang="en-US" sz="3600" spc="300">
              <a:latin typeface="Bebas Neue Book" charset="0"/>
              <a:ea typeface="Bebas Neue Book" charset="0"/>
              <a:cs typeface="Bebas Neue Book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CE26B35-F741-C044-AE44-B6E26549EF42}"/>
              </a:ext>
            </a:extLst>
          </p:cNvPr>
          <p:cNvSpPr/>
          <p:nvPr userDrawn="1"/>
        </p:nvSpPr>
        <p:spPr>
          <a:xfrm>
            <a:off x="1144859" y="6207511"/>
            <a:ext cx="10247971" cy="650489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lang="en-US" spc="300">
              <a:latin typeface="Bebas Neue Book" charset="0"/>
              <a:ea typeface="Bebas Neue Book" charset="0"/>
              <a:cs typeface="Bebas Neue Book" charset="0"/>
            </a:endParaRPr>
          </a:p>
        </p:txBody>
      </p:sp>
      <p:sp>
        <p:nvSpPr>
          <p:cNvPr id="33" name="Text Placeholder 14">
            <a:extLst>
              <a:ext uri="{FF2B5EF4-FFF2-40B4-BE49-F238E27FC236}">
                <a16:creationId xmlns:a16="http://schemas.microsoft.com/office/drawing/2014/main" id="{DF82339F-57EF-6C41-B3CC-67011DD8E80D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161400" y="2958735"/>
            <a:ext cx="1650824" cy="432041"/>
          </a:xfrm>
          <a:prstGeom prst="rect">
            <a:avLst/>
          </a:prstGeom>
        </p:spPr>
        <p:txBody>
          <a:bodyPr wrap="square" lIns="0">
            <a:spAutoFit/>
          </a:bodyPr>
          <a:lstStyle>
            <a:lvl1pPr marL="0" indent="0" algn="l" defTabSz="914400" rtl="0" eaLnBrk="1" latinLnBrk="0" hangingPunct="1">
              <a:lnSpc>
                <a:spcPts val="1750"/>
              </a:lnSpc>
              <a:buFont typeface="Arial" panose="020B0604020202020204" pitchFamily="34" charset="0"/>
              <a:buNone/>
              <a:defRPr lang="en-US" sz="4400" b="1" kern="1200" spc="300" baseline="0" dirty="0">
                <a:solidFill>
                  <a:schemeClr val="bg1"/>
                </a:solidFill>
                <a:latin typeface="TeleNeo Office ExtraBold" panose="020B0504040202090203" pitchFamily="34" charset="77"/>
                <a:ea typeface="Bebas Neue Book" charset="0"/>
                <a:cs typeface="Bebas Neue Book" charset="0"/>
              </a:defRPr>
            </a:lvl1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$99</a:t>
            </a:r>
          </a:p>
        </p:txBody>
      </p:sp>
      <p:sp>
        <p:nvSpPr>
          <p:cNvPr id="35" name="Subtext">
            <a:extLst>
              <a:ext uri="{FF2B5EF4-FFF2-40B4-BE49-F238E27FC236}">
                <a16:creationId xmlns:a16="http://schemas.microsoft.com/office/drawing/2014/main" id="{623E421D-2E17-A24E-BA31-0B84B0F6D704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161400" y="2347535"/>
            <a:ext cx="1817684" cy="300595"/>
          </a:xfrm>
          <a:prstGeom prst="rect">
            <a:avLst/>
          </a:prstGeom>
        </p:spPr>
        <p:txBody>
          <a:bodyPr wrap="square" lIns="0">
            <a:spAutoFit/>
          </a:bodyPr>
          <a:lstStyle>
            <a:lvl1pPr marL="0" indent="0">
              <a:buNone/>
              <a:defRPr lang="en-US" sz="1600" b="1" i="0" kern="1200" spc="0" dirty="0">
                <a:solidFill>
                  <a:schemeClr val="bg1"/>
                </a:solidFill>
                <a:latin typeface="TeleNeo Office" panose="020B0504040202090203" pitchFamily="34" charset="77"/>
                <a:ea typeface="TeleNeo Office" panose="020B0504040202090203" pitchFamily="34" charset="77"/>
                <a:cs typeface="TeleNeo Office" panose="020B0504040202090203" pitchFamily="34" charset="77"/>
              </a:defRPr>
            </a:lvl1pPr>
          </a:lstStyle>
          <a:p>
            <a:pPr marL="0" lvl="0" algn="l" defTabSz="914400" rtl="0" eaLnBrk="1" latinLnBrk="0" hangingPunct="1">
              <a:lnSpc>
                <a:spcPct val="80000"/>
              </a:lnSpc>
            </a:pPr>
            <a:r>
              <a:rPr lang="en-US"/>
              <a:t>LABEL</a:t>
            </a:r>
          </a:p>
        </p:txBody>
      </p:sp>
      <p:sp>
        <p:nvSpPr>
          <p:cNvPr id="36" name="Text Placeholder 14">
            <a:extLst>
              <a:ext uri="{FF2B5EF4-FFF2-40B4-BE49-F238E27FC236}">
                <a16:creationId xmlns:a16="http://schemas.microsoft.com/office/drawing/2014/main" id="{65B5E9A5-EA83-6C4F-988B-A89AB7115BD5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161400" y="3508203"/>
            <a:ext cx="1817684" cy="1922706"/>
          </a:xfrm>
          <a:prstGeom prst="rect">
            <a:avLst/>
          </a:prstGeom>
        </p:spPr>
        <p:txBody>
          <a:bodyPr wrap="square" lIns="0" tIns="0">
            <a:spAutoFit/>
          </a:bodyPr>
          <a:lstStyle>
            <a:lvl1pPr marL="0" indent="0">
              <a:lnSpc>
                <a:spcPct val="220000"/>
              </a:lnSpc>
              <a:spcBef>
                <a:spcPts val="0"/>
              </a:spcBef>
              <a:buFont typeface="Arial" panose="020B0604020202020204" pitchFamily="34" charset="0"/>
              <a:buNone/>
              <a:defRPr sz="1400" b="0" i="0">
                <a:latin typeface="TeleNeo Office" panose="020B0504040202090203" pitchFamily="34" charset="77"/>
              </a:defRPr>
            </a:lvl1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First Feature</a:t>
            </a:r>
          </a:p>
          <a:p>
            <a:pPr lvl="0"/>
            <a:r>
              <a:rPr lang="en-US"/>
              <a:t>Second Feature</a:t>
            </a:r>
          </a:p>
          <a:p>
            <a:pPr lvl="0"/>
            <a:r>
              <a:rPr lang="en-US"/>
              <a:t>Third Feature</a:t>
            </a:r>
          </a:p>
          <a:p>
            <a:pPr lvl="0"/>
            <a:r>
              <a:rPr lang="en-US"/>
              <a:t>Fourth Feature</a:t>
            </a:r>
          </a:p>
        </p:txBody>
      </p:sp>
      <p:sp>
        <p:nvSpPr>
          <p:cNvPr id="39" name="Text Placeholder 14">
            <a:extLst>
              <a:ext uri="{FF2B5EF4-FFF2-40B4-BE49-F238E27FC236}">
                <a16:creationId xmlns:a16="http://schemas.microsoft.com/office/drawing/2014/main" id="{D50AC759-EF4D-C648-9305-276CBA9CBD2D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161400" y="6228809"/>
            <a:ext cx="1831152" cy="454612"/>
          </a:xfrm>
          <a:prstGeom prst="rect">
            <a:avLst/>
          </a:prstGeom>
        </p:spPr>
        <p:txBody>
          <a:bodyPr wrap="square" lIns="0" tIns="0">
            <a:spAutoFit/>
          </a:bodyPr>
          <a:lstStyle>
            <a:lvl1pPr marL="0" indent="0">
              <a:lnSpc>
                <a:spcPct val="220000"/>
              </a:lnSpc>
              <a:spcBef>
                <a:spcPts val="0"/>
              </a:spcBef>
              <a:buFont typeface="Arial" panose="020B0604020202020204" pitchFamily="34" charset="0"/>
              <a:buNone/>
              <a:defRPr sz="1400" b="1" i="0" spc="300">
                <a:solidFill>
                  <a:schemeClr val="bg1"/>
                </a:solidFill>
                <a:latin typeface="TeleNeo Office" panose="020B0504040202090203" pitchFamily="34" charset="77"/>
              </a:defRPr>
            </a:lvl1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40" name="Text Placeholder 14">
            <a:extLst>
              <a:ext uri="{FF2B5EF4-FFF2-40B4-BE49-F238E27FC236}">
                <a16:creationId xmlns:a16="http://schemas.microsoft.com/office/drawing/2014/main" id="{9427FFBE-18B5-0D4E-A53B-99ABFBE34A84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192219" y="2958735"/>
            <a:ext cx="1650824" cy="432041"/>
          </a:xfrm>
          <a:prstGeom prst="rect">
            <a:avLst/>
          </a:prstGeom>
        </p:spPr>
        <p:txBody>
          <a:bodyPr wrap="square" lIns="0">
            <a:spAutoFit/>
          </a:bodyPr>
          <a:lstStyle>
            <a:lvl1pPr marL="0" indent="0" algn="l" defTabSz="914400" rtl="0" eaLnBrk="1" latinLnBrk="0" hangingPunct="1">
              <a:lnSpc>
                <a:spcPts val="1750"/>
              </a:lnSpc>
              <a:buFont typeface="Arial" panose="020B0604020202020204" pitchFamily="34" charset="0"/>
              <a:buNone/>
              <a:defRPr lang="en-US" sz="4400" b="1" kern="1200" spc="300" baseline="0" dirty="0">
                <a:solidFill>
                  <a:schemeClr val="bg1"/>
                </a:solidFill>
                <a:latin typeface="TeleNeo Office ExtraBold" panose="020B0504040202090203" pitchFamily="34" charset="77"/>
                <a:ea typeface="Bebas Neue Book" charset="0"/>
                <a:cs typeface="Bebas Neue Book" charset="0"/>
              </a:defRPr>
            </a:lvl1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$99</a:t>
            </a:r>
          </a:p>
        </p:txBody>
      </p:sp>
      <p:sp>
        <p:nvSpPr>
          <p:cNvPr id="41" name="Subtext">
            <a:extLst>
              <a:ext uri="{FF2B5EF4-FFF2-40B4-BE49-F238E27FC236}">
                <a16:creationId xmlns:a16="http://schemas.microsoft.com/office/drawing/2014/main" id="{CE1CF7A3-3B56-1E4C-8EE7-024798A94D56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192219" y="2347535"/>
            <a:ext cx="1817684" cy="300595"/>
          </a:xfrm>
          <a:prstGeom prst="rect">
            <a:avLst/>
          </a:prstGeom>
        </p:spPr>
        <p:txBody>
          <a:bodyPr wrap="square" lIns="0">
            <a:spAutoFit/>
          </a:bodyPr>
          <a:lstStyle>
            <a:lvl1pPr marL="0" indent="0">
              <a:buNone/>
              <a:defRPr lang="en-US" sz="1600" b="1" i="0" kern="1200" spc="0" dirty="0">
                <a:solidFill>
                  <a:schemeClr val="bg1"/>
                </a:solidFill>
                <a:latin typeface="TeleNeo Office" panose="020B0504040202090203" pitchFamily="34" charset="77"/>
                <a:ea typeface="TeleNeo Office" panose="020B0504040202090203" pitchFamily="34" charset="77"/>
                <a:cs typeface="TeleNeo Office" panose="020B0504040202090203" pitchFamily="34" charset="77"/>
              </a:defRPr>
            </a:lvl1pPr>
          </a:lstStyle>
          <a:p>
            <a:pPr marL="0" lvl="0" algn="l" defTabSz="914400" rtl="0" eaLnBrk="1" latinLnBrk="0" hangingPunct="1">
              <a:lnSpc>
                <a:spcPct val="80000"/>
              </a:lnSpc>
            </a:pPr>
            <a:r>
              <a:rPr lang="en-US"/>
              <a:t>LABEL</a:t>
            </a:r>
          </a:p>
        </p:txBody>
      </p:sp>
      <p:sp>
        <p:nvSpPr>
          <p:cNvPr id="42" name="Text Placeholder 14">
            <a:extLst>
              <a:ext uri="{FF2B5EF4-FFF2-40B4-BE49-F238E27FC236}">
                <a16:creationId xmlns:a16="http://schemas.microsoft.com/office/drawing/2014/main" id="{2A91DB7C-28C4-2940-A1E5-C29FC81A82CE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192219" y="3508203"/>
            <a:ext cx="1817684" cy="1922706"/>
          </a:xfrm>
          <a:prstGeom prst="rect">
            <a:avLst/>
          </a:prstGeom>
        </p:spPr>
        <p:txBody>
          <a:bodyPr wrap="square" lIns="0" tIns="0">
            <a:spAutoFit/>
          </a:bodyPr>
          <a:lstStyle>
            <a:lvl1pPr marL="0" indent="0">
              <a:lnSpc>
                <a:spcPct val="220000"/>
              </a:lnSpc>
              <a:spcBef>
                <a:spcPts val="0"/>
              </a:spcBef>
              <a:buFont typeface="Arial" panose="020B0604020202020204" pitchFamily="34" charset="0"/>
              <a:buNone/>
              <a:defRPr sz="1400" b="0" i="0">
                <a:latin typeface="TeleNeo Office" panose="020B0504040202090203" pitchFamily="34" charset="77"/>
              </a:defRPr>
            </a:lvl1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First Feature</a:t>
            </a:r>
          </a:p>
          <a:p>
            <a:pPr lvl="0"/>
            <a:r>
              <a:rPr lang="en-US"/>
              <a:t>Second Feature</a:t>
            </a:r>
          </a:p>
          <a:p>
            <a:pPr lvl="0"/>
            <a:r>
              <a:rPr lang="en-US"/>
              <a:t>Third Feature</a:t>
            </a:r>
          </a:p>
          <a:p>
            <a:pPr lvl="0"/>
            <a:r>
              <a:rPr lang="en-US"/>
              <a:t>Fourth Feature</a:t>
            </a:r>
          </a:p>
        </p:txBody>
      </p:sp>
      <p:sp>
        <p:nvSpPr>
          <p:cNvPr id="43" name="Text Placeholder 14">
            <a:extLst>
              <a:ext uri="{FF2B5EF4-FFF2-40B4-BE49-F238E27FC236}">
                <a16:creationId xmlns:a16="http://schemas.microsoft.com/office/drawing/2014/main" id="{AE98A726-C037-F74C-9E5B-70E08C6130B4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192219" y="6228809"/>
            <a:ext cx="1831152" cy="454612"/>
          </a:xfrm>
          <a:prstGeom prst="rect">
            <a:avLst/>
          </a:prstGeom>
        </p:spPr>
        <p:txBody>
          <a:bodyPr wrap="square" lIns="0" tIns="0">
            <a:spAutoFit/>
          </a:bodyPr>
          <a:lstStyle>
            <a:lvl1pPr marL="0" indent="0">
              <a:lnSpc>
                <a:spcPct val="220000"/>
              </a:lnSpc>
              <a:spcBef>
                <a:spcPts val="0"/>
              </a:spcBef>
              <a:buFont typeface="Arial" panose="020B0604020202020204" pitchFamily="34" charset="0"/>
              <a:buNone/>
              <a:defRPr sz="1400" b="1" i="0" spc="300">
                <a:solidFill>
                  <a:schemeClr val="bg1"/>
                </a:solidFill>
                <a:latin typeface="TeleNeo Office" panose="020B0504040202090203" pitchFamily="34" charset="77"/>
              </a:defRPr>
            </a:lvl1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44" name="Text Placeholder 14">
            <a:extLst>
              <a:ext uri="{FF2B5EF4-FFF2-40B4-BE49-F238E27FC236}">
                <a16:creationId xmlns:a16="http://schemas.microsoft.com/office/drawing/2014/main" id="{8B1620CD-406A-5D4B-B5DF-C1BB71F1A844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7233671" y="2958735"/>
            <a:ext cx="1650824" cy="432041"/>
          </a:xfrm>
          <a:prstGeom prst="rect">
            <a:avLst/>
          </a:prstGeom>
        </p:spPr>
        <p:txBody>
          <a:bodyPr wrap="square" lIns="0">
            <a:spAutoFit/>
          </a:bodyPr>
          <a:lstStyle>
            <a:lvl1pPr marL="0" indent="0" algn="l" defTabSz="914400" rtl="0" eaLnBrk="1" latinLnBrk="0" hangingPunct="1">
              <a:lnSpc>
                <a:spcPts val="1750"/>
              </a:lnSpc>
              <a:buFont typeface="Arial" panose="020B0604020202020204" pitchFamily="34" charset="0"/>
              <a:buNone/>
              <a:defRPr lang="en-US" sz="4400" b="1" kern="1200" spc="300" baseline="0" dirty="0">
                <a:solidFill>
                  <a:schemeClr val="bg1"/>
                </a:solidFill>
                <a:latin typeface="TeleNeo Office ExtraBold" panose="020B0504040202090203" pitchFamily="34" charset="77"/>
                <a:ea typeface="Bebas Neue Book" charset="0"/>
                <a:cs typeface="Bebas Neue Book" charset="0"/>
              </a:defRPr>
            </a:lvl1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$99</a:t>
            </a:r>
          </a:p>
        </p:txBody>
      </p:sp>
      <p:sp>
        <p:nvSpPr>
          <p:cNvPr id="45" name="Subtext">
            <a:extLst>
              <a:ext uri="{FF2B5EF4-FFF2-40B4-BE49-F238E27FC236}">
                <a16:creationId xmlns:a16="http://schemas.microsoft.com/office/drawing/2014/main" id="{595C3E85-A285-4F45-BA9D-12C18C24D9A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233671" y="2347535"/>
            <a:ext cx="1817684" cy="300595"/>
          </a:xfrm>
          <a:prstGeom prst="rect">
            <a:avLst/>
          </a:prstGeom>
        </p:spPr>
        <p:txBody>
          <a:bodyPr wrap="square" lIns="0">
            <a:spAutoFit/>
          </a:bodyPr>
          <a:lstStyle>
            <a:lvl1pPr marL="0" indent="0">
              <a:buNone/>
              <a:defRPr lang="en-US" sz="1600" b="1" i="0" kern="1200" spc="0" dirty="0">
                <a:solidFill>
                  <a:schemeClr val="bg1"/>
                </a:solidFill>
                <a:latin typeface="TeleNeo Office" panose="020B0504040202090203" pitchFamily="34" charset="77"/>
                <a:ea typeface="TeleNeo Office" panose="020B0504040202090203" pitchFamily="34" charset="77"/>
                <a:cs typeface="TeleNeo Office" panose="020B0504040202090203" pitchFamily="34" charset="77"/>
              </a:defRPr>
            </a:lvl1pPr>
          </a:lstStyle>
          <a:p>
            <a:pPr marL="0" lvl="0" algn="l" defTabSz="914400" rtl="0" eaLnBrk="1" latinLnBrk="0" hangingPunct="1">
              <a:lnSpc>
                <a:spcPct val="80000"/>
              </a:lnSpc>
            </a:pPr>
            <a:r>
              <a:rPr lang="en-US"/>
              <a:t>LABEL</a:t>
            </a:r>
          </a:p>
        </p:txBody>
      </p:sp>
      <p:sp>
        <p:nvSpPr>
          <p:cNvPr id="46" name="Text Placeholder 14">
            <a:extLst>
              <a:ext uri="{FF2B5EF4-FFF2-40B4-BE49-F238E27FC236}">
                <a16:creationId xmlns:a16="http://schemas.microsoft.com/office/drawing/2014/main" id="{C37564C3-CE44-FF4E-8EE7-56D2D76B630E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7233671" y="3508203"/>
            <a:ext cx="1817684" cy="1922706"/>
          </a:xfrm>
          <a:prstGeom prst="rect">
            <a:avLst/>
          </a:prstGeom>
        </p:spPr>
        <p:txBody>
          <a:bodyPr wrap="square" lIns="0" tIns="0">
            <a:spAutoFit/>
          </a:bodyPr>
          <a:lstStyle>
            <a:lvl1pPr marL="0" indent="0">
              <a:lnSpc>
                <a:spcPct val="220000"/>
              </a:lnSpc>
              <a:spcBef>
                <a:spcPts val="0"/>
              </a:spcBef>
              <a:buFont typeface="Arial" panose="020B0604020202020204" pitchFamily="34" charset="0"/>
              <a:buNone/>
              <a:defRPr sz="1400" b="0" i="0">
                <a:latin typeface="TeleNeo Office" panose="020B0504040202090203" pitchFamily="34" charset="77"/>
              </a:defRPr>
            </a:lvl1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First Feature</a:t>
            </a:r>
          </a:p>
          <a:p>
            <a:pPr lvl="0"/>
            <a:r>
              <a:rPr lang="en-US"/>
              <a:t>Second Feature</a:t>
            </a:r>
          </a:p>
          <a:p>
            <a:pPr lvl="0"/>
            <a:r>
              <a:rPr lang="en-US"/>
              <a:t>Third Feature</a:t>
            </a:r>
          </a:p>
          <a:p>
            <a:pPr lvl="0"/>
            <a:r>
              <a:rPr lang="en-US"/>
              <a:t>Fourth Feature</a:t>
            </a:r>
          </a:p>
        </p:txBody>
      </p:sp>
      <p:sp>
        <p:nvSpPr>
          <p:cNvPr id="47" name="Text Placeholder 14">
            <a:extLst>
              <a:ext uri="{FF2B5EF4-FFF2-40B4-BE49-F238E27FC236}">
                <a16:creationId xmlns:a16="http://schemas.microsoft.com/office/drawing/2014/main" id="{5193F20A-FA60-2447-8357-F94471238262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7233671" y="6228809"/>
            <a:ext cx="1831152" cy="454612"/>
          </a:xfrm>
          <a:prstGeom prst="rect">
            <a:avLst/>
          </a:prstGeom>
        </p:spPr>
        <p:txBody>
          <a:bodyPr wrap="square" lIns="0" tIns="0">
            <a:spAutoFit/>
          </a:bodyPr>
          <a:lstStyle>
            <a:lvl1pPr marL="0" indent="0">
              <a:lnSpc>
                <a:spcPct val="220000"/>
              </a:lnSpc>
              <a:spcBef>
                <a:spcPts val="0"/>
              </a:spcBef>
              <a:buFont typeface="Arial" panose="020B0604020202020204" pitchFamily="34" charset="0"/>
              <a:buNone/>
              <a:defRPr sz="1400" b="1" i="0" spc="300">
                <a:solidFill>
                  <a:schemeClr val="bg1"/>
                </a:solidFill>
                <a:latin typeface="TeleNeo Office" panose="020B0504040202090203" pitchFamily="34" charset="77"/>
              </a:defRPr>
            </a:lvl1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48" name="Text Placeholder 14">
            <a:extLst>
              <a:ext uri="{FF2B5EF4-FFF2-40B4-BE49-F238E27FC236}">
                <a16:creationId xmlns:a16="http://schemas.microsoft.com/office/drawing/2014/main" id="{BD70264B-6681-2945-AAF4-8B6886C5ADE4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9275122" y="2958735"/>
            <a:ext cx="1650824" cy="432041"/>
          </a:xfrm>
          <a:prstGeom prst="rect">
            <a:avLst/>
          </a:prstGeom>
        </p:spPr>
        <p:txBody>
          <a:bodyPr wrap="square" lIns="0">
            <a:spAutoFit/>
          </a:bodyPr>
          <a:lstStyle>
            <a:lvl1pPr marL="0" indent="0" algn="l" defTabSz="914400" rtl="0" eaLnBrk="1" latinLnBrk="0" hangingPunct="1">
              <a:lnSpc>
                <a:spcPts val="1750"/>
              </a:lnSpc>
              <a:buFont typeface="Arial" panose="020B0604020202020204" pitchFamily="34" charset="0"/>
              <a:buNone/>
              <a:defRPr lang="en-US" sz="4400" b="1" kern="1200" spc="300" baseline="0" dirty="0">
                <a:solidFill>
                  <a:schemeClr val="bg1"/>
                </a:solidFill>
                <a:latin typeface="TeleNeo Office ExtraBold" panose="020B0504040202090203" pitchFamily="34" charset="77"/>
                <a:ea typeface="Bebas Neue Book" charset="0"/>
                <a:cs typeface="Bebas Neue Book" charset="0"/>
              </a:defRPr>
            </a:lvl1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$99</a:t>
            </a:r>
          </a:p>
        </p:txBody>
      </p:sp>
      <p:sp>
        <p:nvSpPr>
          <p:cNvPr id="49" name="Subtext">
            <a:extLst>
              <a:ext uri="{FF2B5EF4-FFF2-40B4-BE49-F238E27FC236}">
                <a16:creationId xmlns:a16="http://schemas.microsoft.com/office/drawing/2014/main" id="{A02F7082-98B5-C34C-9BA4-42BC331FB71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9275122" y="2347535"/>
            <a:ext cx="1817684" cy="300595"/>
          </a:xfrm>
          <a:prstGeom prst="rect">
            <a:avLst/>
          </a:prstGeom>
        </p:spPr>
        <p:txBody>
          <a:bodyPr wrap="square" lIns="0">
            <a:spAutoFit/>
          </a:bodyPr>
          <a:lstStyle>
            <a:lvl1pPr marL="0" indent="0">
              <a:buNone/>
              <a:defRPr lang="en-US" sz="1600" b="1" i="0" kern="1200" spc="0" dirty="0">
                <a:solidFill>
                  <a:schemeClr val="bg1"/>
                </a:solidFill>
                <a:latin typeface="TeleNeo Office" panose="020B0504040202090203" pitchFamily="34" charset="77"/>
                <a:ea typeface="TeleNeo Office" panose="020B0504040202090203" pitchFamily="34" charset="77"/>
                <a:cs typeface="TeleNeo Office" panose="020B0504040202090203" pitchFamily="34" charset="77"/>
              </a:defRPr>
            </a:lvl1pPr>
          </a:lstStyle>
          <a:p>
            <a:pPr marL="0" lvl="0" algn="l" defTabSz="914400" rtl="0" eaLnBrk="1" latinLnBrk="0" hangingPunct="1">
              <a:lnSpc>
                <a:spcPct val="80000"/>
              </a:lnSpc>
            </a:pPr>
            <a:r>
              <a:rPr lang="en-US"/>
              <a:t>LABEL</a:t>
            </a:r>
          </a:p>
        </p:txBody>
      </p:sp>
      <p:sp>
        <p:nvSpPr>
          <p:cNvPr id="50" name="Text Placeholder 14">
            <a:extLst>
              <a:ext uri="{FF2B5EF4-FFF2-40B4-BE49-F238E27FC236}">
                <a16:creationId xmlns:a16="http://schemas.microsoft.com/office/drawing/2014/main" id="{09274509-470E-EE48-8EAF-1BA9D3963D2E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9275122" y="3508203"/>
            <a:ext cx="1817684" cy="1922706"/>
          </a:xfrm>
          <a:prstGeom prst="rect">
            <a:avLst/>
          </a:prstGeom>
        </p:spPr>
        <p:txBody>
          <a:bodyPr wrap="square" lIns="0" tIns="0">
            <a:spAutoFit/>
          </a:bodyPr>
          <a:lstStyle>
            <a:lvl1pPr marL="0" indent="0">
              <a:lnSpc>
                <a:spcPct val="220000"/>
              </a:lnSpc>
              <a:spcBef>
                <a:spcPts val="0"/>
              </a:spcBef>
              <a:buFont typeface="Arial" panose="020B0604020202020204" pitchFamily="34" charset="0"/>
              <a:buNone/>
              <a:defRPr sz="1400" b="0" i="0">
                <a:latin typeface="TeleNeo Office" panose="020B0504040202090203" pitchFamily="34" charset="77"/>
              </a:defRPr>
            </a:lvl1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First Feature</a:t>
            </a:r>
          </a:p>
          <a:p>
            <a:pPr lvl="0"/>
            <a:r>
              <a:rPr lang="en-US"/>
              <a:t>Second Feature</a:t>
            </a:r>
          </a:p>
          <a:p>
            <a:pPr lvl="0"/>
            <a:r>
              <a:rPr lang="en-US"/>
              <a:t>Third Feature</a:t>
            </a:r>
          </a:p>
          <a:p>
            <a:pPr lvl="0"/>
            <a:r>
              <a:rPr lang="en-US"/>
              <a:t>Fourth Feature</a:t>
            </a:r>
          </a:p>
        </p:txBody>
      </p:sp>
      <p:sp>
        <p:nvSpPr>
          <p:cNvPr id="51" name="Text Placeholder 14">
            <a:extLst>
              <a:ext uri="{FF2B5EF4-FFF2-40B4-BE49-F238E27FC236}">
                <a16:creationId xmlns:a16="http://schemas.microsoft.com/office/drawing/2014/main" id="{C39B58B6-6222-9745-B900-6595F6CCE392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9275122" y="6228809"/>
            <a:ext cx="1831152" cy="454612"/>
          </a:xfrm>
          <a:prstGeom prst="rect">
            <a:avLst/>
          </a:prstGeom>
        </p:spPr>
        <p:txBody>
          <a:bodyPr wrap="square" lIns="0" tIns="0">
            <a:spAutoFit/>
          </a:bodyPr>
          <a:lstStyle>
            <a:lvl1pPr marL="0" indent="0">
              <a:lnSpc>
                <a:spcPct val="220000"/>
              </a:lnSpc>
              <a:spcBef>
                <a:spcPts val="0"/>
              </a:spcBef>
              <a:buFont typeface="Arial" panose="020B0604020202020204" pitchFamily="34" charset="0"/>
              <a:buNone/>
              <a:defRPr sz="1400" b="1" i="0" spc="300">
                <a:solidFill>
                  <a:schemeClr val="bg1"/>
                </a:solidFill>
                <a:latin typeface="TeleNeo Office" panose="020B0504040202090203" pitchFamily="34" charset="77"/>
              </a:defRPr>
            </a:lvl1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26" name="Footer Placeholder 4">
            <a:extLst>
              <a:ext uri="{FF2B5EF4-FFF2-40B4-BE49-F238E27FC236}">
                <a16:creationId xmlns:a16="http://schemas.microsoft.com/office/drawing/2014/main" id="{2C1E6F5F-E591-4B29-A745-336096FA6C6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-147782" y="6631162"/>
            <a:ext cx="1482450" cy="226838"/>
          </a:xfrm>
          <a:prstGeom prst="rect">
            <a:avLst/>
          </a:prstGeom>
          <a:ln>
            <a:noFill/>
          </a:ln>
        </p:spPr>
        <p:txBody>
          <a:bodyPr vert="horz" lIns="68681" tIns="34340" rIns="68681" bIns="34340" rtlCol="0" anchor="ctr"/>
          <a:lstStyle>
            <a:lvl1pPr algn="r">
              <a:defRPr sz="1200" b="0" i="0">
                <a:solidFill>
                  <a:schemeClr val="accent1"/>
                </a:solidFill>
                <a:latin typeface="Tele-GroteskHal" pitchFamily="2" charset="0"/>
                <a:cs typeface="Tele-GroteskHal" pitchFamily="2" charset="0"/>
              </a:defRPr>
            </a:lvl1pPr>
          </a:lstStyle>
          <a:p>
            <a:r>
              <a:rPr lang="en-US" dirty="0"/>
              <a:t>T-Mobile Confidential</a:t>
            </a:r>
          </a:p>
        </p:txBody>
      </p:sp>
    </p:spTree>
    <p:extLst>
      <p:ext uri="{BB962C8B-B14F-4D97-AF65-F5344CB8AC3E}">
        <p14:creationId xmlns:p14="http://schemas.microsoft.com/office/powerpoint/2010/main" val="3255327380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Devices_1-Ph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/>
          <p:cNvSpPr/>
          <p:nvPr userDrawn="1"/>
        </p:nvSpPr>
        <p:spPr>
          <a:xfrm>
            <a:off x="7116271" y="0"/>
            <a:ext cx="5075729" cy="6858000"/>
          </a:xfrm>
          <a:prstGeom prst="rect">
            <a:avLst/>
          </a:prstGeom>
          <a:solidFill>
            <a:schemeClr val="tx1">
              <a:alpha val="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 descr="A picture containing text&#10;&#10;Description automatically generated">
            <a:extLst>
              <a:ext uri="{FF2B5EF4-FFF2-40B4-BE49-F238E27FC236}">
                <a16:creationId xmlns:a16="http://schemas.microsoft.com/office/drawing/2014/main" id="{C65DB816-0510-8941-B5DA-F9271492AE2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633945" y="1395083"/>
            <a:ext cx="2090639" cy="4055268"/>
          </a:xfrm>
          <a:prstGeom prst="rect">
            <a:avLst/>
          </a:prstGeom>
        </p:spPr>
      </p:pic>
      <p:sp>
        <p:nvSpPr>
          <p:cNvPr id="18" name="Picture Placeholder 3">
            <a:extLst>
              <a:ext uri="{FF2B5EF4-FFF2-40B4-BE49-F238E27FC236}">
                <a16:creationId xmlns:a16="http://schemas.microsoft.com/office/drawing/2014/main" id="{0C5803BC-B965-ED4D-A80F-52CF13211081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8747185" y="1492517"/>
            <a:ext cx="1854679" cy="3857645"/>
          </a:xfrm>
          <a:prstGeom prst="roundRect">
            <a:avLst>
              <a:gd name="adj" fmla="val 12112"/>
            </a:avLst>
          </a:prstGeom>
          <a:pattFill prst="pct5">
            <a:fgClr>
              <a:schemeClr val="tx1"/>
            </a:fgClr>
            <a:bgClr>
              <a:schemeClr val="bg1">
                <a:lumMod val="85000"/>
              </a:schemeClr>
            </a:bgClr>
          </a:pattFill>
        </p:spPr>
        <p:txBody>
          <a:bodyPr anchor="ctr" anchorCtr="0"/>
          <a:lstStyle>
            <a:lvl1pPr marL="0" indent="0" algn="ctr">
              <a:buNone/>
              <a:defRPr lang="en-US" sz="1600" b="0" i="0" kern="1200" dirty="0">
                <a:solidFill>
                  <a:schemeClr val="tx1"/>
                </a:solidFill>
                <a:latin typeface="TeleNeo Office Medium" panose="020B0504040202090203" pitchFamily="34" charset="77"/>
                <a:ea typeface="Source Sans Pro" charset="0"/>
                <a:cs typeface="TeleNeo Office Medium" panose="020B0504040202090203" pitchFamily="34" charset="77"/>
              </a:defRPr>
            </a:lvl1pPr>
          </a:lstStyle>
          <a:p>
            <a:r>
              <a:rPr lang="en-US" err="1"/>
              <a:t>Drage</a:t>
            </a:r>
            <a:r>
              <a:rPr lang="en-US"/>
              <a:t> &amp; Drop Image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FEC79741-BCEC-5344-B5CB-4E41371147E7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548079" y="1554606"/>
            <a:ext cx="410117" cy="62656"/>
          </a:xfrm>
          <a:prstGeom prst="rect">
            <a:avLst/>
          </a:prstGeom>
        </p:spPr>
      </p:pic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0B0EED51-9EAB-FA44-AED5-F2C70CD7AB04}"/>
              </a:ext>
            </a:extLst>
          </p:cNvPr>
          <p:cNvSpPr txBox="1">
            <a:spLocks/>
          </p:cNvSpPr>
          <p:nvPr userDrawn="1"/>
        </p:nvSpPr>
        <p:spPr>
          <a:xfrm>
            <a:off x="78952" y="6361009"/>
            <a:ext cx="629079" cy="489496"/>
          </a:xfrm>
          <a:prstGeom prst="rect">
            <a:avLst/>
          </a:prstGeom>
        </p:spPr>
        <p:txBody>
          <a:bodyPr vert="horz" wrap="none" lIns="121920" tIns="60960" rIns="121920" bIns="6096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1A290D8D-6BA0-418D-AFED-C65293F70DA0}" type="slidenum">
              <a:rPr lang="en-US" sz="1400" b="1" i="0" smtClean="0">
                <a:solidFill>
                  <a:srgbClr val="E20074"/>
                </a:solidFill>
                <a:latin typeface="Bebas Neue Bold" charset="0"/>
                <a:ea typeface="Bebas Neue Bold" charset="0"/>
                <a:cs typeface="Bebas Neue Bold" charset="0"/>
              </a:rPr>
              <a:pPr algn="ctr"/>
              <a:t>‹#›</a:t>
            </a:fld>
            <a:endParaRPr lang="en-US" sz="1400" b="1" i="0">
              <a:solidFill>
                <a:srgbClr val="E20074"/>
              </a:solidFill>
              <a:latin typeface="Bebas Neue Bold" charset="0"/>
              <a:ea typeface="Bebas Neue Bold" charset="0"/>
              <a:cs typeface="Bebas Neue Bold" charset="0"/>
            </a:endParaRPr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C69CDD1F-9A9E-C543-BBAE-E77553DA512C}"/>
              </a:ext>
            </a:extLst>
          </p:cNvPr>
          <p:cNvGrpSpPr/>
          <p:nvPr userDrawn="1"/>
        </p:nvGrpSpPr>
        <p:grpSpPr>
          <a:xfrm>
            <a:off x="0" y="0"/>
            <a:ext cx="786983" cy="786983"/>
            <a:chOff x="1036572" y="786063"/>
            <a:chExt cx="2286000" cy="2286000"/>
          </a:xfrm>
        </p:grpSpPr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A24AECEC-5CA3-FE4F-AD63-7E2C19E5882B}"/>
                </a:ext>
              </a:extLst>
            </p:cNvPr>
            <p:cNvSpPr/>
            <p:nvPr userDrawn="1"/>
          </p:nvSpPr>
          <p:spPr>
            <a:xfrm>
              <a:off x="1036572" y="786063"/>
              <a:ext cx="2286000" cy="22860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 spc="300">
                <a:latin typeface="linea-basic-10" charset="0"/>
                <a:ea typeface="linea-basic-10" charset="0"/>
                <a:cs typeface="linea-basic-10" charset="0"/>
              </a:endParaRPr>
            </a:p>
          </p:txBody>
        </p:sp>
        <p:pic>
          <p:nvPicPr>
            <p:cNvPr id="26" name="Picture 25" descr="A picture containing text, clipart&#10;&#10;Description automatically generated">
              <a:extLst>
                <a:ext uri="{FF2B5EF4-FFF2-40B4-BE49-F238E27FC236}">
                  <a16:creationId xmlns:a16="http://schemas.microsoft.com/office/drawing/2014/main" id="{33A6786F-711F-4843-A3E5-D08D8070C12D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617424" y="1245734"/>
              <a:ext cx="1124296" cy="1366659"/>
            </a:xfrm>
            <a:prstGeom prst="rect">
              <a:avLst/>
            </a:prstGeom>
          </p:spPr>
        </p:pic>
      </p:grpSp>
      <p:sp>
        <p:nvSpPr>
          <p:cNvPr id="33" name="Title 23">
            <a:extLst>
              <a:ext uri="{FF2B5EF4-FFF2-40B4-BE49-F238E27FC236}">
                <a16:creationId xmlns:a16="http://schemas.microsoft.com/office/drawing/2014/main" id="{A81E7102-B6FB-1048-8AE4-EF634239D85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81855" y="1667143"/>
            <a:ext cx="2378754" cy="717248"/>
          </a:xfrm>
          <a:prstGeom prst="rect">
            <a:avLst/>
          </a:prstGeom>
        </p:spPr>
        <p:txBody>
          <a:bodyPr wrap="square" lIns="0" anchor="t" anchorCtr="0">
            <a:spAutoFit/>
          </a:bodyPr>
          <a:lstStyle>
            <a:lvl1pPr>
              <a:lnSpc>
                <a:spcPct val="80000"/>
              </a:lnSpc>
              <a:defRPr sz="4800">
                <a:solidFill>
                  <a:schemeClr val="accent1"/>
                </a:solidFill>
              </a:defRPr>
            </a:lvl1pPr>
          </a:lstStyle>
          <a:p>
            <a:r>
              <a:rPr lang="en-US"/>
              <a:t>Title</a:t>
            </a:r>
          </a:p>
        </p:txBody>
      </p:sp>
      <p:sp>
        <p:nvSpPr>
          <p:cNvPr id="34" name="Subtext">
            <a:extLst>
              <a:ext uri="{FF2B5EF4-FFF2-40B4-BE49-F238E27FC236}">
                <a16:creationId xmlns:a16="http://schemas.microsoft.com/office/drawing/2014/main" id="{36BB8680-4AFC-1F41-924D-8E5B1940C58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81855" y="2308550"/>
            <a:ext cx="2366663" cy="248530"/>
          </a:xfrm>
          <a:prstGeom prst="rect">
            <a:avLst/>
          </a:prstGeom>
        </p:spPr>
        <p:txBody>
          <a:bodyPr wrap="square" lIns="0">
            <a:spAutoFit/>
          </a:bodyPr>
          <a:lstStyle>
            <a:lvl1pPr marL="0" indent="0">
              <a:buNone/>
              <a:defRPr lang="en-US" sz="1200" b="1" kern="1200" spc="300" dirty="0">
                <a:solidFill>
                  <a:schemeClr val="tx1"/>
                </a:solidFill>
                <a:latin typeface="TeleNeo Office ExtraBold" panose="020B0504040202090203" pitchFamily="34" charset="77"/>
                <a:ea typeface="Bebas Neue Bold" charset="0"/>
                <a:cs typeface="Bebas Neue Bold" charset="0"/>
              </a:defRPr>
            </a:lvl1pPr>
          </a:lstStyle>
          <a:p>
            <a:pPr marL="0" lvl="0" algn="l" defTabSz="914400" rtl="0" eaLnBrk="1" latinLnBrk="0" hangingPunct="1">
              <a:lnSpc>
                <a:spcPct val="80000"/>
              </a:lnSpc>
            </a:pPr>
            <a:r>
              <a:rPr lang="en-US"/>
              <a:t>SUBTEXT</a:t>
            </a:r>
          </a:p>
        </p:txBody>
      </p:sp>
      <p:sp>
        <p:nvSpPr>
          <p:cNvPr id="36" name="Text Placeholder 14">
            <a:extLst>
              <a:ext uri="{FF2B5EF4-FFF2-40B4-BE49-F238E27FC236}">
                <a16:creationId xmlns:a16="http://schemas.microsoft.com/office/drawing/2014/main" id="{118394E5-F875-5A40-AFE4-822E12C9065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834679" y="2118896"/>
            <a:ext cx="2044700" cy="541687"/>
          </a:xfrm>
          <a:prstGeom prst="rect">
            <a:avLst/>
          </a:prstGeom>
        </p:spPr>
        <p:txBody>
          <a:bodyPr wrap="square" lIns="0">
            <a:spAutoFit/>
          </a:bodyPr>
          <a:lstStyle>
            <a:lvl1pPr marL="0" indent="0">
              <a:lnSpc>
                <a:spcPts val="1750"/>
              </a:lnSpc>
              <a:buFont typeface="Arial" panose="020B0604020202020204" pitchFamily="34" charset="0"/>
              <a:buNone/>
              <a:defRPr sz="1200" b="0" i="0">
                <a:latin typeface="TeleNeo Office" panose="020B0504040202090203" pitchFamily="34" charset="77"/>
              </a:defRPr>
            </a:lvl1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endParaRPr lang="en-US"/>
          </a:p>
        </p:txBody>
      </p:sp>
      <p:sp>
        <p:nvSpPr>
          <p:cNvPr id="38" name="Subtext">
            <a:extLst>
              <a:ext uri="{FF2B5EF4-FFF2-40B4-BE49-F238E27FC236}">
                <a16:creationId xmlns:a16="http://schemas.microsoft.com/office/drawing/2014/main" id="{F44DF736-A1F7-1C47-ACF0-D04D46F36FE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839561" y="1664632"/>
            <a:ext cx="2044700" cy="274627"/>
          </a:xfrm>
          <a:prstGeom prst="rect">
            <a:avLst/>
          </a:prstGeom>
        </p:spPr>
        <p:txBody>
          <a:bodyPr wrap="square" lIns="0">
            <a:spAutoFit/>
          </a:bodyPr>
          <a:lstStyle>
            <a:lvl1pPr marL="0" indent="0">
              <a:buNone/>
              <a:defRPr lang="en-US" sz="1400" b="1" kern="1200" spc="0" dirty="0">
                <a:solidFill>
                  <a:schemeClr val="tx1"/>
                </a:solidFill>
                <a:latin typeface="TeleNeo Office ExtraBold" panose="020B0504040202090203" pitchFamily="34" charset="77"/>
                <a:ea typeface="Bebas Neue Bold" charset="0"/>
                <a:cs typeface="Bebas Neue Bold" charset="0"/>
              </a:defRPr>
            </a:lvl1pPr>
          </a:lstStyle>
          <a:p>
            <a:pPr marL="0" lvl="0" algn="l" defTabSz="914400" rtl="0" eaLnBrk="1" latinLnBrk="0" hangingPunct="1">
              <a:lnSpc>
                <a:spcPct val="80000"/>
              </a:lnSpc>
            </a:pPr>
            <a:r>
              <a:rPr lang="en-US"/>
              <a:t>TEXT DESCRIPTION</a:t>
            </a:r>
          </a:p>
        </p:txBody>
      </p:sp>
      <p:sp>
        <p:nvSpPr>
          <p:cNvPr id="41" name="Text Placeholder 14">
            <a:extLst>
              <a:ext uri="{FF2B5EF4-FFF2-40B4-BE49-F238E27FC236}">
                <a16:creationId xmlns:a16="http://schemas.microsoft.com/office/drawing/2014/main" id="{735966A1-437E-124C-9D5A-8817013496D3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834679" y="3681479"/>
            <a:ext cx="2044700" cy="541687"/>
          </a:xfrm>
          <a:prstGeom prst="rect">
            <a:avLst/>
          </a:prstGeom>
        </p:spPr>
        <p:txBody>
          <a:bodyPr wrap="square" lIns="0">
            <a:spAutoFit/>
          </a:bodyPr>
          <a:lstStyle>
            <a:lvl1pPr marL="0" indent="0">
              <a:lnSpc>
                <a:spcPts val="1750"/>
              </a:lnSpc>
              <a:buFont typeface="Arial" panose="020B0604020202020204" pitchFamily="34" charset="0"/>
              <a:buNone/>
              <a:defRPr sz="1200" b="0" i="0">
                <a:latin typeface="TeleNeo Office" panose="020B0504040202090203" pitchFamily="34" charset="77"/>
              </a:defRPr>
            </a:lvl1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endParaRPr lang="en-US"/>
          </a:p>
        </p:txBody>
      </p:sp>
      <p:sp>
        <p:nvSpPr>
          <p:cNvPr id="42" name="Subtext">
            <a:extLst>
              <a:ext uri="{FF2B5EF4-FFF2-40B4-BE49-F238E27FC236}">
                <a16:creationId xmlns:a16="http://schemas.microsoft.com/office/drawing/2014/main" id="{3A61CE55-A51D-6948-84BD-C2CD209300A8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839561" y="3227215"/>
            <a:ext cx="2044700" cy="274627"/>
          </a:xfrm>
          <a:prstGeom prst="rect">
            <a:avLst/>
          </a:prstGeom>
        </p:spPr>
        <p:txBody>
          <a:bodyPr wrap="square" lIns="0">
            <a:spAutoFit/>
          </a:bodyPr>
          <a:lstStyle>
            <a:lvl1pPr marL="0" indent="0">
              <a:buNone/>
              <a:defRPr lang="en-US" sz="1400" b="1" kern="1200" spc="0" dirty="0">
                <a:solidFill>
                  <a:schemeClr val="tx1"/>
                </a:solidFill>
                <a:latin typeface="TeleNeo Office ExtraBold" panose="020B0504040202090203" pitchFamily="34" charset="77"/>
                <a:ea typeface="Bebas Neue Bold" charset="0"/>
                <a:cs typeface="Bebas Neue Bold" charset="0"/>
              </a:defRPr>
            </a:lvl1pPr>
          </a:lstStyle>
          <a:p>
            <a:pPr marL="0" lvl="0" algn="l" defTabSz="914400" rtl="0" eaLnBrk="1" latinLnBrk="0" hangingPunct="1">
              <a:lnSpc>
                <a:spcPct val="80000"/>
              </a:lnSpc>
            </a:pPr>
            <a:r>
              <a:rPr lang="en-US"/>
              <a:t>TEXT DESCRIPTION</a:t>
            </a:r>
          </a:p>
        </p:txBody>
      </p:sp>
      <p:sp>
        <p:nvSpPr>
          <p:cNvPr id="45" name="Text Placeholder 14">
            <a:extLst>
              <a:ext uri="{FF2B5EF4-FFF2-40B4-BE49-F238E27FC236}">
                <a16:creationId xmlns:a16="http://schemas.microsoft.com/office/drawing/2014/main" id="{D0699B59-7D26-0842-BA44-AFC12F9FDD2B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834679" y="5165219"/>
            <a:ext cx="2044700" cy="541687"/>
          </a:xfrm>
          <a:prstGeom prst="rect">
            <a:avLst/>
          </a:prstGeom>
        </p:spPr>
        <p:txBody>
          <a:bodyPr wrap="square" lIns="0">
            <a:spAutoFit/>
          </a:bodyPr>
          <a:lstStyle>
            <a:lvl1pPr marL="0" indent="0">
              <a:lnSpc>
                <a:spcPts val="1750"/>
              </a:lnSpc>
              <a:buFont typeface="Arial" panose="020B0604020202020204" pitchFamily="34" charset="0"/>
              <a:buNone/>
              <a:defRPr sz="1200" b="0" i="0">
                <a:latin typeface="TeleNeo Office" panose="020B0504040202090203" pitchFamily="34" charset="77"/>
              </a:defRPr>
            </a:lvl1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endParaRPr lang="en-US"/>
          </a:p>
        </p:txBody>
      </p:sp>
      <p:sp>
        <p:nvSpPr>
          <p:cNvPr id="46" name="Subtext">
            <a:extLst>
              <a:ext uri="{FF2B5EF4-FFF2-40B4-BE49-F238E27FC236}">
                <a16:creationId xmlns:a16="http://schemas.microsoft.com/office/drawing/2014/main" id="{646FA92C-CFA3-F749-9198-338A64DFA54D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839561" y="4710955"/>
            <a:ext cx="2044700" cy="274627"/>
          </a:xfrm>
          <a:prstGeom prst="rect">
            <a:avLst/>
          </a:prstGeom>
        </p:spPr>
        <p:txBody>
          <a:bodyPr wrap="square" lIns="0">
            <a:spAutoFit/>
          </a:bodyPr>
          <a:lstStyle>
            <a:lvl1pPr marL="0" indent="0">
              <a:buNone/>
              <a:defRPr lang="en-US" sz="1400" b="1" kern="1200" spc="0" dirty="0">
                <a:solidFill>
                  <a:schemeClr val="tx1"/>
                </a:solidFill>
                <a:latin typeface="TeleNeo Office ExtraBold" panose="020B0504040202090203" pitchFamily="34" charset="77"/>
                <a:ea typeface="Bebas Neue Bold" charset="0"/>
                <a:cs typeface="Bebas Neue Bold" charset="0"/>
              </a:defRPr>
            </a:lvl1pPr>
          </a:lstStyle>
          <a:p>
            <a:pPr marL="0" lvl="0" algn="l" defTabSz="914400" rtl="0" eaLnBrk="1" latinLnBrk="0" hangingPunct="1">
              <a:lnSpc>
                <a:spcPct val="80000"/>
              </a:lnSpc>
            </a:pPr>
            <a:r>
              <a:rPr lang="en-US"/>
              <a:t>TEXT DESCRIPTION</a:t>
            </a:r>
          </a:p>
        </p:txBody>
      </p:sp>
    </p:spTree>
    <p:extLst>
      <p:ext uri="{BB962C8B-B14F-4D97-AF65-F5344CB8AC3E}">
        <p14:creationId xmlns:p14="http://schemas.microsoft.com/office/powerpoint/2010/main" val="1065311705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Devices_Device-Su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icture Placeholder 2"/>
          <p:cNvSpPr>
            <a:spLocks noGrp="1"/>
          </p:cNvSpPr>
          <p:nvPr>
            <p:ph type="pic" sz="quarter" idx="15" hasCustomPrompt="1"/>
          </p:nvPr>
        </p:nvSpPr>
        <p:spPr>
          <a:xfrm>
            <a:off x="6069872" y="2105895"/>
            <a:ext cx="4781099" cy="3892799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>
                <a:lumMod val="85000"/>
              </a:schemeClr>
            </a:bgClr>
          </a:pattFill>
        </p:spPr>
        <p:txBody>
          <a:bodyPr anchor="ctr"/>
          <a:lstStyle>
            <a:lvl1pPr marL="0" indent="0" algn="ctr">
              <a:buNone/>
              <a:defRPr sz="1600" b="0" i="0">
                <a:latin typeface="TeleNeo Office Medium" panose="020B0504040202090203" pitchFamily="34" charset="77"/>
                <a:ea typeface="Source Sans Pro" charset="0"/>
                <a:cs typeface="TeleNeo Office Medium" panose="020B0504040202090203" pitchFamily="34" charset="77"/>
              </a:defRPr>
            </a:lvl1pPr>
          </a:lstStyle>
          <a:p>
            <a:r>
              <a:rPr lang="en-US"/>
              <a:t>Drag &amp; Drop Image</a:t>
            </a:r>
          </a:p>
        </p:txBody>
      </p:sp>
      <p:sp>
        <p:nvSpPr>
          <p:cNvPr id="18" name="Slide Number Placeholder 5">
            <a:extLst>
              <a:ext uri="{FF2B5EF4-FFF2-40B4-BE49-F238E27FC236}">
                <a16:creationId xmlns:a16="http://schemas.microsoft.com/office/drawing/2014/main" id="{01733A03-774B-1345-A42C-7AE0A1132549}"/>
              </a:ext>
            </a:extLst>
          </p:cNvPr>
          <p:cNvSpPr txBox="1">
            <a:spLocks/>
          </p:cNvSpPr>
          <p:nvPr userDrawn="1"/>
        </p:nvSpPr>
        <p:spPr>
          <a:xfrm>
            <a:off x="78952" y="6361009"/>
            <a:ext cx="629079" cy="489496"/>
          </a:xfrm>
          <a:prstGeom prst="rect">
            <a:avLst/>
          </a:prstGeom>
        </p:spPr>
        <p:txBody>
          <a:bodyPr vert="horz" wrap="none" lIns="121920" tIns="60960" rIns="121920" bIns="6096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1A290D8D-6BA0-418D-AFED-C65293F70DA0}" type="slidenum">
              <a:rPr lang="en-US" sz="1400" b="1" i="0" smtClean="0">
                <a:solidFill>
                  <a:srgbClr val="E20074"/>
                </a:solidFill>
                <a:latin typeface="Bebas Neue Bold" charset="0"/>
                <a:ea typeface="Bebas Neue Bold" charset="0"/>
                <a:cs typeface="Bebas Neue Bold" charset="0"/>
              </a:rPr>
              <a:pPr algn="ctr"/>
              <a:t>‹#›</a:t>
            </a:fld>
            <a:endParaRPr lang="en-US" sz="1400" b="1" i="0">
              <a:solidFill>
                <a:srgbClr val="E20074"/>
              </a:solidFill>
              <a:latin typeface="Bebas Neue Bold" charset="0"/>
              <a:ea typeface="Bebas Neue Bold" charset="0"/>
              <a:cs typeface="Bebas Neue Bold" charset="0"/>
            </a:endParaRP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6B648E45-A3E8-E44A-8278-A208D7F206CE}"/>
              </a:ext>
            </a:extLst>
          </p:cNvPr>
          <p:cNvGrpSpPr/>
          <p:nvPr userDrawn="1"/>
        </p:nvGrpSpPr>
        <p:grpSpPr>
          <a:xfrm>
            <a:off x="0" y="0"/>
            <a:ext cx="786983" cy="786983"/>
            <a:chOff x="1036572" y="786063"/>
            <a:chExt cx="2286000" cy="2286000"/>
          </a:xfrm>
        </p:grpSpPr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DD115B93-99B4-0B43-9596-BCFF03599EF6}"/>
                </a:ext>
              </a:extLst>
            </p:cNvPr>
            <p:cNvSpPr/>
            <p:nvPr userDrawn="1"/>
          </p:nvSpPr>
          <p:spPr>
            <a:xfrm>
              <a:off x="1036572" y="786063"/>
              <a:ext cx="2286000" cy="22860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 spc="300">
                <a:latin typeface="linea-basic-10" charset="0"/>
                <a:ea typeface="linea-basic-10" charset="0"/>
                <a:cs typeface="linea-basic-10" charset="0"/>
              </a:endParaRPr>
            </a:p>
          </p:txBody>
        </p:sp>
        <p:pic>
          <p:nvPicPr>
            <p:cNvPr id="25" name="Picture 24" descr="A picture containing text, clipart&#10;&#10;Description automatically generated">
              <a:extLst>
                <a:ext uri="{FF2B5EF4-FFF2-40B4-BE49-F238E27FC236}">
                  <a16:creationId xmlns:a16="http://schemas.microsoft.com/office/drawing/2014/main" id="{93ED4F0B-1465-924E-9F65-6C8DE231904A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617424" y="1245734"/>
              <a:ext cx="1124296" cy="1366659"/>
            </a:xfrm>
            <a:prstGeom prst="rect">
              <a:avLst/>
            </a:prstGeom>
          </p:spPr>
        </p:pic>
      </p:grpSp>
      <p:sp>
        <p:nvSpPr>
          <p:cNvPr id="11" name="Title 23">
            <a:extLst>
              <a:ext uri="{FF2B5EF4-FFF2-40B4-BE49-F238E27FC236}">
                <a16:creationId xmlns:a16="http://schemas.microsoft.com/office/drawing/2014/main" id="{517FDA51-BD98-A74E-A714-2F80EB6CD01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81855" y="1011404"/>
            <a:ext cx="3462823" cy="717248"/>
          </a:xfrm>
          <a:prstGeom prst="rect">
            <a:avLst/>
          </a:prstGeom>
        </p:spPr>
        <p:txBody>
          <a:bodyPr wrap="square" lIns="0" anchor="t" anchorCtr="0">
            <a:spAutoFit/>
          </a:bodyPr>
          <a:lstStyle>
            <a:lvl1pPr>
              <a:lnSpc>
                <a:spcPct val="80000"/>
              </a:lnSpc>
              <a:defRPr sz="4800">
                <a:solidFill>
                  <a:schemeClr val="accent1"/>
                </a:solidFill>
              </a:defRPr>
            </a:lvl1pPr>
          </a:lstStyle>
          <a:p>
            <a:r>
              <a:rPr lang="en-US"/>
              <a:t>Title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C86B01C-84F1-EA4D-A14A-CFA378A21929}"/>
              </a:ext>
            </a:extLst>
          </p:cNvPr>
          <p:cNvSpPr txBox="1"/>
          <p:nvPr userDrawn="1"/>
        </p:nvSpPr>
        <p:spPr>
          <a:xfrm>
            <a:off x="979488" y="1652496"/>
            <a:ext cx="911468" cy="248530"/>
          </a:xfrm>
          <a:prstGeom prst="rect">
            <a:avLst/>
          </a:prstGeom>
          <a:noFill/>
        </p:spPr>
        <p:txBody>
          <a:bodyPr wrap="none" lIns="0" rtlCol="0">
            <a:spAutoFit/>
          </a:bodyPr>
          <a:lstStyle/>
          <a:p>
            <a:pPr>
              <a:lnSpc>
                <a:spcPct val="80000"/>
              </a:lnSpc>
            </a:pPr>
            <a:r>
              <a:rPr lang="en-US" sz="1200" b="1" i="0" spc="300">
                <a:latin typeface="TeleNeo Office ExtraBold" panose="020B0504040202090203" pitchFamily="34" charset="77"/>
                <a:ea typeface="Bebas Neue Bold" charset="0"/>
                <a:cs typeface="Bebas Neue Bold" charset="0"/>
              </a:rPr>
              <a:t>DEVICES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01C9A23-0E04-534E-A28C-7D1BCE0E214D}"/>
              </a:ext>
            </a:extLst>
          </p:cNvPr>
          <p:cNvSpPr>
            <a:spLocks noGrp="1" noChangeAspect="1"/>
          </p:cNvSpPr>
          <p:nvPr>
            <p:ph type="pic" sz="quarter" idx="16" hasCustomPrompt="1"/>
          </p:nvPr>
        </p:nvSpPr>
        <p:spPr>
          <a:xfrm>
            <a:off x="3301367" y="2435014"/>
            <a:ext cx="1766843" cy="3703093"/>
          </a:xfrm>
          <a:prstGeom prst="roundRect">
            <a:avLst>
              <a:gd name="adj" fmla="val 12112"/>
            </a:avLst>
          </a:prstGeom>
          <a:pattFill prst="pct5">
            <a:fgClr>
              <a:schemeClr val="tx1"/>
            </a:fgClr>
            <a:bgClr>
              <a:schemeClr val="bg1">
                <a:lumMod val="85000"/>
              </a:schemeClr>
            </a:bgClr>
          </a:pattFill>
        </p:spPr>
        <p:txBody>
          <a:bodyPr anchor="ctr" anchorCtr="0"/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None/>
              <a:defRPr lang="en-US" sz="1600" b="0" i="0" kern="1200" dirty="0">
                <a:solidFill>
                  <a:schemeClr val="tx1"/>
                </a:solidFill>
                <a:latin typeface="TeleNeo Office Medium" panose="020B0504040202090203" pitchFamily="34" charset="77"/>
                <a:ea typeface="Source Sans Pro" charset="0"/>
                <a:cs typeface="TeleNeo Office Medium" panose="020B0504040202090203" pitchFamily="34" charset="77"/>
              </a:defRPr>
            </a:lvl1pPr>
          </a:lstStyle>
          <a:p>
            <a:r>
              <a:rPr lang="en-US"/>
              <a:t>Drag &amp; Drop Image</a:t>
            </a:r>
          </a:p>
        </p:txBody>
      </p:sp>
      <p:sp>
        <p:nvSpPr>
          <p:cNvPr id="16" name="Picture Placeholder 2">
            <a:extLst>
              <a:ext uri="{FF2B5EF4-FFF2-40B4-BE49-F238E27FC236}">
                <a16:creationId xmlns:a16="http://schemas.microsoft.com/office/drawing/2014/main" id="{7541319D-4282-8940-8449-CCAEF1ACFE06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1495797" y="4466351"/>
            <a:ext cx="1122367" cy="1316736"/>
          </a:xfrm>
          <a:prstGeom prst="roundRect">
            <a:avLst>
              <a:gd name="adj" fmla="val 22700"/>
            </a:avLst>
          </a:prstGeom>
          <a:pattFill prst="pct5">
            <a:fgClr>
              <a:schemeClr val="tx1"/>
            </a:fgClr>
            <a:bgClr>
              <a:schemeClr val="bg1">
                <a:lumMod val="85000"/>
              </a:schemeClr>
            </a:bgClr>
          </a:pattFill>
        </p:spPr>
        <p:txBody>
          <a:bodyPr anchor="ctr" anchorCtr="0"/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None/>
              <a:defRPr lang="en-US" sz="1600" b="0" i="0" kern="1200" dirty="0">
                <a:solidFill>
                  <a:schemeClr val="tx1"/>
                </a:solidFill>
                <a:latin typeface="TeleNeo Office Medium" panose="020B0504040202090203" pitchFamily="34" charset="77"/>
                <a:ea typeface="Source Sans Pro" charset="0"/>
                <a:cs typeface="TeleNeo Office Medium" panose="020B0504040202090203" pitchFamily="34" charset="77"/>
              </a:defRPr>
            </a:lvl1pPr>
          </a:lstStyle>
          <a:p>
            <a:r>
              <a:rPr lang="en-US"/>
              <a:t>Drag &amp; Drop Image</a:t>
            </a:r>
          </a:p>
        </p:txBody>
      </p:sp>
    </p:spTree>
    <p:extLst>
      <p:ext uri="{BB962C8B-B14F-4D97-AF65-F5344CB8AC3E}">
        <p14:creationId xmlns:p14="http://schemas.microsoft.com/office/powerpoint/2010/main" val="198871490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816" userDrawn="1">
          <p15:clr>
            <a:srgbClr val="FBAE40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Devices_Samsung-Iph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 descr="A picture containing text&#10;&#10;Description automatically generated">
            <a:extLst>
              <a:ext uri="{FF2B5EF4-FFF2-40B4-BE49-F238E27FC236}">
                <a16:creationId xmlns:a16="http://schemas.microsoft.com/office/drawing/2014/main" id="{B2390C4D-5A7F-5543-93D3-57936EB5CC5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624625" y="1189456"/>
            <a:ext cx="2479298" cy="4809159"/>
          </a:xfrm>
          <a:prstGeom prst="rect">
            <a:avLst/>
          </a:prstGeom>
        </p:spPr>
      </p:pic>
      <p:sp>
        <p:nvSpPr>
          <p:cNvPr id="19" name="Picture Placeholder 3">
            <a:extLst>
              <a:ext uri="{FF2B5EF4-FFF2-40B4-BE49-F238E27FC236}">
                <a16:creationId xmlns:a16="http://schemas.microsoft.com/office/drawing/2014/main" id="{AA371326-08F3-E94B-A226-C8EA54EF096C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2758962" y="1315170"/>
            <a:ext cx="2199471" cy="4574798"/>
          </a:xfrm>
          <a:prstGeom prst="roundRect">
            <a:avLst>
              <a:gd name="adj" fmla="val 12112"/>
            </a:avLst>
          </a:prstGeom>
          <a:pattFill prst="pct5">
            <a:fgClr>
              <a:schemeClr val="tx1"/>
            </a:fgClr>
            <a:bgClr>
              <a:schemeClr val="bg1">
                <a:lumMod val="85000"/>
              </a:schemeClr>
            </a:bgClr>
          </a:pattFill>
        </p:spPr>
        <p:txBody>
          <a:bodyPr anchor="ctr" anchorCtr="0"/>
          <a:lstStyle>
            <a:lvl1pPr marL="0" indent="0" algn="ctr">
              <a:buNone/>
              <a:defRPr lang="en-US" sz="1600" b="0" i="0" kern="1200" dirty="0">
                <a:solidFill>
                  <a:schemeClr val="tx1"/>
                </a:solidFill>
                <a:latin typeface="TeleNeo Office Medium" panose="020B0504040202090203" pitchFamily="34" charset="77"/>
                <a:ea typeface="Source Sans Pro" charset="0"/>
                <a:cs typeface="TeleNeo Office Medium" panose="020B0504040202090203" pitchFamily="34" charset="77"/>
              </a:defRPr>
            </a:lvl1pPr>
          </a:lstStyle>
          <a:p>
            <a:r>
              <a:rPr lang="en-US" err="1"/>
              <a:t>Drage</a:t>
            </a:r>
            <a:r>
              <a:rPr lang="en-US"/>
              <a:t> &amp; Drop Image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0B0EED51-9EAB-FA44-AED5-F2C70CD7AB04}"/>
              </a:ext>
            </a:extLst>
          </p:cNvPr>
          <p:cNvSpPr txBox="1">
            <a:spLocks/>
          </p:cNvSpPr>
          <p:nvPr userDrawn="1"/>
        </p:nvSpPr>
        <p:spPr>
          <a:xfrm>
            <a:off x="78952" y="6361009"/>
            <a:ext cx="629079" cy="489496"/>
          </a:xfrm>
          <a:prstGeom prst="rect">
            <a:avLst/>
          </a:prstGeom>
        </p:spPr>
        <p:txBody>
          <a:bodyPr vert="horz" wrap="none" lIns="121920" tIns="60960" rIns="121920" bIns="6096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1A290D8D-6BA0-418D-AFED-C65293F70DA0}" type="slidenum">
              <a:rPr lang="en-US" sz="1400" b="1" i="0" smtClean="0">
                <a:solidFill>
                  <a:srgbClr val="E20074"/>
                </a:solidFill>
                <a:latin typeface="Bebas Neue Bold" charset="0"/>
                <a:ea typeface="Bebas Neue Bold" charset="0"/>
                <a:cs typeface="Bebas Neue Bold" charset="0"/>
              </a:rPr>
              <a:pPr algn="ctr"/>
              <a:t>‹#›</a:t>
            </a:fld>
            <a:endParaRPr lang="en-US" sz="1400" b="1" i="0">
              <a:solidFill>
                <a:srgbClr val="E20074"/>
              </a:solidFill>
              <a:latin typeface="Bebas Neue Bold" charset="0"/>
              <a:ea typeface="Bebas Neue Bold" charset="0"/>
              <a:cs typeface="Bebas Neue Bold" charset="0"/>
            </a:endParaRPr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C69CDD1F-9A9E-C543-BBAE-E77553DA512C}"/>
              </a:ext>
            </a:extLst>
          </p:cNvPr>
          <p:cNvGrpSpPr/>
          <p:nvPr userDrawn="1"/>
        </p:nvGrpSpPr>
        <p:grpSpPr>
          <a:xfrm>
            <a:off x="0" y="0"/>
            <a:ext cx="786983" cy="786983"/>
            <a:chOff x="1036572" y="786063"/>
            <a:chExt cx="2286000" cy="2286000"/>
          </a:xfrm>
        </p:grpSpPr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A24AECEC-5CA3-FE4F-AD63-7E2C19E5882B}"/>
                </a:ext>
              </a:extLst>
            </p:cNvPr>
            <p:cNvSpPr/>
            <p:nvPr userDrawn="1"/>
          </p:nvSpPr>
          <p:spPr>
            <a:xfrm>
              <a:off x="1036572" y="786063"/>
              <a:ext cx="2286000" cy="22860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 spc="300">
                <a:latin typeface="linea-basic-10" charset="0"/>
                <a:ea typeface="linea-basic-10" charset="0"/>
                <a:cs typeface="linea-basic-10" charset="0"/>
              </a:endParaRPr>
            </a:p>
          </p:txBody>
        </p:sp>
        <p:pic>
          <p:nvPicPr>
            <p:cNvPr id="26" name="Picture 25" descr="A picture containing text, clipart&#10;&#10;Description automatically generated">
              <a:extLst>
                <a:ext uri="{FF2B5EF4-FFF2-40B4-BE49-F238E27FC236}">
                  <a16:creationId xmlns:a16="http://schemas.microsoft.com/office/drawing/2014/main" id="{33A6786F-711F-4843-A3E5-D08D8070C12D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617424" y="1245734"/>
              <a:ext cx="1124296" cy="1366659"/>
            </a:xfrm>
            <a:prstGeom prst="rect">
              <a:avLst/>
            </a:prstGeom>
          </p:spPr>
        </p:pic>
      </p:grpSp>
      <p:sp>
        <p:nvSpPr>
          <p:cNvPr id="36" name="Text Placeholder 14">
            <a:extLst>
              <a:ext uri="{FF2B5EF4-FFF2-40B4-BE49-F238E27FC236}">
                <a16:creationId xmlns:a16="http://schemas.microsoft.com/office/drawing/2014/main" id="{118394E5-F875-5A40-AFE4-822E12C9065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837770" y="2118896"/>
            <a:ext cx="2044700" cy="541687"/>
          </a:xfrm>
          <a:prstGeom prst="rect">
            <a:avLst/>
          </a:prstGeom>
        </p:spPr>
        <p:txBody>
          <a:bodyPr wrap="square" lIns="0">
            <a:spAutoFit/>
          </a:bodyPr>
          <a:lstStyle>
            <a:lvl1pPr marL="0" indent="0">
              <a:lnSpc>
                <a:spcPts val="1750"/>
              </a:lnSpc>
              <a:buFont typeface="Arial" panose="020B0604020202020204" pitchFamily="34" charset="0"/>
              <a:buNone/>
              <a:defRPr sz="1200" b="0" i="0">
                <a:latin typeface="TeleNeo Office" panose="020B0504040202090203" pitchFamily="34" charset="77"/>
              </a:defRPr>
            </a:lvl1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endParaRPr lang="en-US"/>
          </a:p>
        </p:txBody>
      </p:sp>
      <p:sp>
        <p:nvSpPr>
          <p:cNvPr id="38" name="Subtext">
            <a:extLst>
              <a:ext uri="{FF2B5EF4-FFF2-40B4-BE49-F238E27FC236}">
                <a16:creationId xmlns:a16="http://schemas.microsoft.com/office/drawing/2014/main" id="{F44DF736-A1F7-1C47-ACF0-D04D46F36FE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7837770" y="1664632"/>
            <a:ext cx="2044700" cy="274627"/>
          </a:xfrm>
          <a:prstGeom prst="rect">
            <a:avLst/>
          </a:prstGeom>
        </p:spPr>
        <p:txBody>
          <a:bodyPr wrap="square" lIns="0">
            <a:spAutoFit/>
          </a:bodyPr>
          <a:lstStyle>
            <a:lvl1pPr marL="0" indent="0">
              <a:buNone/>
              <a:defRPr lang="en-US" sz="1400" b="1" kern="1200" spc="0" dirty="0">
                <a:solidFill>
                  <a:schemeClr val="tx1"/>
                </a:solidFill>
                <a:latin typeface="TeleNeo Office ExtraBold" panose="020B0504040202090203" pitchFamily="34" charset="77"/>
                <a:ea typeface="Bebas Neue Bold" charset="0"/>
                <a:cs typeface="Bebas Neue Bold" charset="0"/>
              </a:defRPr>
            </a:lvl1pPr>
          </a:lstStyle>
          <a:p>
            <a:pPr marL="0" lvl="0" algn="l" defTabSz="914400" rtl="0" eaLnBrk="1" latinLnBrk="0" hangingPunct="1">
              <a:lnSpc>
                <a:spcPct val="80000"/>
              </a:lnSpc>
            </a:pPr>
            <a:r>
              <a:rPr lang="en-US"/>
              <a:t>TEXT DESCRIPTION</a:t>
            </a:r>
          </a:p>
        </p:txBody>
      </p:sp>
      <p:sp>
        <p:nvSpPr>
          <p:cNvPr id="41" name="Text Placeholder 14">
            <a:extLst>
              <a:ext uri="{FF2B5EF4-FFF2-40B4-BE49-F238E27FC236}">
                <a16:creationId xmlns:a16="http://schemas.microsoft.com/office/drawing/2014/main" id="{735966A1-437E-124C-9D5A-8817013496D3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7837770" y="3681479"/>
            <a:ext cx="2044700" cy="541687"/>
          </a:xfrm>
          <a:prstGeom prst="rect">
            <a:avLst/>
          </a:prstGeom>
        </p:spPr>
        <p:txBody>
          <a:bodyPr wrap="square" lIns="0">
            <a:spAutoFit/>
          </a:bodyPr>
          <a:lstStyle>
            <a:lvl1pPr marL="0" indent="0">
              <a:lnSpc>
                <a:spcPts val="1750"/>
              </a:lnSpc>
              <a:buFont typeface="Arial" panose="020B0604020202020204" pitchFamily="34" charset="0"/>
              <a:buNone/>
              <a:defRPr sz="1200" b="0" i="0">
                <a:latin typeface="TeleNeo Office" panose="020B0504040202090203" pitchFamily="34" charset="77"/>
              </a:defRPr>
            </a:lvl1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endParaRPr lang="en-US"/>
          </a:p>
        </p:txBody>
      </p:sp>
      <p:sp>
        <p:nvSpPr>
          <p:cNvPr id="42" name="Subtext">
            <a:extLst>
              <a:ext uri="{FF2B5EF4-FFF2-40B4-BE49-F238E27FC236}">
                <a16:creationId xmlns:a16="http://schemas.microsoft.com/office/drawing/2014/main" id="{3A61CE55-A51D-6948-84BD-C2CD209300A8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837770" y="3227215"/>
            <a:ext cx="2044700" cy="274627"/>
          </a:xfrm>
          <a:prstGeom prst="rect">
            <a:avLst/>
          </a:prstGeom>
        </p:spPr>
        <p:txBody>
          <a:bodyPr wrap="square" lIns="0">
            <a:spAutoFit/>
          </a:bodyPr>
          <a:lstStyle>
            <a:lvl1pPr marL="0" indent="0">
              <a:buNone/>
              <a:defRPr lang="en-US" sz="1400" b="1" kern="1200" spc="0" dirty="0">
                <a:solidFill>
                  <a:schemeClr val="tx1"/>
                </a:solidFill>
                <a:latin typeface="TeleNeo Office ExtraBold" panose="020B0504040202090203" pitchFamily="34" charset="77"/>
                <a:ea typeface="Bebas Neue Bold" charset="0"/>
                <a:cs typeface="Bebas Neue Bold" charset="0"/>
              </a:defRPr>
            </a:lvl1pPr>
          </a:lstStyle>
          <a:p>
            <a:pPr marL="0" lvl="0" algn="l" defTabSz="914400" rtl="0" eaLnBrk="1" latinLnBrk="0" hangingPunct="1">
              <a:lnSpc>
                <a:spcPct val="80000"/>
              </a:lnSpc>
            </a:pPr>
            <a:r>
              <a:rPr lang="en-US"/>
              <a:t>TEXT DESCRIPTION</a:t>
            </a:r>
          </a:p>
        </p:txBody>
      </p:sp>
      <p:sp>
        <p:nvSpPr>
          <p:cNvPr id="45" name="Text Placeholder 14">
            <a:extLst>
              <a:ext uri="{FF2B5EF4-FFF2-40B4-BE49-F238E27FC236}">
                <a16:creationId xmlns:a16="http://schemas.microsoft.com/office/drawing/2014/main" id="{D0699B59-7D26-0842-BA44-AFC12F9FDD2B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7837770" y="5165219"/>
            <a:ext cx="2044700" cy="541687"/>
          </a:xfrm>
          <a:prstGeom prst="rect">
            <a:avLst/>
          </a:prstGeom>
        </p:spPr>
        <p:txBody>
          <a:bodyPr wrap="square" lIns="0">
            <a:spAutoFit/>
          </a:bodyPr>
          <a:lstStyle>
            <a:lvl1pPr marL="0" indent="0">
              <a:lnSpc>
                <a:spcPts val="1750"/>
              </a:lnSpc>
              <a:buFont typeface="Arial" panose="020B0604020202020204" pitchFamily="34" charset="0"/>
              <a:buNone/>
              <a:defRPr sz="1200" b="0" i="0">
                <a:latin typeface="TeleNeo Office" panose="020B0504040202090203" pitchFamily="34" charset="77"/>
              </a:defRPr>
            </a:lvl1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endParaRPr lang="en-US"/>
          </a:p>
        </p:txBody>
      </p:sp>
      <p:sp>
        <p:nvSpPr>
          <p:cNvPr id="46" name="Subtext">
            <a:extLst>
              <a:ext uri="{FF2B5EF4-FFF2-40B4-BE49-F238E27FC236}">
                <a16:creationId xmlns:a16="http://schemas.microsoft.com/office/drawing/2014/main" id="{646FA92C-CFA3-F749-9198-338A64DFA54D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7837770" y="4710955"/>
            <a:ext cx="2044700" cy="274627"/>
          </a:xfrm>
          <a:prstGeom prst="rect">
            <a:avLst/>
          </a:prstGeom>
        </p:spPr>
        <p:txBody>
          <a:bodyPr wrap="square" lIns="0">
            <a:spAutoFit/>
          </a:bodyPr>
          <a:lstStyle>
            <a:lvl1pPr marL="0" indent="0">
              <a:buNone/>
              <a:defRPr lang="en-US" sz="1400" b="1" kern="1200" spc="0" dirty="0">
                <a:solidFill>
                  <a:schemeClr val="tx1"/>
                </a:solidFill>
                <a:latin typeface="TeleNeo Office ExtraBold" panose="020B0504040202090203" pitchFamily="34" charset="77"/>
                <a:ea typeface="Bebas Neue Bold" charset="0"/>
                <a:cs typeface="Bebas Neue Bold" charset="0"/>
              </a:defRPr>
            </a:lvl1pPr>
          </a:lstStyle>
          <a:p>
            <a:pPr marL="0" lvl="0" algn="l" defTabSz="914400" rtl="0" eaLnBrk="1" latinLnBrk="0" hangingPunct="1">
              <a:lnSpc>
                <a:spcPct val="80000"/>
              </a:lnSpc>
            </a:pPr>
            <a:r>
              <a:rPr lang="en-US"/>
              <a:t>TEXT DESCRIPTION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E1C72710-CAF9-504A-BDAA-B1F98E228273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3699780" y="1385340"/>
            <a:ext cx="486361" cy="743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3799847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Devices_Macboo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FE2EFDC-A0E0-864E-8889-AE1B6463976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625494" y="162327"/>
            <a:ext cx="9743955" cy="6169307"/>
          </a:xfrm>
          <a:prstGeom prst="rect">
            <a:avLst/>
          </a:prstGeom>
        </p:spPr>
      </p:pic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45C007E6-4DBB-EE44-A2B3-02A9191DFBE5}"/>
              </a:ext>
            </a:extLst>
          </p:cNvPr>
          <p:cNvSpPr txBox="1">
            <a:spLocks/>
          </p:cNvSpPr>
          <p:nvPr userDrawn="1"/>
        </p:nvSpPr>
        <p:spPr>
          <a:xfrm>
            <a:off x="78952" y="6361009"/>
            <a:ext cx="629079" cy="489496"/>
          </a:xfrm>
          <a:prstGeom prst="rect">
            <a:avLst/>
          </a:prstGeom>
        </p:spPr>
        <p:txBody>
          <a:bodyPr vert="horz" wrap="none" lIns="121920" tIns="60960" rIns="121920" bIns="6096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1A290D8D-6BA0-418D-AFED-C65293F70DA0}" type="slidenum">
              <a:rPr lang="en-US" sz="1400" b="1" i="0" smtClean="0">
                <a:solidFill>
                  <a:srgbClr val="E20074"/>
                </a:solidFill>
                <a:latin typeface="Bebas Neue Bold" charset="0"/>
                <a:ea typeface="Bebas Neue Bold" charset="0"/>
                <a:cs typeface="Bebas Neue Bold" charset="0"/>
              </a:rPr>
              <a:pPr algn="ctr"/>
              <a:t>‹#›</a:t>
            </a:fld>
            <a:endParaRPr lang="en-US" sz="1400" b="1" i="0">
              <a:solidFill>
                <a:srgbClr val="E20074"/>
              </a:solidFill>
              <a:latin typeface="Bebas Neue Bold" charset="0"/>
              <a:ea typeface="Bebas Neue Bold" charset="0"/>
              <a:cs typeface="Bebas Neue Bold" charset="0"/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661D9F4B-C24C-6A40-B781-CF676DE4515E}"/>
              </a:ext>
            </a:extLst>
          </p:cNvPr>
          <p:cNvGrpSpPr/>
          <p:nvPr userDrawn="1"/>
        </p:nvGrpSpPr>
        <p:grpSpPr>
          <a:xfrm>
            <a:off x="0" y="0"/>
            <a:ext cx="786983" cy="786983"/>
            <a:chOff x="1036572" y="786063"/>
            <a:chExt cx="2286000" cy="2286000"/>
          </a:xfrm>
        </p:grpSpPr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08D5896F-EFAA-A542-868B-4503E4C4BA6B}"/>
                </a:ext>
              </a:extLst>
            </p:cNvPr>
            <p:cNvSpPr/>
            <p:nvPr userDrawn="1"/>
          </p:nvSpPr>
          <p:spPr>
            <a:xfrm>
              <a:off x="1036572" y="786063"/>
              <a:ext cx="2286000" cy="22860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 spc="300">
                <a:latin typeface="linea-basic-10" charset="0"/>
                <a:ea typeface="linea-basic-10" charset="0"/>
                <a:cs typeface="linea-basic-10" charset="0"/>
              </a:endParaRPr>
            </a:p>
          </p:txBody>
        </p:sp>
        <p:pic>
          <p:nvPicPr>
            <p:cNvPr id="24" name="Picture 23" descr="A picture containing text, clipart&#10;&#10;Description automatically generated">
              <a:extLst>
                <a:ext uri="{FF2B5EF4-FFF2-40B4-BE49-F238E27FC236}">
                  <a16:creationId xmlns:a16="http://schemas.microsoft.com/office/drawing/2014/main" id="{FDCBF82C-8CA1-5D42-9E6C-C69926390912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617424" y="1245734"/>
              <a:ext cx="1124296" cy="1366659"/>
            </a:xfrm>
            <a:prstGeom prst="rect">
              <a:avLst/>
            </a:prstGeom>
          </p:spPr>
        </p:pic>
      </p:grpSp>
      <p:sp>
        <p:nvSpPr>
          <p:cNvPr id="6" name="Title 23">
            <a:extLst>
              <a:ext uri="{FF2B5EF4-FFF2-40B4-BE49-F238E27FC236}">
                <a16:creationId xmlns:a16="http://schemas.microsoft.com/office/drawing/2014/main" id="{4E3A7F29-94A2-D84F-BA2E-05D65926C51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81855" y="1938059"/>
            <a:ext cx="3905738" cy="717248"/>
          </a:xfrm>
          <a:prstGeom prst="rect">
            <a:avLst/>
          </a:prstGeom>
        </p:spPr>
        <p:txBody>
          <a:bodyPr wrap="square" lIns="0" anchor="t" anchorCtr="0">
            <a:spAutoFit/>
          </a:bodyPr>
          <a:lstStyle>
            <a:lvl1pPr>
              <a:lnSpc>
                <a:spcPct val="80000"/>
              </a:lnSpc>
              <a:defRPr sz="4800">
                <a:solidFill>
                  <a:schemeClr val="accent1"/>
                </a:solidFill>
              </a:defRPr>
            </a:lvl1pPr>
          </a:lstStyle>
          <a:p>
            <a:r>
              <a:rPr lang="en-US"/>
              <a:t>Title</a:t>
            </a:r>
          </a:p>
        </p:txBody>
      </p:sp>
      <p:sp>
        <p:nvSpPr>
          <p:cNvPr id="7" name="Subtext">
            <a:extLst>
              <a:ext uri="{FF2B5EF4-FFF2-40B4-BE49-F238E27FC236}">
                <a16:creationId xmlns:a16="http://schemas.microsoft.com/office/drawing/2014/main" id="{80004F0D-FE59-A548-B2E9-B0C99077F9F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81855" y="2579466"/>
            <a:ext cx="3885885" cy="248530"/>
          </a:xfrm>
          <a:prstGeom prst="rect">
            <a:avLst/>
          </a:prstGeom>
        </p:spPr>
        <p:txBody>
          <a:bodyPr wrap="square" lIns="0">
            <a:spAutoFit/>
          </a:bodyPr>
          <a:lstStyle>
            <a:lvl1pPr marL="0" indent="0">
              <a:buNone/>
              <a:defRPr lang="en-US" sz="1200" b="1" kern="1200" spc="300" dirty="0">
                <a:solidFill>
                  <a:schemeClr val="tx1"/>
                </a:solidFill>
                <a:latin typeface="TeleNeo Office ExtraBold" panose="020B0504040202090203" pitchFamily="34" charset="77"/>
                <a:ea typeface="Bebas Neue Bold" charset="0"/>
                <a:cs typeface="Bebas Neue Bold" charset="0"/>
              </a:defRPr>
            </a:lvl1pPr>
          </a:lstStyle>
          <a:p>
            <a:pPr marL="0" lvl="0" algn="l" defTabSz="914400" rtl="0" eaLnBrk="1" latinLnBrk="0" hangingPunct="1">
              <a:lnSpc>
                <a:spcPct val="80000"/>
              </a:lnSpc>
            </a:pPr>
            <a:r>
              <a:rPr lang="en-US"/>
              <a:t>SUBTEXT</a:t>
            </a:r>
          </a:p>
        </p:txBody>
      </p:sp>
      <p:sp>
        <p:nvSpPr>
          <p:cNvPr id="11" name="Text Placeholder 14">
            <a:extLst>
              <a:ext uri="{FF2B5EF4-FFF2-40B4-BE49-F238E27FC236}">
                <a16:creationId xmlns:a16="http://schemas.microsoft.com/office/drawing/2014/main" id="{89886561-8EB2-5D43-9800-EB26D0581E6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81855" y="2998896"/>
            <a:ext cx="3885885" cy="3362114"/>
          </a:xfrm>
          <a:prstGeom prst="rect">
            <a:avLst/>
          </a:prstGeom>
        </p:spPr>
        <p:txBody>
          <a:bodyPr lIns="0"/>
          <a:lstStyle>
            <a:lvl1pPr marL="0" indent="0">
              <a:lnSpc>
                <a:spcPts val="2000"/>
              </a:lnSpc>
              <a:buFont typeface="Arial" panose="020B0604020202020204" pitchFamily="34" charset="0"/>
              <a:buNone/>
              <a:defRPr sz="1400" b="0" i="0">
                <a:latin typeface="TeleNeo Office" panose="020B0504040202090203" pitchFamily="34" charset="77"/>
              </a:defRPr>
            </a:lvl1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labore</a:t>
            </a:r>
            <a:r>
              <a:rPr lang="en-US"/>
              <a:t> et dolore magna </a:t>
            </a:r>
            <a:r>
              <a:rPr lang="en-US" err="1"/>
              <a:t>aliqua</a:t>
            </a:r>
            <a:r>
              <a:rPr lang="en-US"/>
              <a:t>.  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sit </a:t>
            </a:r>
            <a:r>
              <a:rPr lang="en-US" err="1"/>
              <a:t>amet</a:t>
            </a:r>
            <a:r>
              <a:rPr lang="en-US"/>
              <a:t>.</a:t>
            </a:r>
          </a:p>
        </p:txBody>
      </p:sp>
      <p:sp>
        <p:nvSpPr>
          <p:cNvPr id="10" name="Picture Placeholder 2">
            <a:extLst>
              <a:ext uri="{FF2B5EF4-FFF2-40B4-BE49-F238E27FC236}">
                <a16:creationId xmlns:a16="http://schemas.microsoft.com/office/drawing/2014/main" id="{9C75B7AB-B5F2-B94D-A33F-1BAE01E74F51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5942379" y="966866"/>
            <a:ext cx="7616224" cy="4766871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>
                <a:lumMod val="85000"/>
              </a:schemeClr>
            </a:bgClr>
          </a:pattFill>
        </p:spPr>
        <p:txBody>
          <a:bodyPr anchor="ctr" anchorCtr="0"/>
          <a:lstStyle>
            <a:lvl1pPr marL="0" indent="0" algn="ctr">
              <a:buNone/>
              <a:defRPr sz="1600"/>
            </a:lvl1pPr>
          </a:lstStyle>
          <a:p>
            <a:r>
              <a:rPr lang="en-US"/>
              <a:t>Drag &amp; Drop Image</a:t>
            </a:r>
          </a:p>
        </p:txBody>
      </p:sp>
    </p:spTree>
    <p:extLst>
      <p:ext uri="{BB962C8B-B14F-4D97-AF65-F5344CB8AC3E}">
        <p14:creationId xmlns:p14="http://schemas.microsoft.com/office/powerpoint/2010/main" val="503715382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Closing-Slides_Resourc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25CF6AA5-F82F-2442-946B-7A52C84AA2DA}"/>
              </a:ext>
            </a:extLst>
          </p:cNvPr>
          <p:cNvSpPr/>
          <p:nvPr userDrawn="1"/>
        </p:nvSpPr>
        <p:spPr>
          <a:xfrm>
            <a:off x="-1" y="0"/>
            <a:ext cx="6109855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8C32ED51-CDDF-BA49-B317-14DA320D8628}"/>
              </a:ext>
            </a:extLst>
          </p:cNvPr>
          <p:cNvSpPr txBox="1">
            <a:spLocks/>
          </p:cNvSpPr>
          <p:nvPr userDrawn="1"/>
        </p:nvSpPr>
        <p:spPr>
          <a:xfrm>
            <a:off x="78952" y="6361009"/>
            <a:ext cx="629079" cy="489496"/>
          </a:xfrm>
          <a:prstGeom prst="rect">
            <a:avLst/>
          </a:prstGeom>
        </p:spPr>
        <p:txBody>
          <a:bodyPr vert="horz" wrap="none" lIns="121920" tIns="60960" rIns="121920" bIns="6096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1A290D8D-6BA0-418D-AFED-C65293F70DA0}" type="slidenum">
              <a:rPr lang="en-US" sz="1400" b="1" i="0" smtClean="0">
                <a:solidFill>
                  <a:schemeClr val="bg1"/>
                </a:solidFill>
                <a:latin typeface="Bebas Neue Bold" charset="0"/>
                <a:ea typeface="Bebas Neue Bold" charset="0"/>
                <a:cs typeface="Bebas Neue Bold" charset="0"/>
              </a:rPr>
              <a:pPr algn="ctr"/>
              <a:t>‹#›</a:t>
            </a:fld>
            <a:endParaRPr lang="en-US" sz="1400" b="1" i="0">
              <a:solidFill>
                <a:schemeClr val="bg1"/>
              </a:solidFill>
              <a:latin typeface="Bebas Neue Bold" charset="0"/>
              <a:ea typeface="Bebas Neue Bold" charset="0"/>
              <a:cs typeface="Bebas Neue Bold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DB969BC-421C-304D-BEDB-884FFAF84582}"/>
              </a:ext>
            </a:extLst>
          </p:cNvPr>
          <p:cNvSpPr txBox="1"/>
          <p:nvPr userDrawn="1"/>
        </p:nvSpPr>
        <p:spPr>
          <a:xfrm>
            <a:off x="980559" y="1343565"/>
            <a:ext cx="1901249" cy="323165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r>
              <a:rPr lang="en-US" sz="1500" b="1">
                <a:solidFill>
                  <a:schemeClr val="bg1"/>
                </a:solidFill>
                <a:latin typeface="TeleNeo Office ExtraBold" panose="020B0504040202090203" pitchFamily="34" charset="77"/>
                <a:ea typeface="Roboto" charset="0"/>
                <a:cs typeface="Roboto" charset="0"/>
              </a:rPr>
              <a:t>RESOURCES</a:t>
            </a:r>
          </a:p>
        </p:txBody>
      </p:sp>
      <p:pic>
        <p:nvPicPr>
          <p:cNvPr id="27" name="Picture Placeholder 19" descr="A group of people posing for a photo&#10;&#10;Description automatically generated with medium confidence">
            <a:extLst>
              <a:ext uri="{FF2B5EF4-FFF2-40B4-BE49-F238E27FC236}">
                <a16:creationId xmlns:a16="http://schemas.microsoft.com/office/drawing/2014/main" id="{5F6E3215-EA80-1449-A9A0-28AF20CCD33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116270" y="861933"/>
            <a:ext cx="4089612" cy="5141199"/>
          </a:xfrm>
          <a:prstGeom prst="rect">
            <a:avLst/>
          </a:prstGeom>
        </p:spPr>
      </p:pic>
      <p:sp>
        <p:nvSpPr>
          <p:cNvPr id="30" name="Text Placeholder 14">
            <a:extLst>
              <a:ext uri="{FF2B5EF4-FFF2-40B4-BE49-F238E27FC236}">
                <a16:creationId xmlns:a16="http://schemas.microsoft.com/office/drawing/2014/main" id="{7E7AEB2B-B052-D64F-9019-204CAF550B9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025795" y="1635419"/>
            <a:ext cx="2044680" cy="549253"/>
          </a:xfrm>
          <a:prstGeom prst="rect">
            <a:avLst/>
          </a:prstGeom>
        </p:spPr>
        <p:txBody>
          <a:bodyPr wrap="square" lIns="0">
            <a:spAutoFit/>
          </a:bodyPr>
          <a:lstStyle>
            <a:lvl1pPr marL="0" indent="0">
              <a:lnSpc>
                <a:spcPts val="1750"/>
              </a:lnSpc>
              <a:buFont typeface="Arial" panose="020B0604020202020204" pitchFamily="34" charset="0"/>
              <a:buNone/>
              <a:defRPr sz="1400" b="0" i="0">
                <a:solidFill>
                  <a:schemeClr val="bg1"/>
                </a:solidFill>
                <a:latin typeface="TeleNeo Office" panose="020B0504040202090203" pitchFamily="34" charset="77"/>
              </a:defRPr>
            </a:lvl1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endParaRPr lang="en-US"/>
          </a:p>
        </p:txBody>
      </p:sp>
      <p:sp>
        <p:nvSpPr>
          <p:cNvPr id="31" name="Subtext">
            <a:extLst>
              <a:ext uri="{FF2B5EF4-FFF2-40B4-BE49-F238E27FC236}">
                <a16:creationId xmlns:a16="http://schemas.microsoft.com/office/drawing/2014/main" id="{D405D1F3-9F5F-6B45-A1D8-256F048E7914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025795" y="1386889"/>
            <a:ext cx="2051725" cy="248530"/>
          </a:xfrm>
          <a:prstGeom prst="rect">
            <a:avLst/>
          </a:prstGeom>
        </p:spPr>
        <p:txBody>
          <a:bodyPr wrap="square" lIns="0">
            <a:spAutoFit/>
          </a:bodyPr>
          <a:lstStyle>
            <a:lvl1pPr marL="0" indent="0">
              <a:buNone/>
              <a:defRPr lang="en-US" sz="1200" b="1" kern="1200" spc="0" dirty="0">
                <a:solidFill>
                  <a:schemeClr val="bg1"/>
                </a:solidFill>
                <a:latin typeface="TeleNeo Office ExtraBold" panose="020B0504040202090203" pitchFamily="34" charset="77"/>
                <a:ea typeface="Bebas Neue Bold" charset="0"/>
                <a:cs typeface="Bebas Neue Bold" charset="0"/>
              </a:defRPr>
            </a:lvl1pPr>
          </a:lstStyle>
          <a:p>
            <a:pPr marL="0" lvl="0" algn="l" defTabSz="914400" rtl="0" eaLnBrk="1" latinLnBrk="0" hangingPunct="1">
              <a:lnSpc>
                <a:spcPct val="80000"/>
              </a:lnSpc>
            </a:pPr>
            <a:r>
              <a:rPr lang="en-US"/>
              <a:t>TITLE</a:t>
            </a:r>
          </a:p>
        </p:txBody>
      </p:sp>
      <p:sp>
        <p:nvSpPr>
          <p:cNvPr id="32" name="Text Placeholder 14">
            <a:extLst>
              <a:ext uri="{FF2B5EF4-FFF2-40B4-BE49-F238E27FC236}">
                <a16:creationId xmlns:a16="http://schemas.microsoft.com/office/drawing/2014/main" id="{BCB0D343-B489-3443-8548-06DD3BB0DC13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025795" y="2879757"/>
            <a:ext cx="2044680" cy="549253"/>
          </a:xfrm>
          <a:prstGeom prst="rect">
            <a:avLst/>
          </a:prstGeom>
        </p:spPr>
        <p:txBody>
          <a:bodyPr wrap="square" lIns="0">
            <a:spAutoFit/>
          </a:bodyPr>
          <a:lstStyle>
            <a:lvl1pPr marL="0" indent="0">
              <a:lnSpc>
                <a:spcPts val="1750"/>
              </a:lnSpc>
              <a:buFont typeface="Arial" panose="020B0604020202020204" pitchFamily="34" charset="0"/>
              <a:buNone/>
              <a:defRPr sz="1400" b="0" i="0">
                <a:solidFill>
                  <a:schemeClr val="bg1"/>
                </a:solidFill>
                <a:latin typeface="TeleNeo Office" panose="020B0504040202090203" pitchFamily="34" charset="77"/>
              </a:defRPr>
            </a:lvl1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endParaRPr lang="en-US"/>
          </a:p>
        </p:txBody>
      </p:sp>
      <p:sp>
        <p:nvSpPr>
          <p:cNvPr id="33" name="Subtext">
            <a:extLst>
              <a:ext uri="{FF2B5EF4-FFF2-40B4-BE49-F238E27FC236}">
                <a16:creationId xmlns:a16="http://schemas.microsoft.com/office/drawing/2014/main" id="{AB34ACDA-129E-754E-84EF-235F5573DE9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025795" y="2631227"/>
            <a:ext cx="2051725" cy="248530"/>
          </a:xfrm>
          <a:prstGeom prst="rect">
            <a:avLst/>
          </a:prstGeom>
        </p:spPr>
        <p:txBody>
          <a:bodyPr wrap="square" lIns="0">
            <a:spAutoFit/>
          </a:bodyPr>
          <a:lstStyle>
            <a:lvl1pPr marL="0" indent="0">
              <a:buNone/>
              <a:defRPr lang="en-US" sz="1200" b="1" kern="1200" spc="0" dirty="0">
                <a:solidFill>
                  <a:schemeClr val="bg1"/>
                </a:solidFill>
                <a:latin typeface="TeleNeo Office ExtraBold" panose="020B0504040202090203" pitchFamily="34" charset="77"/>
                <a:ea typeface="Bebas Neue Bold" charset="0"/>
                <a:cs typeface="Bebas Neue Bold" charset="0"/>
              </a:defRPr>
            </a:lvl1pPr>
          </a:lstStyle>
          <a:p>
            <a:pPr marL="0" lvl="0" algn="l" defTabSz="914400" rtl="0" eaLnBrk="1" latinLnBrk="0" hangingPunct="1">
              <a:lnSpc>
                <a:spcPct val="80000"/>
              </a:lnSpc>
            </a:pPr>
            <a:r>
              <a:rPr lang="en-US"/>
              <a:t>TITLE</a:t>
            </a:r>
          </a:p>
        </p:txBody>
      </p:sp>
      <p:sp>
        <p:nvSpPr>
          <p:cNvPr id="34" name="Text Placeholder 14">
            <a:extLst>
              <a:ext uri="{FF2B5EF4-FFF2-40B4-BE49-F238E27FC236}">
                <a16:creationId xmlns:a16="http://schemas.microsoft.com/office/drawing/2014/main" id="{F4E55333-6C17-3B47-B207-76D958E4D0ED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025795" y="4124095"/>
            <a:ext cx="2044680" cy="549253"/>
          </a:xfrm>
          <a:prstGeom prst="rect">
            <a:avLst/>
          </a:prstGeom>
        </p:spPr>
        <p:txBody>
          <a:bodyPr wrap="square" lIns="0">
            <a:spAutoFit/>
          </a:bodyPr>
          <a:lstStyle>
            <a:lvl1pPr marL="0" indent="0">
              <a:lnSpc>
                <a:spcPts val="1750"/>
              </a:lnSpc>
              <a:buFont typeface="Arial" panose="020B0604020202020204" pitchFamily="34" charset="0"/>
              <a:buNone/>
              <a:defRPr sz="1400" b="0" i="0">
                <a:solidFill>
                  <a:schemeClr val="bg1"/>
                </a:solidFill>
                <a:latin typeface="TeleNeo Office" panose="020B0504040202090203" pitchFamily="34" charset="77"/>
              </a:defRPr>
            </a:lvl1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endParaRPr lang="en-US"/>
          </a:p>
        </p:txBody>
      </p:sp>
      <p:sp>
        <p:nvSpPr>
          <p:cNvPr id="35" name="Subtext">
            <a:extLst>
              <a:ext uri="{FF2B5EF4-FFF2-40B4-BE49-F238E27FC236}">
                <a16:creationId xmlns:a16="http://schemas.microsoft.com/office/drawing/2014/main" id="{88D38BDA-100C-4742-8110-718CBD1CEDF5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025795" y="3875565"/>
            <a:ext cx="2051725" cy="248530"/>
          </a:xfrm>
          <a:prstGeom prst="rect">
            <a:avLst/>
          </a:prstGeom>
        </p:spPr>
        <p:txBody>
          <a:bodyPr wrap="square" lIns="0">
            <a:spAutoFit/>
          </a:bodyPr>
          <a:lstStyle>
            <a:lvl1pPr marL="0" indent="0">
              <a:buNone/>
              <a:defRPr lang="en-US" sz="1200" b="1" kern="1200" spc="0" dirty="0">
                <a:solidFill>
                  <a:schemeClr val="bg1"/>
                </a:solidFill>
                <a:latin typeface="TeleNeo Office ExtraBold" panose="020B0504040202090203" pitchFamily="34" charset="77"/>
                <a:ea typeface="Bebas Neue Bold" charset="0"/>
                <a:cs typeface="Bebas Neue Bold" charset="0"/>
              </a:defRPr>
            </a:lvl1pPr>
          </a:lstStyle>
          <a:p>
            <a:pPr marL="0" lvl="0" algn="l" defTabSz="914400" rtl="0" eaLnBrk="1" latinLnBrk="0" hangingPunct="1">
              <a:lnSpc>
                <a:spcPct val="80000"/>
              </a:lnSpc>
            </a:pPr>
            <a:r>
              <a:rPr lang="en-US"/>
              <a:t>TITLE</a:t>
            </a:r>
          </a:p>
        </p:txBody>
      </p:sp>
      <p:sp>
        <p:nvSpPr>
          <p:cNvPr id="36" name="Text Placeholder 14">
            <a:extLst>
              <a:ext uri="{FF2B5EF4-FFF2-40B4-BE49-F238E27FC236}">
                <a16:creationId xmlns:a16="http://schemas.microsoft.com/office/drawing/2014/main" id="{AEDB4BE1-5483-C646-9181-88FBF8823B52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025795" y="5363035"/>
            <a:ext cx="2044680" cy="549253"/>
          </a:xfrm>
          <a:prstGeom prst="rect">
            <a:avLst/>
          </a:prstGeom>
        </p:spPr>
        <p:txBody>
          <a:bodyPr wrap="square" lIns="0">
            <a:spAutoFit/>
          </a:bodyPr>
          <a:lstStyle>
            <a:lvl1pPr marL="0" indent="0">
              <a:lnSpc>
                <a:spcPts val="1750"/>
              </a:lnSpc>
              <a:buFont typeface="Arial" panose="020B0604020202020204" pitchFamily="34" charset="0"/>
              <a:buNone/>
              <a:defRPr sz="1400" b="0" i="0">
                <a:solidFill>
                  <a:schemeClr val="bg1"/>
                </a:solidFill>
                <a:latin typeface="TeleNeo Office" panose="020B0504040202090203" pitchFamily="34" charset="77"/>
              </a:defRPr>
            </a:lvl1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endParaRPr lang="en-US"/>
          </a:p>
        </p:txBody>
      </p:sp>
      <p:sp>
        <p:nvSpPr>
          <p:cNvPr id="37" name="Subtext">
            <a:extLst>
              <a:ext uri="{FF2B5EF4-FFF2-40B4-BE49-F238E27FC236}">
                <a16:creationId xmlns:a16="http://schemas.microsoft.com/office/drawing/2014/main" id="{9CF572C8-6469-6A49-9E80-CAC533BF882A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025795" y="5114505"/>
            <a:ext cx="2051725" cy="248530"/>
          </a:xfrm>
          <a:prstGeom prst="rect">
            <a:avLst/>
          </a:prstGeom>
        </p:spPr>
        <p:txBody>
          <a:bodyPr wrap="square" lIns="0">
            <a:spAutoFit/>
          </a:bodyPr>
          <a:lstStyle>
            <a:lvl1pPr marL="0" indent="0">
              <a:buNone/>
              <a:defRPr lang="en-US" sz="1200" b="1" kern="1200" spc="0" dirty="0">
                <a:solidFill>
                  <a:schemeClr val="bg1"/>
                </a:solidFill>
                <a:latin typeface="TeleNeo Office ExtraBold" panose="020B0504040202090203" pitchFamily="34" charset="77"/>
                <a:ea typeface="Bebas Neue Bold" charset="0"/>
                <a:cs typeface="Bebas Neue Bold" charset="0"/>
              </a:defRPr>
            </a:lvl1pPr>
          </a:lstStyle>
          <a:p>
            <a:pPr marL="0" lvl="0" algn="l" defTabSz="914400" rtl="0" eaLnBrk="1" latinLnBrk="0" hangingPunct="1">
              <a:lnSpc>
                <a:spcPct val="80000"/>
              </a:lnSpc>
            </a:pPr>
            <a:r>
              <a:rPr lang="en-US"/>
              <a:t>TITLE</a:t>
            </a:r>
          </a:p>
        </p:txBody>
      </p:sp>
    </p:spTree>
    <p:extLst>
      <p:ext uri="{BB962C8B-B14F-4D97-AF65-F5344CB8AC3E}">
        <p14:creationId xmlns:p14="http://schemas.microsoft.com/office/powerpoint/2010/main" val="1204275569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Closing-Slides_Magenta-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C9EC6B5-28C9-4C4D-93A7-A807CAF6B92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114472" y="982469"/>
            <a:ext cx="4055097" cy="4964421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A27289CA-A1C3-D344-B916-42DCF6B9A28B}"/>
              </a:ext>
            </a:extLst>
          </p:cNvPr>
          <p:cNvSpPr/>
          <p:nvPr userDrawn="1"/>
        </p:nvSpPr>
        <p:spPr>
          <a:xfrm>
            <a:off x="889614" y="4587440"/>
            <a:ext cx="2313454" cy="1656800"/>
          </a:xfrm>
          <a:prstGeom prst="rect">
            <a:avLst/>
          </a:prstGeom>
        </p:spPr>
        <p:txBody>
          <a:bodyPr wrap="none" anchor="b" anchorCtr="0">
            <a:spAutoFit/>
          </a:bodyPr>
          <a:lstStyle/>
          <a:p>
            <a:pPr>
              <a:lnSpc>
                <a:spcPct val="80000"/>
              </a:lnSpc>
            </a:pPr>
            <a:r>
              <a:rPr kumimoji="0" lang="en-US" sz="6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eleNeo Office ExtraBold" panose="020B0504040202090203" pitchFamily="34" charset="77"/>
                <a:ea typeface="+mj-ea"/>
                <a:cs typeface="+mj-cs"/>
              </a:rPr>
              <a:t>Thank </a:t>
            </a:r>
            <a:br>
              <a:rPr kumimoji="0" lang="en-US" sz="6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eleNeo Office ExtraBold" panose="020B0504040202090203" pitchFamily="34" charset="77"/>
                <a:ea typeface="+mj-ea"/>
                <a:cs typeface="+mj-cs"/>
              </a:rPr>
            </a:br>
            <a:r>
              <a:rPr kumimoji="0" lang="en-US" sz="6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eleNeo Office ExtraBold" panose="020B0504040202090203" pitchFamily="34" charset="77"/>
                <a:ea typeface="+mj-ea"/>
                <a:cs typeface="+mj-cs"/>
              </a:rPr>
              <a:t>You</a:t>
            </a:r>
            <a:endParaRPr lang="en-US">
              <a:solidFill>
                <a:schemeClr val="bg1"/>
              </a:solidFill>
            </a:endParaRPr>
          </a:p>
        </p:txBody>
      </p:sp>
      <p:pic>
        <p:nvPicPr>
          <p:cNvPr id="4" name="Picture 3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A86D031F-7855-4254-B851-408300F1401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93445" y="6440391"/>
            <a:ext cx="859042" cy="209988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4757C2A6-AF5B-4C2E-939A-FC7553508A70}"/>
              </a:ext>
            </a:extLst>
          </p:cNvPr>
          <p:cNvSpPr/>
          <p:nvPr userDrawn="1"/>
        </p:nvSpPr>
        <p:spPr>
          <a:xfrm>
            <a:off x="10855671" y="6650379"/>
            <a:ext cx="1334590" cy="20762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0" dirty="0">
                <a:solidFill>
                  <a:schemeClr val="bg1"/>
                </a:solidFill>
                <a:latin typeface="+mn-lt"/>
              </a:rPr>
              <a:t>Device &amp; Technology</a:t>
            </a:r>
          </a:p>
        </p:txBody>
      </p:sp>
    </p:spTree>
    <p:extLst>
      <p:ext uri="{BB962C8B-B14F-4D97-AF65-F5344CB8AC3E}">
        <p14:creationId xmlns:p14="http://schemas.microsoft.com/office/powerpoint/2010/main" val="166827099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744">
          <p15:clr>
            <a:srgbClr val="FBAE40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Closing-Slides_Thank-You-Only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15">
            <a:extLst>
              <a:ext uri="{FF2B5EF4-FFF2-40B4-BE49-F238E27FC236}">
                <a16:creationId xmlns:a16="http://schemas.microsoft.com/office/drawing/2014/main" id="{5280C5CB-615C-D84B-A98D-EB13D2803A2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81855" y="5788597"/>
            <a:ext cx="3127157" cy="248530"/>
          </a:xfrm>
        </p:spPr>
        <p:txBody>
          <a:bodyPr lIns="0" tIns="45720" rIns="91440" bIns="45720">
            <a:spAutoFit/>
          </a:bodyPr>
          <a:lstStyle>
            <a:lvl1pPr marL="0" indent="0">
              <a:buNone/>
              <a:defRPr lang="en-US" sz="1200" b="1" kern="1200" spc="300" dirty="0">
                <a:solidFill>
                  <a:schemeClr val="bg1"/>
                </a:solidFill>
                <a:latin typeface="TeleNeo Office ExtraBold" panose="020B0504040202090203" pitchFamily="34" charset="77"/>
                <a:ea typeface="Bebas Neue Bold" charset="0"/>
                <a:cs typeface="Bebas Neue Bold" charset="0"/>
              </a:defRPr>
            </a:lvl1pPr>
            <a:lvl3pPr marL="914400" indent="0">
              <a:buNone/>
              <a:defRPr lang="en-US" sz="1200" b="1" kern="1200" spc="300" dirty="0">
                <a:solidFill>
                  <a:schemeClr val="bg1"/>
                </a:solidFill>
                <a:latin typeface="TeleNeo Office ExtraBold" panose="020B0504040202090203" pitchFamily="34" charset="77"/>
                <a:ea typeface="Bebas Neue Bold" charset="0"/>
                <a:cs typeface="Bebas Neue Bold" charset="0"/>
              </a:defRPr>
            </a:lvl3pPr>
          </a:lstStyle>
          <a:p>
            <a:pPr marL="0" lvl="0" algn="l" defTabSz="914400" rtl="0" eaLnBrk="1" latinLnBrk="0" hangingPunct="1">
              <a:lnSpc>
                <a:spcPct val="80000"/>
              </a:lnSpc>
            </a:pPr>
            <a:r>
              <a:rPr lang="en-US"/>
              <a:t>SUBTEXT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F6584D7-C05B-8540-AF48-0061C87768D8}"/>
              </a:ext>
            </a:extLst>
          </p:cNvPr>
          <p:cNvSpPr/>
          <p:nvPr userDrawn="1"/>
        </p:nvSpPr>
        <p:spPr>
          <a:xfrm>
            <a:off x="889614" y="3950755"/>
            <a:ext cx="2313454" cy="1656800"/>
          </a:xfrm>
          <a:prstGeom prst="rect">
            <a:avLst/>
          </a:prstGeom>
        </p:spPr>
        <p:txBody>
          <a:bodyPr wrap="none" anchor="b" anchorCtr="0">
            <a:spAutoFit/>
          </a:bodyPr>
          <a:lstStyle/>
          <a:p>
            <a:pPr>
              <a:lnSpc>
                <a:spcPct val="80000"/>
              </a:lnSpc>
            </a:pPr>
            <a:r>
              <a:rPr kumimoji="0" lang="en-US" sz="6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eleNeo Office ExtraBold" panose="020B0504040202090203" pitchFamily="34" charset="77"/>
                <a:ea typeface="+mj-ea"/>
                <a:cs typeface="+mj-cs"/>
              </a:rPr>
              <a:t>Thank </a:t>
            </a:r>
            <a:br>
              <a:rPr kumimoji="0" lang="en-US" sz="6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eleNeo Office ExtraBold" panose="020B0504040202090203" pitchFamily="34" charset="77"/>
                <a:ea typeface="+mj-ea"/>
                <a:cs typeface="+mj-cs"/>
              </a:rPr>
            </a:br>
            <a:r>
              <a:rPr kumimoji="0" lang="en-US" sz="6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eleNeo Office ExtraBold" panose="020B0504040202090203" pitchFamily="34" charset="77"/>
                <a:ea typeface="+mj-ea"/>
                <a:cs typeface="+mj-cs"/>
              </a:rPr>
              <a:t>You</a:t>
            </a:r>
            <a:endParaRPr lang="en-US">
              <a:solidFill>
                <a:schemeClr val="bg1"/>
              </a:solidFill>
            </a:endParaRPr>
          </a:p>
        </p:txBody>
      </p:sp>
      <p:pic>
        <p:nvPicPr>
          <p:cNvPr id="4" name="Picture 3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5792B922-6A11-47A0-9D8E-43034D98252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93445" y="6440391"/>
            <a:ext cx="859042" cy="209988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E4A02F9F-50CA-492D-84DD-DF42F805A9EA}"/>
              </a:ext>
            </a:extLst>
          </p:cNvPr>
          <p:cNvSpPr/>
          <p:nvPr userDrawn="1"/>
        </p:nvSpPr>
        <p:spPr>
          <a:xfrm>
            <a:off x="10855671" y="6650379"/>
            <a:ext cx="1334590" cy="20762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0" dirty="0">
                <a:solidFill>
                  <a:schemeClr val="bg1"/>
                </a:solidFill>
                <a:latin typeface="+mn-lt"/>
              </a:rPr>
              <a:t>Device &amp; Technology</a:t>
            </a:r>
          </a:p>
        </p:txBody>
      </p:sp>
    </p:spTree>
    <p:extLst>
      <p:ext uri="{BB962C8B-B14F-4D97-AF65-F5344CB8AC3E}">
        <p14:creationId xmlns:p14="http://schemas.microsoft.com/office/powerpoint/2010/main" val="143470355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744">
          <p15:clr>
            <a:srgbClr val="FBAE40"/>
          </p15:clr>
        </p15:guide>
      </p15:sldGuideLst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Closing-Slides_T-Mobile-Logo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E45C5E5-7464-444C-89B1-C3E7EDF51B2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886200" y="2952750"/>
            <a:ext cx="4419600" cy="952500"/>
          </a:xfrm>
          <a:prstGeom prst="rect">
            <a:avLst/>
          </a:prstGeom>
        </p:spPr>
      </p:pic>
      <p:pic>
        <p:nvPicPr>
          <p:cNvPr id="4" name="Picture 3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D091F2EC-A0EE-4B82-B842-7653A5E61AA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93445" y="6440391"/>
            <a:ext cx="859042" cy="209988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F5350E81-C29B-43B1-8E52-B5B99D9851F2}"/>
              </a:ext>
            </a:extLst>
          </p:cNvPr>
          <p:cNvSpPr/>
          <p:nvPr userDrawn="1"/>
        </p:nvSpPr>
        <p:spPr>
          <a:xfrm>
            <a:off x="10855671" y="6650379"/>
            <a:ext cx="1334590" cy="20762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0" dirty="0">
                <a:solidFill>
                  <a:schemeClr val="bg1"/>
                </a:solidFill>
                <a:latin typeface="+mn-lt"/>
              </a:rPr>
              <a:t>Device &amp; Technology</a:t>
            </a:r>
          </a:p>
        </p:txBody>
      </p:sp>
    </p:spTree>
    <p:extLst>
      <p:ext uri="{BB962C8B-B14F-4D97-AF65-F5344CB8AC3E}">
        <p14:creationId xmlns:p14="http://schemas.microsoft.com/office/powerpoint/2010/main" val="4119723287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Closing-Slides_T-Digit">
    <p:bg>
      <p:bgPr>
        <a:solidFill>
          <a:srgbClr val="E2007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074FE80-8F34-A449-92B4-729B0AD8E58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318760" y="2483492"/>
            <a:ext cx="1554480" cy="1891017"/>
          </a:xfrm>
          <a:prstGeom prst="rect">
            <a:avLst/>
          </a:prstGeom>
        </p:spPr>
      </p:pic>
      <p:pic>
        <p:nvPicPr>
          <p:cNvPr id="3" name="Picture 2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5E61EC96-A339-441B-A815-77C4B163E8E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93445" y="6440391"/>
            <a:ext cx="859042" cy="209988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81DF0D3F-43CC-47EF-9058-B970FD2BF314}"/>
              </a:ext>
            </a:extLst>
          </p:cNvPr>
          <p:cNvSpPr/>
          <p:nvPr userDrawn="1"/>
        </p:nvSpPr>
        <p:spPr>
          <a:xfrm>
            <a:off x="10855671" y="6650379"/>
            <a:ext cx="1334590" cy="20762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0" dirty="0">
                <a:solidFill>
                  <a:schemeClr val="bg1"/>
                </a:solidFill>
                <a:latin typeface="+mn-lt"/>
              </a:rPr>
              <a:t>Device &amp; Technology</a:t>
            </a:r>
          </a:p>
        </p:txBody>
      </p:sp>
    </p:spTree>
    <p:extLst>
      <p:ext uri="{BB962C8B-B14F-4D97-AF65-F5344CB8AC3E}">
        <p14:creationId xmlns:p14="http://schemas.microsoft.com/office/powerpoint/2010/main" val="4220543258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Closing-Slides_Neon-Glow-T-Digit">
    <p:bg>
      <p:bgPr>
        <a:solidFill>
          <a:srgbClr val="E2007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Placeholder 2" descr="Text&#10;&#10;Description automatically generated with low confidence">
            <a:extLst>
              <a:ext uri="{FF2B5EF4-FFF2-40B4-BE49-F238E27FC236}">
                <a16:creationId xmlns:a16="http://schemas.microsoft.com/office/drawing/2014/main" id="{9DE97833-F956-1D4B-8653-97D3229763F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58" r="58"/>
          <a:stretch>
            <a:fillRect/>
          </a:stretch>
        </p:blipFill>
        <p:spPr>
          <a:xfrm>
            <a:off x="0" y="0"/>
            <a:ext cx="12192000" cy="6865495"/>
          </a:xfrm>
          <a:custGeom>
            <a:avLst/>
            <a:gdLst>
              <a:gd name="connsiteX0" fmla="*/ 0 w 24384000"/>
              <a:gd name="connsiteY0" fmla="*/ 0 h 13716000"/>
              <a:gd name="connsiteX1" fmla="*/ 24384000 w 24384000"/>
              <a:gd name="connsiteY1" fmla="*/ 0 h 13716000"/>
              <a:gd name="connsiteX2" fmla="*/ 24384000 w 24384000"/>
              <a:gd name="connsiteY2" fmla="*/ 13716000 h 13716000"/>
              <a:gd name="connsiteX3" fmla="*/ 0 w 24384000"/>
              <a:gd name="connsiteY3" fmla="*/ 13716000 h 1371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384000" h="13716000">
                <a:moveTo>
                  <a:pt x="0" y="0"/>
                </a:moveTo>
                <a:lnTo>
                  <a:pt x="24384000" y="0"/>
                </a:lnTo>
                <a:lnTo>
                  <a:pt x="24384000" y="13716000"/>
                </a:lnTo>
                <a:lnTo>
                  <a:pt x="0" y="13716000"/>
                </a:lnTo>
                <a:close/>
              </a:path>
            </a:pathLst>
          </a:custGeom>
          <a:solidFill>
            <a:srgbClr val="E20074"/>
          </a:solidFill>
        </p:spPr>
      </p:pic>
      <p:pic>
        <p:nvPicPr>
          <p:cNvPr id="4" name="Picture 3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C985DB37-2F1D-41AF-9F44-BD6DB7A26AC3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93445" y="6440391"/>
            <a:ext cx="859042" cy="209988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18FEA026-CBDA-486E-945A-1A3595F4546E}"/>
              </a:ext>
            </a:extLst>
          </p:cNvPr>
          <p:cNvSpPr/>
          <p:nvPr userDrawn="1"/>
        </p:nvSpPr>
        <p:spPr>
          <a:xfrm>
            <a:off x="10855671" y="6650379"/>
            <a:ext cx="1334590" cy="20762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0" dirty="0">
                <a:solidFill>
                  <a:schemeClr val="bg1"/>
                </a:solidFill>
                <a:latin typeface="+mn-lt"/>
              </a:rPr>
              <a:t>Device &amp; Technology</a:t>
            </a:r>
          </a:p>
        </p:txBody>
      </p:sp>
    </p:spTree>
    <p:extLst>
      <p:ext uri="{BB962C8B-B14F-4D97-AF65-F5344CB8AC3E}">
        <p14:creationId xmlns:p14="http://schemas.microsoft.com/office/powerpoint/2010/main" val="819555408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*DARK_CONTENT">
    <p:bg>
      <p:bgPr>
        <a:gradFill>
          <a:gsLst>
            <a:gs pos="29000">
              <a:schemeClr val="bg2">
                <a:alpha val="34000"/>
                <a:lumMod val="98000"/>
                <a:lumOff val="2000"/>
              </a:schemeClr>
            </a:gs>
            <a:gs pos="0">
              <a:schemeClr val="bg2">
                <a:alpha val="26000"/>
                <a:lumMod val="66000"/>
              </a:schemeClr>
            </a:gs>
            <a:gs pos="100000">
              <a:schemeClr val="bg1">
                <a:alpha val="24000"/>
              </a:schemeClr>
            </a:gs>
          </a:gsLst>
          <a:lin ang="162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 userDrawn="1">
            <p:ph type="title"/>
          </p:nvPr>
        </p:nvSpPr>
        <p:spPr>
          <a:xfrm>
            <a:off x="540071" y="384048"/>
            <a:ext cx="11068503" cy="814820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 userDrawn="1">
            <p:ph idx="1"/>
          </p:nvPr>
        </p:nvSpPr>
        <p:spPr>
          <a:xfrm>
            <a:off x="540071" y="1536193"/>
            <a:ext cx="11068503" cy="44417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F2D1CEBF-2DE0-4EDC-96B9-DE7E768556B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906141" y="6276005"/>
            <a:ext cx="379717" cy="320675"/>
          </a:xfrm>
          <a:prstGeom prst="rect">
            <a:avLst/>
          </a:prstGeom>
        </p:spPr>
        <p:txBody>
          <a:bodyPr lIns="0" tIns="0" rIns="0" bIns="0" anchor="b" anchorCtr="0"/>
          <a:lstStyle>
            <a:lvl1pPr algn="ctr">
              <a:defRPr sz="1000">
                <a:solidFill>
                  <a:schemeClr val="bg1"/>
                </a:solidFill>
              </a:defRPr>
            </a:lvl1pPr>
          </a:lstStyle>
          <a:p>
            <a:fld id="{D354CF67-C5F0-4CAE-8117-D09CFBB1DF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9535990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*DARK_2 COLUMN">
    <p:bg>
      <p:bgPr>
        <a:gradFill>
          <a:gsLst>
            <a:gs pos="29000">
              <a:schemeClr val="bg2">
                <a:alpha val="34000"/>
                <a:lumMod val="98000"/>
                <a:lumOff val="2000"/>
              </a:schemeClr>
            </a:gs>
            <a:gs pos="0">
              <a:schemeClr val="bg2">
                <a:alpha val="26000"/>
                <a:lumMod val="66000"/>
              </a:schemeClr>
            </a:gs>
            <a:gs pos="100000">
              <a:schemeClr val="bg1">
                <a:alpha val="24000"/>
              </a:schemeClr>
            </a:gs>
          </a:gsLst>
          <a:lin ang="162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 userDrawn="1">
            <p:ph type="title"/>
          </p:nvPr>
        </p:nvSpPr>
        <p:spPr>
          <a:xfrm>
            <a:off x="540071" y="384048"/>
            <a:ext cx="11068503" cy="814820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 userDrawn="1">
            <p:ph idx="1"/>
          </p:nvPr>
        </p:nvSpPr>
        <p:spPr>
          <a:xfrm>
            <a:off x="540071" y="1536193"/>
            <a:ext cx="5319674" cy="44417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F2D1CEBF-2DE0-4EDC-96B9-DE7E768556B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906141" y="6276005"/>
            <a:ext cx="379717" cy="320675"/>
          </a:xfrm>
          <a:prstGeom prst="rect">
            <a:avLst/>
          </a:prstGeom>
        </p:spPr>
        <p:txBody>
          <a:bodyPr lIns="0" tIns="0" rIns="0" bIns="0" anchor="b" anchorCtr="0"/>
          <a:lstStyle>
            <a:lvl1pPr algn="ctr">
              <a:defRPr sz="1000">
                <a:solidFill>
                  <a:schemeClr val="bg1"/>
                </a:solidFill>
              </a:defRPr>
            </a:lvl1pPr>
          </a:lstStyle>
          <a:p>
            <a:fld id="{D354CF67-C5F0-4CAE-8117-D09CFBB1DF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1D2C5A2C-BFF4-4517-8F5B-FCAE435ACA56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6285859" y="1536193"/>
            <a:ext cx="5319674" cy="44417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76436821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*DARL_TITLE ONLY">
    <p:bg>
      <p:bgPr>
        <a:gradFill>
          <a:gsLst>
            <a:gs pos="29000">
              <a:schemeClr val="bg2">
                <a:alpha val="34000"/>
                <a:lumMod val="98000"/>
                <a:lumOff val="2000"/>
              </a:schemeClr>
            </a:gs>
            <a:gs pos="0">
              <a:schemeClr val="bg2">
                <a:alpha val="26000"/>
                <a:lumMod val="66000"/>
              </a:schemeClr>
            </a:gs>
            <a:gs pos="100000">
              <a:schemeClr val="bg1">
                <a:alpha val="24000"/>
              </a:schemeClr>
            </a:gs>
          </a:gsLst>
          <a:lin ang="162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 userDrawn="1">
            <p:ph type="title"/>
          </p:nvPr>
        </p:nvSpPr>
        <p:spPr>
          <a:xfrm>
            <a:off x="540071" y="384048"/>
            <a:ext cx="11096305" cy="814820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F2D1CEBF-2DE0-4EDC-96B9-DE7E768556B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906141" y="6276005"/>
            <a:ext cx="379717" cy="320675"/>
          </a:xfrm>
          <a:prstGeom prst="rect">
            <a:avLst/>
          </a:prstGeom>
        </p:spPr>
        <p:txBody>
          <a:bodyPr lIns="0" tIns="0" rIns="0" bIns="0" anchor="b" anchorCtr="0"/>
          <a:lstStyle>
            <a:lvl1pPr algn="ctr">
              <a:defRPr sz="1000">
                <a:solidFill>
                  <a:schemeClr val="bg1"/>
                </a:solidFill>
              </a:defRPr>
            </a:lvl1pPr>
          </a:lstStyle>
          <a:p>
            <a:fld id="{D354CF67-C5F0-4CAE-8117-D09CFBB1DF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8136568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* DARK Title Slide ">
    <p:bg>
      <p:bgPr>
        <a:solidFill>
          <a:srgbClr val="DDDDDD">
            <a:alpha val="8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CF81A7D-B252-4319-B933-665CE9A2EBA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" y="894"/>
            <a:ext cx="12191998" cy="6856213"/>
          </a:xfrm>
          <a:prstGeom prst="rect">
            <a:avLst/>
          </a:prstGeom>
        </p:spPr>
      </p:pic>
      <p:sp>
        <p:nvSpPr>
          <p:cNvPr id="117" name="Title 1">
            <a:extLst>
              <a:ext uri="{FF2B5EF4-FFF2-40B4-BE49-F238E27FC236}">
                <a16:creationId xmlns:a16="http://schemas.microsoft.com/office/drawing/2014/main" id="{4ABECCA9-1C1F-4AD5-8289-CCDB7826621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5181" y="2432007"/>
            <a:ext cx="6362918" cy="932236"/>
          </a:xfrm>
        </p:spPr>
        <p:txBody>
          <a:bodyPr/>
          <a:lstStyle>
            <a:lvl1pPr algn="l">
              <a:defRPr sz="4000" b="1">
                <a:solidFill>
                  <a:schemeClr val="bg1"/>
                </a:solidFill>
                <a:latin typeface="TeleGrotesk Next Medium" pitchFamily="2" charset="0"/>
                <a:ea typeface="TeleGrotesk Next Medium" pitchFamily="2" charset="0"/>
                <a:cs typeface="TeleGrotesk Next Medium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8" name="Subtitle 2">
            <a:extLst>
              <a:ext uri="{FF2B5EF4-FFF2-40B4-BE49-F238E27FC236}">
                <a16:creationId xmlns:a16="http://schemas.microsoft.com/office/drawing/2014/main" id="{98FBF283-FCFB-48CB-8F31-F904B30E37F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6107" y="3459173"/>
            <a:ext cx="6362058" cy="476003"/>
          </a:xfrm>
        </p:spPr>
        <p:txBody>
          <a:bodyPr/>
          <a:lstStyle>
            <a:lvl1pPr marL="0" indent="0" algn="l">
              <a:buNone/>
              <a:defRPr sz="2800">
                <a:solidFill>
                  <a:schemeClr val="bg1"/>
                </a:solidFill>
                <a:latin typeface="TeleGrotesk Next Medium" pitchFamily="2" charset="0"/>
                <a:ea typeface="TeleGrotesk Next Medium" pitchFamily="2" charset="0"/>
                <a:cs typeface="TeleGrotesk Next Medium" pitchFamily="2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354AA50-2A18-4A44-9739-9A302CFE9A11}"/>
              </a:ext>
            </a:extLst>
          </p:cNvPr>
          <p:cNvSpPr txBox="1"/>
          <p:nvPr userDrawn="1"/>
        </p:nvSpPr>
        <p:spPr>
          <a:xfrm>
            <a:off x="613046" y="6506172"/>
            <a:ext cx="1354823" cy="153888"/>
          </a:xfrm>
          <a:prstGeom prst="rect">
            <a:avLst/>
          </a:prstGeom>
          <a:noFill/>
        </p:spPr>
        <p:txBody>
          <a:bodyPr vert="horz" wrap="square" lIns="0" tIns="0" rIns="0" bIns="0" rtlCol="0" anchor="b" anchorCtr="0">
            <a:spAutoFit/>
          </a:bodyPr>
          <a:lstStyle/>
          <a:p>
            <a:pPr algn="l"/>
            <a:r>
              <a:rPr lang="en-US" sz="1000">
                <a:solidFill>
                  <a:schemeClr val="bg1"/>
                </a:solidFill>
              </a:rPr>
              <a:t>T-Mobile Confidential</a:t>
            </a:r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8F3E733A-B3E6-4C22-B567-BBF90B4E61C8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49385" y="613478"/>
            <a:ext cx="1095804" cy="337174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D77C5730-44FA-4C7B-AB3B-CA9B85B30DD8}"/>
              </a:ext>
            </a:extLst>
          </p:cNvPr>
          <p:cNvSpPr txBox="1"/>
          <p:nvPr userDrawn="1"/>
        </p:nvSpPr>
        <p:spPr>
          <a:xfrm>
            <a:off x="4001476" y="560861"/>
            <a:ext cx="7577745" cy="26161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1700" kern="1200" cap="all" baseline="0">
                <a:solidFill>
                  <a:schemeClr val="accent1"/>
                </a:solidFill>
                <a:latin typeface="+mj-lt"/>
                <a:ea typeface="+mn-ea"/>
                <a:cs typeface="+mn-cs"/>
              </a:rPr>
              <a:t>Delivering the future of wireless.</a:t>
            </a:r>
          </a:p>
        </p:txBody>
      </p:sp>
      <p:pic>
        <p:nvPicPr>
          <p:cNvPr id="8" name="Picture 7" descr="A picture containing text, clock, gauge&#10;&#10;Description automatically generated">
            <a:extLst>
              <a:ext uri="{FF2B5EF4-FFF2-40B4-BE49-F238E27FC236}">
                <a16:creationId xmlns:a16="http://schemas.microsoft.com/office/drawing/2014/main" id="{5FA4DFB2-4775-4180-8162-1655E5F7B742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02158" y="158919"/>
            <a:ext cx="366905" cy="4000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0450168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*Photo_back 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Hoto" descr="A person standing in front of a computer&#10;&#10;Description automatically generated">
            <a:extLst>
              <a:ext uri="{FF2B5EF4-FFF2-40B4-BE49-F238E27FC236}">
                <a16:creationId xmlns:a16="http://schemas.microsoft.com/office/drawing/2014/main" id="{CF692B41-96E4-4162-BD4E-6FD7047C220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1" y="0"/>
            <a:ext cx="12192000" cy="6858000"/>
          </a:xfrm>
          <a:prstGeom prst="rect">
            <a:avLst/>
          </a:prstGeom>
        </p:spPr>
      </p:pic>
      <p:pic>
        <p:nvPicPr>
          <p:cNvPr id="4" name="Overlay for Photos">
            <a:extLst>
              <a:ext uri="{FF2B5EF4-FFF2-40B4-BE49-F238E27FC236}">
                <a16:creationId xmlns:a16="http://schemas.microsoft.com/office/drawing/2014/main" id="{B82F0338-4563-4C15-AC7D-A37DC724CCF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893"/>
            <a:ext cx="12191999" cy="6856214"/>
          </a:xfrm>
          <a:prstGeom prst="rect">
            <a:avLst/>
          </a:prstGeom>
        </p:spPr>
      </p:pic>
      <p:sp>
        <p:nvSpPr>
          <p:cNvPr id="7" name="Black Gradient">
            <a:extLst>
              <a:ext uri="{FF2B5EF4-FFF2-40B4-BE49-F238E27FC236}">
                <a16:creationId xmlns:a16="http://schemas.microsoft.com/office/drawing/2014/main" id="{7100C2CE-12DF-4C2D-9D22-EDF097E2E11E}"/>
              </a:ext>
            </a:extLst>
          </p:cNvPr>
          <p:cNvSpPr/>
          <p:nvPr userDrawn="1"/>
        </p:nvSpPr>
        <p:spPr>
          <a:xfrm>
            <a:off x="0" y="-893"/>
            <a:ext cx="12191999" cy="6858000"/>
          </a:xfrm>
          <a:prstGeom prst="rect">
            <a:avLst/>
          </a:prstGeom>
          <a:gradFill flip="none" rotWithShape="1">
            <a:gsLst>
              <a:gs pos="0">
                <a:schemeClr val="tx1"/>
              </a:gs>
              <a:gs pos="72000">
                <a:schemeClr val="tx1">
                  <a:alpha val="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17" name="Title 1">
            <a:extLst>
              <a:ext uri="{FF2B5EF4-FFF2-40B4-BE49-F238E27FC236}">
                <a16:creationId xmlns:a16="http://schemas.microsoft.com/office/drawing/2014/main" id="{4ABECCA9-1C1F-4AD5-8289-CCDB7826621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5181" y="2432007"/>
            <a:ext cx="6362918" cy="932236"/>
          </a:xfrm>
        </p:spPr>
        <p:txBody>
          <a:bodyPr/>
          <a:lstStyle>
            <a:lvl1pPr algn="l">
              <a:defRPr sz="40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8" name="Subtitle 2">
            <a:extLst>
              <a:ext uri="{FF2B5EF4-FFF2-40B4-BE49-F238E27FC236}">
                <a16:creationId xmlns:a16="http://schemas.microsoft.com/office/drawing/2014/main" id="{98FBF283-FCFB-48CB-8F31-F904B30E37F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6107" y="3459173"/>
            <a:ext cx="6362058" cy="476003"/>
          </a:xfrm>
        </p:spPr>
        <p:txBody>
          <a:bodyPr/>
          <a:lstStyle>
            <a:lvl1pPr marL="0" indent="0" algn="l">
              <a:buNone/>
              <a:defRPr sz="2800"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29" name="Confidential">
            <a:extLst>
              <a:ext uri="{FF2B5EF4-FFF2-40B4-BE49-F238E27FC236}">
                <a16:creationId xmlns:a16="http://schemas.microsoft.com/office/drawing/2014/main" id="{A354AA50-2A18-4A44-9739-9A302CFE9A11}"/>
              </a:ext>
            </a:extLst>
          </p:cNvPr>
          <p:cNvSpPr txBox="1"/>
          <p:nvPr userDrawn="1"/>
        </p:nvSpPr>
        <p:spPr>
          <a:xfrm>
            <a:off x="613046" y="6506172"/>
            <a:ext cx="1354823" cy="153888"/>
          </a:xfrm>
          <a:prstGeom prst="rect">
            <a:avLst/>
          </a:prstGeom>
          <a:noFill/>
        </p:spPr>
        <p:txBody>
          <a:bodyPr vert="horz" wrap="square" lIns="0" tIns="0" rIns="0" bIns="0" rtlCol="0" anchor="b" anchorCtr="0">
            <a:spAutoFit/>
          </a:bodyPr>
          <a:lstStyle/>
          <a:p>
            <a:pPr algn="l"/>
            <a:r>
              <a:rPr lang="en-US" sz="1000">
                <a:solidFill>
                  <a:schemeClr val="bg1"/>
                </a:solidFill>
              </a:rPr>
              <a:t>T-Mobile Confidential</a:t>
            </a:r>
          </a:p>
        </p:txBody>
      </p:sp>
      <p:pic>
        <p:nvPicPr>
          <p:cNvPr id="12" name="Logo">
            <a:extLst>
              <a:ext uri="{FF2B5EF4-FFF2-40B4-BE49-F238E27FC236}">
                <a16:creationId xmlns:a16="http://schemas.microsoft.com/office/drawing/2014/main" id="{8F3E733A-B3E6-4C22-B567-BBF90B4E61C8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49385" y="613478"/>
            <a:ext cx="1095804" cy="337174"/>
          </a:xfrm>
          <a:prstGeom prst="rect">
            <a:avLst/>
          </a:prstGeom>
        </p:spPr>
      </p:pic>
      <p:sp>
        <p:nvSpPr>
          <p:cNvPr id="13" name="Tagline">
            <a:extLst>
              <a:ext uri="{FF2B5EF4-FFF2-40B4-BE49-F238E27FC236}">
                <a16:creationId xmlns:a16="http://schemas.microsoft.com/office/drawing/2014/main" id="{D77C5730-44FA-4C7B-AB3B-CA9B85B30DD8}"/>
              </a:ext>
            </a:extLst>
          </p:cNvPr>
          <p:cNvSpPr txBox="1"/>
          <p:nvPr userDrawn="1"/>
        </p:nvSpPr>
        <p:spPr>
          <a:xfrm>
            <a:off x="4001476" y="560861"/>
            <a:ext cx="7577745" cy="26161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1700" kern="1200" cap="all" baseline="0">
                <a:solidFill>
                  <a:schemeClr val="accent1"/>
                </a:solidFill>
                <a:latin typeface="+mj-lt"/>
                <a:ea typeface="+mn-ea"/>
                <a:cs typeface="+mn-cs"/>
              </a:rPr>
              <a:t>Delivering the future of wireless.</a:t>
            </a:r>
          </a:p>
        </p:txBody>
      </p:sp>
      <p:pic>
        <p:nvPicPr>
          <p:cNvPr id="9" name="Bars" descr="A close up of a logo&#10;&#10;Description automatically generated">
            <a:extLst>
              <a:ext uri="{FF2B5EF4-FFF2-40B4-BE49-F238E27FC236}">
                <a16:creationId xmlns:a16="http://schemas.microsoft.com/office/drawing/2014/main" id="{534C93B1-86E5-4B0F-BF6E-58DE89025E61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" y="893"/>
            <a:ext cx="12192000" cy="68562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1109584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*Photo_back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Hoto">
            <a:extLst>
              <a:ext uri="{FF2B5EF4-FFF2-40B4-BE49-F238E27FC236}">
                <a16:creationId xmlns:a16="http://schemas.microsoft.com/office/drawing/2014/main" id="{CF692B41-96E4-4162-BD4E-6FD7047C220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0"/>
            <a:ext cx="12192000" cy="6858000"/>
          </a:xfrm>
          <a:prstGeom prst="rect">
            <a:avLst/>
          </a:prstGeom>
        </p:spPr>
      </p:pic>
      <p:pic>
        <p:nvPicPr>
          <p:cNvPr id="4" name="Overlay for Photos">
            <a:extLst>
              <a:ext uri="{FF2B5EF4-FFF2-40B4-BE49-F238E27FC236}">
                <a16:creationId xmlns:a16="http://schemas.microsoft.com/office/drawing/2014/main" id="{B82F0338-4563-4C15-AC7D-A37DC724CCF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893"/>
            <a:ext cx="12191999" cy="6856214"/>
          </a:xfrm>
          <a:prstGeom prst="rect">
            <a:avLst/>
          </a:prstGeom>
        </p:spPr>
      </p:pic>
      <p:sp>
        <p:nvSpPr>
          <p:cNvPr id="7" name="Black Gradient">
            <a:extLst>
              <a:ext uri="{FF2B5EF4-FFF2-40B4-BE49-F238E27FC236}">
                <a16:creationId xmlns:a16="http://schemas.microsoft.com/office/drawing/2014/main" id="{7100C2CE-12DF-4C2D-9D22-EDF097E2E11E}"/>
              </a:ext>
            </a:extLst>
          </p:cNvPr>
          <p:cNvSpPr/>
          <p:nvPr userDrawn="1"/>
        </p:nvSpPr>
        <p:spPr>
          <a:xfrm>
            <a:off x="0" y="-893"/>
            <a:ext cx="12191999" cy="6858000"/>
          </a:xfrm>
          <a:prstGeom prst="rect">
            <a:avLst/>
          </a:prstGeom>
          <a:gradFill flip="none" rotWithShape="1">
            <a:gsLst>
              <a:gs pos="0">
                <a:schemeClr val="tx1"/>
              </a:gs>
              <a:gs pos="72000">
                <a:schemeClr val="tx1">
                  <a:alpha val="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17" name="Title 1">
            <a:extLst>
              <a:ext uri="{FF2B5EF4-FFF2-40B4-BE49-F238E27FC236}">
                <a16:creationId xmlns:a16="http://schemas.microsoft.com/office/drawing/2014/main" id="{4ABECCA9-1C1F-4AD5-8289-CCDB7826621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5181" y="2432007"/>
            <a:ext cx="6362918" cy="932236"/>
          </a:xfrm>
        </p:spPr>
        <p:txBody>
          <a:bodyPr/>
          <a:lstStyle>
            <a:lvl1pPr algn="l">
              <a:defRPr sz="40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8" name="Subtitle 2">
            <a:extLst>
              <a:ext uri="{FF2B5EF4-FFF2-40B4-BE49-F238E27FC236}">
                <a16:creationId xmlns:a16="http://schemas.microsoft.com/office/drawing/2014/main" id="{98FBF283-FCFB-48CB-8F31-F904B30E37F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6107" y="3459173"/>
            <a:ext cx="6362058" cy="476003"/>
          </a:xfrm>
        </p:spPr>
        <p:txBody>
          <a:bodyPr/>
          <a:lstStyle>
            <a:lvl1pPr marL="0" indent="0" algn="l">
              <a:buNone/>
              <a:defRPr sz="2800"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29" name="Confidential">
            <a:extLst>
              <a:ext uri="{FF2B5EF4-FFF2-40B4-BE49-F238E27FC236}">
                <a16:creationId xmlns:a16="http://schemas.microsoft.com/office/drawing/2014/main" id="{A354AA50-2A18-4A44-9739-9A302CFE9A11}"/>
              </a:ext>
            </a:extLst>
          </p:cNvPr>
          <p:cNvSpPr txBox="1"/>
          <p:nvPr userDrawn="1"/>
        </p:nvSpPr>
        <p:spPr>
          <a:xfrm>
            <a:off x="613046" y="6506172"/>
            <a:ext cx="1354823" cy="153888"/>
          </a:xfrm>
          <a:prstGeom prst="rect">
            <a:avLst/>
          </a:prstGeom>
          <a:noFill/>
        </p:spPr>
        <p:txBody>
          <a:bodyPr vert="horz" wrap="square" lIns="0" tIns="0" rIns="0" bIns="0" rtlCol="0" anchor="b" anchorCtr="0">
            <a:spAutoFit/>
          </a:bodyPr>
          <a:lstStyle/>
          <a:p>
            <a:pPr algn="l"/>
            <a:r>
              <a:rPr lang="en-US" sz="1000">
                <a:solidFill>
                  <a:schemeClr val="bg1"/>
                </a:solidFill>
              </a:rPr>
              <a:t>T-Mobile Confidential</a:t>
            </a:r>
          </a:p>
        </p:txBody>
      </p:sp>
      <p:pic>
        <p:nvPicPr>
          <p:cNvPr id="12" name="Logo">
            <a:extLst>
              <a:ext uri="{FF2B5EF4-FFF2-40B4-BE49-F238E27FC236}">
                <a16:creationId xmlns:a16="http://schemas.microsoft.com/office/drawing/2014/main" id="{8F3E733A-B3E6-4C22-B567-BBF90B4E61C8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49385" y="613478"/>
            <a:ext cx="1095804" cy="337174"/>
          </a:xfrm>
          <a:prstGeom prst="rect">
            <a:avLst/>
          </a:prstGeom>
        </p:spPr>
      </p:pic>
      <p:sp>
        <p:nvSpPr>
          <p:cNvPr id="13" name="Tagline">
            <a:extLst>
              <a:ext uri="{FF2B5EF4-FFF2-40B4-BE49-F238E27FC236}">
                <a16:creationId xmlns:a16="http://schemas.microsoft.com/office/drawing/2014/main" id="{D77C5730-44FA-4C7B-AB3B-CA9B85B30DD8}"/>
              </a:ext>
            </a:extLst>
          </p:cNvPr>
          <p:cNvSpPr txBox="1"/>
          <p:nvPr userDrawn="1"/>
        </p:nvSpPr>
        <p:spPr>
          <a:xfrm>
            <a:off x="4001476" y="560861"/>
            <a:ext cx="7577745" cy="26161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1700" kern="1200" cap="all" baseline="0">
                <a:solidFill>
                  <a:schemeClr val="accent1"/>
                </a:solidFill>
                <a:latin typeface="+mj-lt"/>
                <a:ea typeface="+mn-ea"/>
                <a:cs typeface="+mn-cs"/>
              </a:rPr>
              <a:t>Delivering the future of wireless.</a:t>
            </a:r>
          </a:p>
        </p:txBody>
      </p:sp>
      <p:pic>
        <p:nvPicPr>
          <p:cNvPr id="9" name="Bars" descr="A close up of a logo&#10;&#10;Description automatically generated">
            <a:extLst>
              <a:ext uri="{FF2B5EF4-FFF2-40B4-BE49-F238E27FC236}">
                <a16:creationId xmlns:a16="http://schemas.microsoft.com/office/drawing/2014/main" id="{534C93B1-86E5-4B0F-BF6E-58DE89025E61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" y="893"/>
            <a:ext cx="12192000" cy="68562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2362050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*Photo_back 3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Hoto">
            <a:extLst>
              <a:ext uri="{FF2B5EF4-FFF2-40B4-BE49-F238E27FC236}">
                <a16:creationId xmlns:a16="http://schemas.microsoft.com/office/drawing/2014/main" id="{7D6186B1-4B69-4C39-AAB6-AB908978DE4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0521" cy="6858000"/>
          </a:xfrm>
          <a:prstGeom prst="rect">
            <a:avLst/>
          </a:prstGeom>
        </p:spPr>
      </p:pic>
      <p:pic>
        <p:nvPicPr>
          <p:cNvPr id="4" name="Overlay for Photos">
            <a:extLst>
              <a:ext uri="{FF2B5EF4-FFF2-40B4-BE49-F238E27FC236}">
                <a16:creationId xmlns:a16="http://schemas.microsoft.com/office/drawing/2014/main" id="{B82F0338-4563-4C15-AC7D-A37DC724CCF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893"/>
            <a:ext cx="12191999" cy="6856214"/>
          </a:xfrm>
          <a:prstGeom prst="rect">
            <a:avLst/>
          </a:prstGeom>
        </p:spPr>
      </p:pic>
      <p:sp>
        <p:nvSpPr>
          <p:cNvPr id="7" name="Black Gradient">
            <a:extLst>
              <a:ext uri="{FF2B5EF4-FFF2-40B4-BE49-F238E27FC236}">
                <a16:creationId xmlns:a16="http://schemas.microsoft.com/office/drawing/2014/main" id="{7100C2CE-12DF-4C2D-9D22-EDF097E2E11E}"/>
              </a:ext>
            </a:extLst>
          </p:cNvPr>
          <p:cNvSpPr/>
          <p:nvPr userDrawn="1"/>
        </p:nvSpPr>
        <p:spPr>
          <a:xfrm>
            <a:off x="0" y="-893"/>
            <a:ext cx="12191999" cy="6858000"/>
          </a:xfrm>
          <a:prstGeom prst="rect">
            <a:avLst/>
          </a:prstGeom>
          <a:gradFill flip="none" rotWithShape="1">
            <a:gsLst>
              <a:gs pos="0">
                <a:schemeClr val="tx1"/>
              </a:gs>
              <a:gs pos="72000">
                <a:schemeClr val="tx1">
                  <a:alpha val="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17" name="Title 1">
            <a:extLst>
              <a:ext uri="{FF2B5EF4-FFF2-40B4-BE49-F238E27FC236}">
                <a16:creationId xmlns:a16="http://schemas.microsoft.com/office/drawing/2014/main" id="{4ABECCA9-1C1F-4AD5-8289-CCDB7826621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5181" y="2432007"/>
            <a:ext cx="6362918" cy="932236"/>
          </a:xfrm>
        </p:spPr>
        <p:txBody>
          <a:bodyPr/>
          <a:lstStyle>
            <a:lvl1pPr algn="l">
              <a:defRPr sz="40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8" name="Subtitle 2">
            <a:extLst>
              <a:ext uri="{FF2B5EF4-FFF2-40B4-BE49-F238E27FC236}">
                <a16:creationId xmlns:a16="http://schemas.microsoft.com/office/drawing/2014/main" id="{98FBF283-FCFB-48CB-8F31-F904B30E37F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6107" y="3459173"/>
            <a:ext cx="6362058" cy="476003"/>
          </a:xfrm>
        </p:spPr>
        <p:txBody>
          <a:bodyPr/>
          <a:lstStyle>
            <a:lvl1pPr marL="0" indent="0" algn="l">
              <a:buNone/>
              <a:defRPr sz="2800"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29" name="Confidential">
            <a:extLst>
              <a:ext uri="{FF2B5EF4-FFF2-40B4-BE49-F238E27FC236}">
                <a16:creationId xmlns:a16="http://schemas.microsoft.com/office/drawing/2014/main" id="{A354AA50-2A18-4A44-9739-9A302CFE9A11}"/>
              </a:ext>
            </a:extLst>
          </p:cNvPr>
          <p:cNvSpPr txBox="1"/>
          <p:nvPr userDrawn="1"/>
        </p:nvSpPr>
        <p:spPr>
          <a:xfrm>
            <a:off x="613046" y="6506172"/>
            <a:ext cx="1354823" cy="153888"/>
          </a:xfrm>
          <a:prstGeom prst="rect">
            <a:avLst/>
          </a:prstGeom>
          <a:noFill/>
        </p:spPr>
        <p:txBody>
          <a:bodyPr vert="horz" wrap="square" lIns="0" tIns="0" rIns="0" bIns="0" rtlCol="0" anchor="b" anchorCtr="0">
            <a:spAutoFit/>
          </a:bodyPr>
          <a:lstStyle/>
          <a:p>
            <a:pPr algn="l"/>
            <a:r>
              <a:rPr lang="en-US" sz="1000">
                <a:solidFill>
                  <a:schemeClr val="bg1"/>
                </a:solidFill>
              </a:rPr>
              <a:t>T-Mobile Confidential</a:t>
            </a:r>
          </a:p>
        </p:txBody>
      </p:sp>
      <p:pic>
        <p:nvPicPr>
          <p:cNvPr id="12" name="Logo">
            <a:extLst>
              <a:ext uri="{FF2B5EF4-FFF2-40B4-BE49-F238E27FC236}">
                <a16:creationId xmlns:a16="http://schemas.microsoft.com/office/drawing/2014/main" id="{8F3E733A-B3E6-4C22-B567-BBF90B4E61C8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49385" y="613478"/>
            <a:ext cx="1095804" cy="337174"/>
          </a:xfrm>
          <a:prstGeom prst="rect">
            <a:avLst/>
          </a:prstGeom>
        </p:spPr>
      </p:pic>
      <p:sp>
        <p:nvSpPr>
          <p:cNvPr id="13" name="Tagline">
            <a:extLst>
              <a:ext uri="{FF2B5EF4-FFF2-40B4-BE49-F238E27FC236}">
                <a16:creationId xmlns:a16="http://schemas.microsoft.com/office/drawing/2014/main" id="{D77C5730-44FA-4C7B-AB3B-CA9B85B30DD8}"/>
              </a:ext>
            </a:extLst>
          </p:cNvPr>
          <p:cNvSpPr txBox="1"/>
          <p:nvPr userDrawn="1"/>
        </p:nvSpPr>
        <p:spPr>
          <a:xfrm>
            <a:off x="4001476" y="560861"/>
            <a:ext cx="7577745" cy="26161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1700" kern="1200" cap="all" baseline="0">
                <a:solidFill>
                  <a:schemeClr val="accent1"/>
                </a:solidFill>
                <a:latin typeface="+mj-lt"/>
                <a:ea typeface="+mn-ea"/>
                <a:cs typeface="+mn-cs"/>
              </a:rPr>
              <a:t>Delivering the future of wireless.</a:t>
            </a:r>
          </a:p>
        </p:txBody>
      </p:sp>
      <p:pic>
        <p:nvPicPr>
          <p:cNvPr id="9" name="Bars" descr="A close up of a logo&#10;&#10;Description automatically generated">
            <a:extLst>
              <a:ext uri="{FF2B5EF4-FFF2-40B4-BE49-F238E27FC236}">
                <a16:creationId xmlns:a16="http://schemas.microsoft.com/office/drawing/2014/main" id="{534C93B1-86E5-4B0F-BF6E-58DE89025E61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1479" y="893"/>
            <a:ext cx="12192000" cy="68562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2248935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*Photo_back 4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Hoto">
            <a:extLst>
              <a:ext uri="{FF2B5EF4-FFF2-40B4-BE49-F238E27FC236}">
                <a16:creationId xmlns:a16="http://schemas.microsoft.com/office/drawing/2014/main" id="{7D6186B1-4B69-4C39-AAB6-AB908978DE4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0"/>
            <a:ext cx="12191999" cy="6858000"/>
          </a:xfrm>
          <a:prstGeom prst="rect">
            <a:avLst/>
          </a:prstGeom>
        </p:spPr>
      </p:pic>
      <p:pic>
        <p:nvPicPr>
          <p:cNvPr id="4" name="Overlay for Photos">
            <a:extLst>
              <a:ext uri="{FF2B5EF4-FFF2-40B4-BE49-F238E27FC236}">
                <a16:creationId xmlns:a16="http://schemas.microsoft.com/office/drawing/2014/main" id="{B82F0338-4563-4C15-AC7D-A37DC724CCF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893"/>
            <a:ext cx="12191999" cy="6856214"/>
          </a:xfrm>
          <a:prstGeom prst="rect">
            <a:avLst/>
          </a:prstGeom>
        </p:spPr>
      </p:pic>
      <p:sp>
        <p:nvSpPr>
          <p:cNvPr id="7" name="Black Gradient">
            <a:extLst>
              <a:ext uri="{FF2B5EF4-FFF2-40B4-BE49-F238E27FC236}">
                <a16:creationId xmlns:a16="http://schemas.microsoft.com/office/drawing/2014/main" id="{7100C2CE-12DF-4C2D-9D22-EDF097E2E11E}"/>
              </a:ext>
            </a:extLst>
          </p:cNvPr>
          <p:cNvSpPr/>
          <p:nvPr userDrawn="1"/>
        </p:nvSpPr>
        <p:spPr>
          <a:xfrm>
            <a:off x="0" y="-893"/>
            <a:ext cx="12191999" cy="6858000"/>
          </a:xfrm>
          <a:prstGeom prst="rect">
            <a:avLst/>
          </a:prstGeom>
          <a:gradFill flip="none" rotWithShape="1">
            <a:gsLst>
              <a:gs pos="0">
                <a:schemeClr val="tx1"/>
              </a:gs>
              <a:gs pos="72000">
                <a:schemeClr val="tx1">
                  <a:alpha val="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17" name="Title 1">
            <a:extLst>
              <a:ext uri="{FF2B5EF4-FFF2-40B4-BE49-F238E27FC236}">
                <a16:creationId xmlns:a16="http://schemas.microsoft.com/office/drawing/2014/main" id="{4ABECCA9-1C1F-4AD5-8289-CCDB7826621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5181" y="2432007"/>
            <a:ext cx="6362918" cy="932236"/>
          </a:xfrm>
        </p:spPr>
        <p:txBody>
          <a:bodyPr/>
          <a:lstStyle>
            <a:lvl1pPr algn="l">
              <a:defRPr sz="40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8" name="Subtitle 2">
            <a:extLst>
              <a:ext uri="{FF2B5EF4-FFF2-40B4-BE49-F238E27FC236}">
                <a16:creationId xmlns:a16="http://schemas.microsoft.com/office/drawing/2014/main" id="{98FBF283-FCFB-48CB-8F31-F904B30E37F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6107" y="3459173"/>
            <a:ext cx="6362058" cy="476003"/>
          </a:xfrm>
        </p:spPr>
        <p:txBody>
          <a:bodyPr/>
          <a:lstStyle>
            <a:lvl1pPr marL="0" indent="0" algn="l">
              <a:buNone/>
              <a:defRPr sz="2800"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29" name="Confidential">
            <a:extLst>
              <a:ext uri="{FF2B5EF4-FFF2-40B4-BE49-F238E27FC236}">
                <a16:creationId xmlns:a16="http://schemas.microsoft.com/office/drawing/2014/main" id="{A354AA50-2A18-4A44-9739-9A302CFE9A11}"/>
              </a:ext>
            </a:extLst>
          </p:cNvPr>
          <p:cNvSpPr txBox="1"/>
          <p:nvPr userDrawn="1"/>
        </p:nvSpPr>
        <p:spPr>
          <a:xfrm>
            <a:off x="613046" y="6506172"/>
            <a:ext cx="1354823" cy="153888"/>
          </a:xfrm>
          <a:prstGeom prst="rect">
            <a:avLst/>
          </a:prstGeom>
          <a:noFill/>
        </p:spPr>
        <p:txBody>
          <a:bodyPr vert="horz" wrap="square" lIns="0" tIns="0" rIns="0" bIns="0" rtlCol="0" anchor="b" anchorCtr="0">
            <a:spAutoFit/>
          </a:bodyPr>
          <a:lstStyle/>
          <a:p>
            <a:pPr algn="l"/>
            <a:r>
              <a:rPr lang="en-US" sz="1000">
                <a:solidFill>
                  <a:schemeClr val="bg1"/>
                </a:solidFill>
              </a:rPr>
              <a:t>T-Mobile Confidential</a:t>
            </a:r>
          </a:p>
        </p:txBody>
      </p:sp>
      <p:pic>
        <p:nvPicPr>
          <p:cNvPr id="12" name="Logo">
            <a:extLst>
              <a:ext uri="{FF2B5EF4-FFF2-40B4-BE49-F238E27FC236}">
                <a16:creationId xmlns:a16="http://schemas.microsoft.com/office/drawing/2014/main" id="{8F3E733A-B3E6-4C22-B567-BBF90B4E61C8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49385" y="613478"/>
            <a:ext cx="1095804" cy="337174"/>
          </a:xfrm>
          <a:prstGeom prst="rect">
            <a:avLst/>
          </a:prstGeom>
        </p:spPr>
      </p:pic>
      <p:sp>
        <p:nvSpPr>
          <p:cNvPr id="13" name="Tagline">
            <a:extLst>
              <a:ext uri="{FF2B5EF4-FFF2-40B4-BE49-F238E27FC236}">
                <a16:creationId xmlns:a16="http://schemas.microsoft.com/office/drawing/2014/main" id="{D77C5730-44FA-4C7B-AB3B-CA9B85B30DD8}"/>
              </a:ext>
            </a:extLst>
          </p:cNvPr>
          <p:cNvSpPr txBox="1"/>
          <p:nvPr userDrawn="1"/>
        </p:nvSpPr>
        <p:spPr>
          <a:xfrm>
            <a:off x="4001476" y="560861"/>
            <a:ext cx="7577745" cy="26161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1700" kern="1200" cap="all" baseline="0">
                <a:solidFill>
                  <a:schemeClr val="accent1"/>
                </a:solidFill>
                <a:latin typeface="+mj-lt"/>
                <a:ea typeface="+mn-ea"/>
                <a:cs typeface="+mn-cs"/>
              </a:rPr>
              <a:t>Delivering the future of wireless.</a:t>
            </a:r>
          </a:p>
        </p:txBody>
      </p:sp>
      <p:pic>
        <p:nvPicPr>
          <p:cNvPr id="9" name="Bars" descr="A close up of a logo&#10;&#10;Description automatically generated">
            <a:extLst>
              <a:ext uri="{FF2B5EF4-FFF2-40B4-BE49-F238E27FC236}">
                <a16:creationId xmlns:a16="http://schemas.microsoft.com/office/drawing/2014/main" id="{534C93B1-86E5-4B0F-BF6E-58DE89025E61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" y="893"/>
            <a:ext cx="12192000" cy="68562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1662916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*DARK Title Slide - photo">
    <p:bg>
      <p:bgPr>
        <a:solidFill>
          <a:srgbClr val="DDDDDD">
            <a:alpha val="8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9E84651D-DA33-4086-A980-A1D03AE26D0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>
            <a:off x="0" y="225"/>
            <a:ext cx="12191999" cy="6856213"/>
          </a:xfrm>
          <a:prstGeom prst="rect">
            <a:avLst/>
          </a:prstGeom>
        </p:spPr>
      </p:pic>
      <p:sp>
        <p:nvSpPr>
          <p:cNvPr id="117" name="Title 1">
            <a:extLst>
              <a:ext uri="{FF2B5EF4-FFF2-40B4-BE49-F238E27FC236}">
                <a16:creationId xmlns:a16="http://schemas.microsoft.com/office/drawing/2014/main" id="{4ABECCA9-1C1F-4AD5-8289-CCDB7826621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5181" y="2840055"/>
            <a:ext cx="4169663" cy="932236"/>
          </a:xfrm>
        </p:spPr>
        <p:txBody>
          <a:bodyPr/>
          <a:lstStyle>
            <a:lvl1pPr algn="l">
              <a:defRPr sz="40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8" name="Subtitle 2">
            <a:extLst>
              <a:ext uri="{FF2B5EF4-FFF2-40B4-BE49-F238E27FC236}">
                <a16:creationId xmlns:a16="http://schemas.microsoft.com/office/drawing/2014/main" id="{98FBF283-FCFB-48CB-8F31-F904B30E37F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6108" y="3867221"/>
            <a:ext cx="4169100" cy="476003"/>
          </a:xfrm>
        </p:spPr>
        <p:txBody>
          <a:bodyPr/>
          <a:lstStyle>
            <a:lvl1pPr marL="0" indent="0" algn="l">
              <a:buNone/>
              <a:defRPr sz="2800"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354AA50-2A18-4A44-9739-9A302CFE9A11}"/>
              </a:ext>
            </a:extLst>
          </p:cNvPr>
          <p:cNvSpPr txBox="1"/>
          <p:nvPr userDrawn="1"/>
        </p:nvSpPr>
        <p:spPr>
          <a:xfrm>
            <a:off x="613046" y="6506172"/>
            <a:ext cx="1354823" cy="153888"/>
          </a:xfrm>
          <a:prstGeom prst="rect">
            <a:avLst/>
          </a:prstGeom>
          <a:noFill/>
        </p:spPr>
        <p:txBody>
          <a:bodyPr vert="horz" wrap="square" lIns="0" tIns="0" rIns="0" bIns="0" rtlCol="0" anchor="b" anchorCtr="0">
            <a:spAutoFit/>
          </a:bodyPr>
          <a:lstStyle/>
          <a:p>
            <a:pPr algn="l"/>
            <a:r>
              <a:rPr lang="en-US" sz="1000">
                <a:solidFill>
                  <a:schemeClr val="bg1"/>
                </a:solidFill>
              </a:rPr>
              <a:t>T-Mobile Confidential</a:t>
            </a:r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8F3E733A-B3E6-4C22-B567-BBF90B4E61C8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44660" y="613478"/>
            <a:ext cx="1095804" cy="337174"/>
          </a:xfrm>
          <a:prstGeom prst="rect">
            <a:avLst/>
          </a:prstGeom>
        </p:spPr>
      </p:pic>
      <p:sp>
        <p:nvSpPr>
          <p:cNvPr id="10" name="Picture Placeholder 6">
            <a:extLst>
              <a:ext uri="{FF2B5EF4-FFF2-40B4-BE49-F238E27FC236}">
                <a16:creationId xmlns:a16="http://schemas.microsoft.com/office/drawing/2014/main" id="{6202E458-4A9A-4A1D-8C4A-E42CFDB258A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437416" y="622165"/>
            <a:ext cx="6372409" cy="5612330"/>
          </a:xfrm>
          <a:solidFill>
            <a:schemeClr val="accent2"/>
          </a:solidFill>
          <a:ln w="38100">
            <a:solidFill>
              <a:schemeClr val="accent1"/>
            </a:solidFill>
          </a:ln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5B7200A-D43B-4183-9390-D6498E477CA5}"/>
              </a:ext>
            </a:extLst>
          </p:cNvPr>
          <p:cNvSpPr txBox="1"/>
          <p:nvPr userDrawn="1"/>
        </p:nvSpPr>
        <p:spPr>
          <a:xfrm>
            <a:off x="4290719" y="6398450"/>
            <a:ext cx="7577745" cy="26161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1700" kern="1200" cap="all" baseline="0">
                <a:solidFill>
                  <a:schemeClr val="accent1"/>
                </a:solidFill>
                <a:latin typeface="+mj-lt"/>
                <a:ea typeface="+mn-ea"/>
                <a:cs typeface="+mn-cs"/>
              </a:rPr>
              <a:t>Delivering the future of wireless.</a:t>
            </a:r>
          </a:p>
        </p:txBody>
      </p:sp>
    </p:spTree>
    <p:extLst>
      <p:ext uri="{BB962C8B-B14F-4D97-AF65-F5344CB8AC3E}">
        <p14:creationId xmlns:p14="http://schemas.microsoft.com/office/powerpoint/2010/main" val="461892581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*DARK SECTION BREA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FBD7C53-8BFB-4B09-AB1D-D3E5070059A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893"/>
            <a:ext cx="12191999" cy="6856214"/>
          </a:xfrm>
          <a:prstGeom prst="rect">
            <a:avLst/>
          </a:prstGeom>
        </p:spPr>
      </p:pic>
      <p:sp>
        <p:nvSpPr>
          <p:cNvPr id="117" name="Title 1">
            <a:extLst>
              <a:ext uri="{FF2B5EF4-FFF2-40B4-BE49-F238E27FC236}">
                <a16:creationId xmlns:a16="http://schemas.microsoft.com/office/drawing/2014/main" id="{4ABECCA9-1C1F-4AD5-8289-CCDB7826621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90603" y="1878096"/>
            <a:ext cx="5739657" cy="932236"/>
          </a:xfrm>
        </p:spPr>
        <p:txBody>
          <a:bodyPr/>
          <a:lstStyle>
            <a:lvl1pPr algn="l">
              <a:defRPr sz="40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8" name="Subtitle 2">
            <a:extLst>
              <a:ext uri="{FF2B5EF4-FFF2-40B4-BE49-F238E27FC236}">
                <a16:creationId xmlns:a16="http://schemas.microsoft.com/office/drawing/2014/main" id="{98FBF283-FCFB-48CB-8F31-F904B30E37F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91029" y="2933598"/>
            <a:ext cx="5744769" cy="476003"/>
          </a:xfrm>
        </p:spPr>
        <p:txBody>
          <a:bodyPr/>
          <a:lstStyle>
            <a:lvl1pPr marL="0" indent="0" algn="l">
              <a:buNone/>
              <a:defRPr sz="2800"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932EA2B-9E96-4F2D-8960-D7787A50419E}"/>
              </a:ext>
            </a:extLst>
          </p:cNvPr>
          <p:cNvSpPr txBox="1"/>
          <p:nvPr userDrawn="1"/>
        </p:nvSpPr>
        <p:spPr>
          <a:xfrm>
            <a:off x="613046" y="6506172"/>
            <a:ext cx="1354823" cy="153888"/>
          </a:xfrm>
          <a:prstGeom prst="rect">
            <a:avLst/>
          </a:prstGeom>
          <a:noFill/>
        </p:spPr>
        <p:txBody>
          <a:bodyPr vert="horz" wrap="square" lIns="0" tIns="0" rIns="0" bIns="0" rtlCol="0" anchor="b" anchorCtr="0">
            <a:spAutoFit/>
          </a:bodyPr>
          <a:lstStyle/>
          <a:p>
            <a:pPr algn="l"/>
            <a:r>
              <a:rPr lang="en-US" sz="1000">
                <a:solidFill>
                  <a:schemeClr val="tx1"/>
                </a:solidFill>
              </a:rPr>
              <a:t>T-Mobile Confidential</a:t>
            </a:r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E84116C8-90CD-48BA-91B8-6A56204CEA4B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49385" y="613478"/>
            <a:ext cx="1095804" cy="33717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1A75EF1-057B-4A79-A8DC-2909D1269747}"/>
              </a:ext>
            </a:extLst>
          </p:cNvPr>
          <p:cNvSpPr txBox="1"/>
          <p:nvPr userDrawn="1"/>
        </p:nvSpPr>
        <p:spPr>
          <a:xfrm>
            <a:off x="4001476" y="560861"/>
            <a:ext cx="7577745" cy="26161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1700" kern="1200" cap="all" baseline="0">
                <a:solidFill>
                  <a:schemeClr val="accent1"/>
                </a:solidFill>
                <a:latin typeface="+mj-lt"/>
                <a:ea typeface="+mn-ea"/>
                <a:cs typeface="+mn-cs"/>
              </a:rPr>
              <a:t>Delivering the future of wireless.</a:t>
            </a:r>
          </a:p>
        </p:txBody>
      </p:sp>
    </p:spTree>
    <p:extLst>
      <p:ext uri="{BB962C8B-B14F-4D97-AF65-F5344CB8AC3E}">
        <p14:creationId xmlns:p14="http://schemas.microsoft.com/office/powerpoint/2010/main" val="3648854166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*DARK SECTION BREA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29D685E7-61DE-48F2-9F85-1713117BF3A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1786"/>
            <a:ext cx="12188824" cy="6856214"/>
          </a:xfrm>
          <a:prstGeom prst="rect">
            <a:avLst/>
          </a:prstGeom>
        </p:spPr>
      </p:pic>
      <p:sp>
        <p:nvSpPr>
          <p:cNvPr id="117" name="Title 1">
            <a:extLst>
              <a:ext uri="{FF2B5EF4-FFF2-40B4-BE49-F238E27FC236}">
                <a16:creationId xmlns:a16="http://schemas.microsoft.com/office/drawing/2014/main" id="{4ABECCA9-1C1F-4AD5-8289-CCDB7826621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90603" y="1878096"/>
            <a:ext cx="5739657" cy="932236"/>
          </a:xfrm>
        </p:spPr>
        <p:txBody>
          <a:bodyPr/>
          <a:lstStyle>
            <a:lvl1pPr algn="l">
              <a:defRPr sz="4000" b="1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8" name="Subtitle 2">
            <a:extLst>
              <a:ext uri="{FF2B5EF4-FFF2-40B4-BE49-F238E27FC236}">
                <a16:creationId xmlns:a16="http://schemas.microsoft.com/office/drawing/2014/main" id="{98FBF283-FCFB-48CB-8F31-F904B30E37F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91029" y="2933598"/>
            <a:ext cx="5744769" cy="476003"/>
          </a:xfrm>
        </p:spPr>
        <p:txBody>
          <a:bodyPr/>
          <a:lstStyle>
            <a:lvl1pPr marL="0" indent="0" algn="l">
              <a:buNone/>
              <a:defRPr sz="2800">
                <a:solidFill>
                  <a:schemeClr val="accent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932EA2B-9E96-4F2D-8960-D7787A50419E}"/>
              </a:ext>
            </a:extLst>
          </p:cNvPr>
          <p:cNvSpPr txBox="1"/>
          <p:nvPr userDrawn="1"/>
        </p:nvSpPr>
        <p:spPr>
          <a:xfrm>
            <a:off x="613046" y="6506172"/>
            <a:ext cx="1354823" cy="153888"/>
          </a:xfrm>
          <a:prstGeom prst="rect">
            <a:avLst/>
          </a:prstGeom>
          <a:noFill/>
        </p:spPr>
        <p:txBody>
          <a:bodyPr vert="horz" wrap="square" lIns="0" tIns="0" rIns="0" bIns="0" rtlCol="0" anchor="b" anchorCtr="0">
            <a:spAutoFit/>
          </a:bodyPr>
          <a:lstStyle/>
          <a:p>
            <a:pPr algn="l"/>
            <a:r>
              <a:rPr lang="en-US" sz="1000">
                <a:solidFill>
                  <a:schemeClr val="tx1"/>
                </a:solidFill>
              </a:rPr>
              <a:t>T-Mobile Confidential</a:t>
            </a:r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E84116C8-90CD-48BA-91B8-6A56204CEA4B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49385" y="613478"/>
            <a:ext cx="1095804" cy="33717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1A75EF1-057B-4A79-A8DC-2909D1269747}"/>
              </a:ext>
            </a:extLst>
          </p:cNvPr>
          <p:cNvSpPr txBox="1"/>
          <p:nvPr userDrawn="1"/>
        </p:nvSpPr>
        <p:spPr>
          <a:xfrm>
            <a:off x="4001476" y="560861"/>
            <a:ext cx="7577745" cy="26161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1700" kern="1200" cap="all" baseline="0">
                <a:solidFill>
                  <a:schemeClr val="accent1"/>
                </a:solidFill>
                <a:latin typeface="+mj-lt"/>
                <a:ea typeface="+mn-ea"/>
                <a:cs typeface="+mn-cs"/>
              </a:rPr>
              <a:t>Delivering the future of wireless.</a:t>
            </a:r>
          </a:p>
        </p:txBody>
      </p:sp>
    </p:spTree>
    <p:extLst>
      <p:ext uri="{BB962C8B-B14F-4D97-AF65-F5344CB8AC3E}">
        <p14:creationId xmlns:p14="http://schemas.microsoft.com/office/powerpoint/2010/main" val="2905568478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*DARK SECTION BREAK - photo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F1CB3E3F-D23B-403D-8834-3175CB904DD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893"/>
            <a:ext cx="12191999" cy="6856214"/>
          </a:xfrm>
          <a:prstGeom prst="rect">
            <a:avLst/>
          </a:prstGeom>
        </p:spPr>
      </p:pic>
      <p:sp>
        <p:nvSpPr>
          <p:cNvPr id="117" name="Title 1">
            <a:extLst>
              <a:ext uri="{FF2B5EF4-FFF2-40B4-BE49-F238E27FC236}">
                <a16:creationId xmlns:a16="http://schemas.microsoft.com/office/drawing/2014/main" id="{4ABECCA9-1C1F-4AD5-8289-CCDB7826621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90603" y="1878097"/>
            <a:ext cx="5868304" cy="932236"/>
          </a:xfrm>
        </p:spPr>
        <p:txBody>
          <a:bodyPr/>
          <a:lstStyle>
            <a:lvl1pPr algn="l">
              <a:defRPr sz="40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8" name="Subtitle 2">
            <a:extLst>
              <a:ext uri="{FF2B5EF4-FFF2-40B4-BE49-F238E27FC236}">
                <a16:creationId xmlns:a16="http://schemas.microsoft.com/office/drawing/2014/main" id="{98FBF283-FCFB-48CB-8F31-F904B30E37F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91030" y="2933599"/>
            <a:ext cx="5867877" cy="476003"/>
          </a:xfrm>
        </p:spPr>
        <p:txBody>
          <a:bodyPr/>
          <a:lstStyle>
            <a:lvl1pPr marL="0" indent="0" algn="l">
              <a:buNone/>
              <a:defRPr sz="2800"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932EA2B-9E96-4F2D-8960-D7787A50419E}"/>
              </a:ext>
            </a:extLst>
          </p:cNvPr>
          <p:cNvSpPr txBox="1"/>
          <p:nvPr userDrawn="1"/>
        </p:nvSpPr>
        <p:spPr>
          <a:xfrm>
            <a:off x="613046" y="6506172"/>
            <a:ext cx="1354823" cy="153888"/>
          </a:xfrm>
          <a:prstGeom prst="rect">
            <a:avLst/>
          </a:prstGeom>
          <a:noFill/>
        </p:spPr>
        <p:txBody>
          <a:bodyPr vert="horz" wrap="square" lIns="0" tIns="0" rIns="0" bIns="0" rtlCol="0" anchor="b" anchorCtr="0">
            <a:spAutoFit/>
          </a:bodyPr>
          <a:lstStyle/>
          <a:p>
            <a:pPr algn="l"/>
            <a:r>
              <a:rPr lang="en-US" sz="1000">
                <a:solidFill>
                  <a:schemeClr val="tx1"/>
                </a:solidFill>
              </a:rPr>
              <a:t>T-Mobile Confidential</a:t>
            </a:r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E84116C8-90CD-48BA-91B8-6A56204CEA4B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49385" y="613478"/>
            <a:ext cx="1095804" cy="337174"/>
          </a:xfrm>
          <a:prstGeom prst="rect">
            <a:avLst/>
          </a:prstGeom>
        </p:spPr>
      </p:pic>
      <p:sp>
        <p:nvSpPr>
          <p:cNvPr id="10" name="Picture Placeholder 6">
            <a:extLst>
              <a:ext uri="{FF2B5EF4-FFF2-40B4-BE49-F238E27FC236}">
                <a16:creationId xmlns:a16="http://schemas.microsoft.com/office/drawing/2014/main" id="{734CD9C4-9828-48D9-A0E1-CE9B58B3A40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9708177" y="1867358"/>
            <a:ext cx="1892793" cy="1885950"/>
          </a:xfrm>
          <a:solidFill>
            <a:schemeClr val="accent2"/>
          </a:solidFill>
          <a:ln w="38100">
            <a:solidFill>
              <a:schemeClr val="accent1"/>
            </a:solidFill>
          </a:ln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US"/>
          </a:p>
        </p:txBody>
      </p:sp>
      <p:sp>
        <p:nvSpPr>
          <p:cNvPr id="11" name="Picture Placeholder 6">
            <a:extLst>
              <a:ext uri="{FF2B5EF4-FFF2-40B4-BE49-F238E27FC236}">
                <a16:creationId xmlns:a16="http://schemas.microsoft.com/office/drawing/2014/main" id="{9E071A9F-2ADC-4254-B0A1-DB78A9BDFFF7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8027015" y="2467782"/>
            <a:ext cx="1290191" cy="1285527"/>
          </a:xfrm>
          <a:solidFill>
            <a:schemeClr val="accent2"/>
          </a:solidFill>
          <a:ln w="38100">
            <a:solidFill>
              <a:schemeClr val="accent1"/>
            </a:solidFill>
          </a:ln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US"/>
          </a:p>
        </p:txBody>
      </p:sp>
      <p:sp>
        <p:nvSpPr>
          <p:cNvPr id="12" name="Picture Placeholder 6">
            <a:extLst>
              <a:ext uri="{FF2B5EF4-FFF2-40B4-BE49-F238E27FC236}">
                <a16:creationId xmlns:a16="http://schemas.microsoft.com/office/drawing/2014/main" id="{B3241678-8649-4ED7-AF32-6F8848EDA229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0233866" y="4150516"/>
            <a:ext cx="1367105" cy="1285527"/>
          </a:xfrm>
          <a:solidFill>
            <a:schemeClr val="accent2"/>
          </a:solidFill>
          <a:ln w="38100">
            <a:solidFill>
              <a:schemeClr val="accent1"/>
            </a:solidFill>
          </a:ln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B66DABB-E910-4EEE-83D0-363FF9BB314B}"/>
              </a:ext>
            </a:extLst>
          </p:cNvPr>
          <p:cNvSpPr txBox="1"/>
          <p:nvPr userDrawn="1"/>
        </p:nvSpPr>
        <p:spPr>
          <a:xfrm>
            <a:off x="4001476" y="560861"/>
            <a:ext cx="7577745" cy="26161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1700" kern="1200" cap="all" baseline="0">
                <a:solidFill>
                  <a:schemeClr val="accent1"/>
                </a:solidFill>
                <a:latin typeface="+mj-lt"/>
                <a:ea typeface="+mn-ea"/>
                <a:cs typeface="+mn-cs"/>
              </a:rPr>
              <a:t>Delivering the future of wireless.</a:t>
            </a:r>
          </a:p>
        </p:txBody>
      </p:sp>
    </p:spTree>
    <p:extLst>
      <p:ext uri="{BB962C8B-B14F-4D97-AF65-F5344CB8AC3E}">
        <p14:creationId xmlns:p14="http://schemas.microsoft.com/office/powerpoint/2010/main" val="1337282535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&amp;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E5EE6B2F-68E2-0B4F-A3AD-D7F733E6EA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1" y="630937"/>
            <a:ext cx="11277599" cy="552627"/>
          </a:xfrm>
          <a:prstGeom prst="rect">
            <a:avLst/>
          </a:prstGeom>
        </p:spPr>
        <p:txBody>
          <a:bodyPr lIns="0" tIns="0" rIns="0" anchor="b" anchorCtr="0">
            <a:noAutofit/>
          </a:bodyPr>
          <a:lstStyle>
            <a:lvl1pPr marL="0" marR="0" indent="0" algn="l" defTabSz="1218712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1820044" algn="l"/>
              </a:tabLst>
              <a:defRPr sz="2800" b="0" i="0" baseline="0">
                <a:solidFill>
                  <a:schemeClr val="accent3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Name of your top slide</a:t>
            </a:r>
            <a:endParaRPr lang="ru-RU"/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2A9921FA-F3E0-7E45-8529-319874DE453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1183565"/>
            <a:ext cx="11277600" cy="481655"/>
          </a:xfrm>
          <a:prstGeom prst="rect">
            <a:avLst/>
          </a:prstGeom>
        </p:spPr>
        <p:txBody>
          <a:bodyPr lIns="0" tIns="91440" rIns="0"/>
          <a:lstStyle>
            <a:lvl1pPr marL="0" indent="0">
              <a:buNone/>
              <a:defRPr sz="1800" b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09355" indent="0">
              <a:buNone/>
              <a:defRPr sz="2400"/>
            </a:lvl2pPr>
            <a:lvl3pPr marL="1218712" indent="0">
              <a:buNone/>
              <a:defRPr sz="2400"/>
            </a:lvl3pPr>
            <a:lvl4pPr marL="1828069" indent="0">
              <a:buNone/>
              <a:defRPr sz="2400"/>
            </a:lvl4pPr>
            <a:lvl5pPr marL="2437426" indent="0">
              <a:buNone/>
              <a:defRPr sz="2400"/>
            </a:lvl5pPr>
          </a:lstStyle>
          <a:p>
            <a:pPr lvl="0"/>
            <a:r>
              <a:rPr lang="en-US"/>
              <a:t>Subtitle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9DD0F2A-1C77-4232-9236-16E1B4FE3674}"/>
              </a:ext>
            </a:extLst>
          </p:cNvPr>
          <p:cNvSpPr txBox="1"/>
          <p:nvPr/>
        </p:nvSpPr>
        <p:spPr>
          <a:xfrm>
            <a:off x="393188" y="6521743"/>
            <a:ext cx="1371529" cy="215444"/>
          </a:xfrm>
          <a:prstGeom prst="rect">
            <a:avLst/>
          </a:prstGeom>
          <a:noFill/>
        </p:spPr>
        <p:txBody>
          <a:bodyPr wrap="none" lIns="0" rtlCol="0">
            <a:spAutoFit/>
          </a:bodyPr>
          <a:lstStyle/>
          <a:p>
            <a:r>
              <a:rPr lang="en-US" sz="800">
                <a:solidFill>
                  <a:srgbClr val="69696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Proprietary and Confidential</a:t>
            </a:r>
          </a:p>
        </p:txBody>
      </p:sp>
      <p:pic>
        <p:nvPicPr>
          <p:cNvPr id="10" name="Logo 3">
            <a:extLst>
              <a:ext uri="{FF2B5EF4-FFF2-40B4-BE49-F238E27FC236}">
                <a16:creationId xmlns:a16="http://schemas.microsoft.com/office/drawing/2014/main" id="{BF1653A4-8BB7-4CE5-844A-0B5549024F26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323468" y="287857"/>
            <a:ext cx="1581325" cy="393273"/>
          </a:xfrm>
          <a:prstGeom prst="rect">
            <a:avLst/>
          </a:prstGeom>
        </p:spPr>
      </p:pic>
      <p:sp>
        <p:nvSpPr>
          <p:cNvPr id="17" name="Slide Number Placeholder 4">
            <a:extLst>
              <a:ext uri="{FF2B5EF4-FFF2-40B4-BE49-F238E27FC236}">
                <a16:creationId xmlns:a16="http://schemas.microsoft.com/office/drawing/2014/main" id="{325E7726-51A3-4A59-90E5-DFCD0F54BFC9}"/>
              </a:ext>
            </a:extLst>
          </p:cNvPr>
          <p:cNvSpPr txBox="1">
            <a:spLocks/>
          </p:cNvSpPr>
          <p:nvPr/>
        </p:nvSpPr>
        <p:spPr>
          <a:xfrm>
            <a:off x="11597640" y="6483743"/>
            <a:ext cx="274320" cy="274320"/>
          </a:xfrm>
          <a:prstGeom prst="ellipse">
            <a:avLst/>
          </a:prstGeom>
          <a:solidFill>
            <a:srgbClr val="2C54CD"/>
          </a:solidFill>
        </p:spPr>
        <p:txBody>
          <a:bodyPr vert="horz" wrap="none" lIns="0" tIns="0" rIns="0" bIns="0" rtlCol="0" anchor="ctr"/>
          <a:lstStyle>
            <a:defPPr>
              <a:defRPr lang="ru-RU"/>
            </a:defPPr>
            <a:lvl1pPr marL="0" algn="ctr" defTabSz="914202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101" algn="l" defTabSz="9142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202" algn="l" defTabSz="9142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303" algn="l" defTabSz="9142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404" algn="l" defTabSz="9142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505" algn="l" defTabSz="9142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606" algn="l" defTabSz="9142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199707" algn="l" defTabSz="9142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6808" algn="l" defTabSz="9142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5194B07B-F824-C549-BCC3-F407D2794F01}" type="slidenum">
              <a:rPr lang="en-US" sz="800" b="1" smtClean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ctr"/>
              <a:t>‹#›</a:t>
            </a:fld>
            <a:endParaRPr lang="en-US" sz="800" b="1">
              <a:solidFill>
                <a:srgbClr val="FFFF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687A3AB-3D3B-411C-807A-312B4E6CF2D1}"/>
              </a:ext>
            </a:extLst>
          </p:cNvPr>
          <p:cNvSpPr txBox="1"/>
          <p:nvPr/>
        </p:nvSpPr>
        <p:spPr>
          <a:xfrm>
            <a:off x="10325746" y="6521743"/>
            <a:ext cx="1166986" cy="215444"/>
          </a:xfrm>
          <a:prstGeom prst="rect">
            <a:avLst/>
          </a:prstGeom>
          <a:noFill/>
        </p:spPr>
        <p:txBody>
          <a:bodyPr wrap="none" lIns="0" tIns="45720" rIns="0" bIns="45720">
            <a:spAutoFit/>
          </a:bodyPr>
          <a:lstStyle/>
          <a:p>
            <a:pPr marL="0" marR="0" lvl="0" indent="0" algn="r" defTabSz="121914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0" cap="none" spc="0" normalizeH="0" baseline="0" noProof="0">
                <a:ln>
                  <a:noFill/>
                </a:ln>
                <a:solidFill>
                  <a:srgbClr val="696969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  <a:sym typeface="Arial"/>
              </a:rPr>
              <a:t>Spirent</a:t>
            </a: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rgbClr val="696969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  <a:sym typeface="Arial"/>
              </a:rPr>
              <a:t> Promise Assured</a:t>
            </a:r>
          </a:p>
        </p:txBody>
      </p:sp>
      <p:pic>
        <p:nvPicPr>
          <p:cNvPr id="11" name="Logo 3">
            <a:extLst>
              <a:ext uri="{FF2B5EF4-FFF2-40B4-BE49-F238E27FC236}">
                <a16:creationId xmlns:a16="http://schemas.microsoft.com/office/drawing/2014/main" id="{B4D54280-9D6E-4F8D-BD99-D6294DC0ECE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323468" y="287857"/>
            <a:ext cx="1581325" cy="393273"/>
          </a:xfrm>
          <a:prstGeom prst="rect">
            <a:avLst/>
          </a:prstGeom>
        </p:spPr>
      </p:pic>
      <p:sp>
        <p:nvSpPr>
          <p:cNvPr id="12" name="Slide Number Placeholder 4">
            <a:extLst>
              <a:ext uri="{FF2B5EF4-FFF2-40B4-BE49-F238E27FC236}">
                <a16:creationId xmlns:a16="http://schemas.microsoft.com/office/drawing/2014/main" id="{4CCA7E66-38E5-499D-8597-CD32990DBFCC}"/>
              </a:ext>
            </a:extLst>
          </p:cNvPr>
          <p:cNvSpPr txBox="1">
            <a:spLocks/>
          </p:cNvSpPr>
          <p:nvPr userDrawn="1"/>
        </p:nvSpPr>
        <p:spPr>
          <a:xfrm>
            <a:off x="11597640" y="6483743"/>
            <a:ext cx="274320" cy="274320"/>
          </a:xfrm>
          <a:prstGeom prst="ellipse">
            <a:avLst/>
          </a:prstGeom>
          <a:solidFill>
            <a:srgbClr val="2C54CD"/>
          </a:solidFill>
        </p:spPr>
        <p:txBody>
          <a:bodyPr vert="horz" wrap="none" lIns="0" tIns="0" rIns="0" bIns="0" rtlCol="0" anchor="ctr"/>
          <a:lstStyle>
            <a:defPPr>
              <a:defRPr lang="ru-RU"/>
            </a:defPPr>
            <a:lvl1pPr marL="0" algn="ctr" defTabSz="914202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101" algn="l" defTabSz="9142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202" algn="l" defTabSz="9142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303" algn="l" defTabSz="9142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404" algn="l" defTabSz="9142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505" algn="l" defTabSz="9142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606" algn="l" defTabSz="9142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199707" algn="l" defTabSz="9142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6808" algn="l" defTabSz="9142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5194B07B-F824-C549-BCC3-F407D2794F01}" type="slidenum">
              <a:rPr lang="en-US" sz="800" b="1" smtClean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ctr"/>
              <a:t>‹#›</a:t>
            </a:fld>
            <a:endParaRPr lang="en-US" sz="800" b="1">
              <a:solidFill>
                <a:srgbClr val="FFFF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36414455"/>
      </p:ext>
    </p:extLst>
  </p:cSld>
  <p:clrMapOvr>
    <a:masterClrMapping/>
  </p:clrMapOvr>
  <p:hf hdr="0" ftr="0" dt="0"/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457200" y="630937"/>
            <a:ext cx="11277600" cy="552627"/>
          </a:xfrm>
          <a:prstGeom prst="rect">
            <a:avLst/>
          </a:prstGeom>
        </p:spPr>
        <p:txBody>
          <a:bodyPr lIns="0" tIns="0" rIns="0" anchor="b" anchorCtr="0">
            <a:noAutofit/>
          </a:bodyPr>
          <a:lstStyle>
            <a:lvl1pPr marL="0" marR="0" indent="0" algn="l" defTabSz="1218712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1820044" algn="l"/>
              </a:tabLst>
              <a:defRPr sz="2800" b="0" i="0" baseline="0">
                <a:solidFill>
                  <a:schemeClr val="accent3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Name of your top slide</a:t>
            </a:r>
            <a:endParaRPr lang="ru-RU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3A4E0269-C5F2-9940-ACFA-F34D399CB8B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57200" y="1183563"/>
            <a:ext cx="11277600" cy="4937760"/>
          </a:xfrm>
          <a:prstGeom prst="rect">
            <a:avLst/>
          </a:prstGeom>
        </p:spPr>
        <p:txBody>
          <a:bodyPr lIns="0" tIns="91440">
            <a:normAutofit/>
          </a:bodyPr>
          <a:lstStyle>
            <a:lvl1pPr marL="231764" indent="-231764">
              <a:buClr>
                <a:schemeClr val="tx1"/>
              </a:buClr>
              <a:tabLst/>
              <a:defRPr sz="1800">
                <a:solidFill>
                  <a:schemeClr val="tx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576234" indent="-233351">
              <a:buClr>
                <a:schemeClr val="tx1"/>
              </a:buClr>
              <a:buFont typeface="Arial" panose="020B0604020202020204" pitchFamily="34" charset="0"/>
              <a:buChar char="‒"/>
              <a:tabLst/>
              <a:defRPr sz="1600">
                <a:solidFill>
                  <a:schemeClr val="tx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861970" indent="-174617">
              <a:buClr>
                <a:schemeClr val="tx1"/>
              </a:buClr>
              <a:tabLst/>
              <a:defRPr sz="1400">
                <a:solidFill>
                  <a:schemeClr val="tx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146146" indent="-173034">
              <a:buClr>
                <a:schemeClr val="tx1"/>
              </a:buClr>
              <a:buFont typeface="Arial" panose="020B0604020202020204" pitchFamily="34" charset="0"/>
              <a:buChar char="-"/>
              <a:tabLst/>
              <a:defRPr sz="1400">
                <a:solidFill>
                  <a:schemeClr val="tx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433441" indent="-174617">
              <a:buClr>
                <a:schemeClr val="tx1"/>
              </a:buClr>
              <a:tabLst/>
              <a:defRPr sz="1400">
                <a:solidFill>
                  <a:schemeClr val="tx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Slide Number Placeholder 4">
            <a:extLst>
              <a:ext uri="{FF2B5EF4-FFF2-40B4-BE49-F238E27FC236}">
                <a16:creationId xmlns:a16="http://schemas.microsoft.com/office/drawing/2014/main" id="{6987978A-CD47-0147-92B2-097BCE4D7B2D}"/>
              </a:ext>
            </a:extLst>
          </p:cNvPr>
          <p:cNvSpPr txBox="1">
            <a:spLocks/>
          </p:cNvSpPr>
          <p:nvPr/>
        </p:nvSpPr>
        <p:spPr>
          <a:xfrm>
            <a:off x="11597640" y="6483743"/>
            <a:ext cx="274320" cy="274320"/>
          </a:xfrm>
          <a:prstGeom prst="ellipse">
            <a:avLst/>
          </a:prstGeom>
          <a:solidFill>
            <a:srgbClr val="2C54CD"/>
          </a:solidFill>
        </p:spPr>
        <p:txBody>
          <a:bodyPr vert="horz" wrap="none" lIns="0" tIns="0" rIns="0" bIns="0" rtlCol="0" anchor="ctr"/>
          <a:lstStyle>
            <a:defPPr>
              <a:defRPr lang="ru-RU"/>
            </a:defPPr>
            <a:lvl1pPr marL="0" algn="ctr" defTabSz="914202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101" algn="l" defTabSz="9142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202" algn="l" defTabSz="9142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303" algn="l" defTabSz="9142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404" algn="l" defTabSz="9142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505" algn="l" defTabSz="9142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606" algn="l" defTabSz="9142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199707" algn="l" defTabSz="9142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6808" algn="l" defTabSz="9142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5194B07B-F824-C549-BCC3-F407D2794F01}" type="slidenum">
              <a:rPr lang="en-US" sz="800" b="1" smtClean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ctr"/>
              <a:t>‹#›</a:t>
            </a:fld>
            <a:endParaRPr lang="en-US" sz="800" b="1">
              <a:solidFill>
                <a:srgbClr val="FFFF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Logo 3">
            <a:extLst>
              <a:ext uri="{FF2B5EF4-FFF2-40B4-BE49-F238E27FC236}">
                <a16:creationId xmlns:a16="http://schemas.microsoft.com/office/drawing/2014/main" id="{8FE2692D-3943-43CD-A792-9D211C936331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323468" y="287857"/>
            <a:ext cx="1581325" cy="393273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55A4C46-6E15-4FCB-A4C9-E255A63E68B3}"/>
              </a:ext>
            </a:extLst>
          </p:cNvPr>
          <p:cNvSpPr txBox="1"/>
          <p:nvPr/>
        </p:nvSpPr>
        <p:spPr>
          <a:xfrm>
            <a:off x="10325746" y="6521743"/>
            <a:ext cx="1166986" cy="215444"/>
          </a:xfrm>
          <a:prstGeom prst="rect">
            <a:avLst/>
          </a:prstGeom>
          <a:noFill/>
        </p:spPr>
        <p:txBody>
          <a:bodyPr wrap="none" lIns="0" tIns="45720" rIns="0" bIns="45720">
            <a:spAutoFit/>
          </a:bodyPr>
          <a:lstStyle/>
          <a:p>
            <a:pPr marL="0" marR="0" lvl="0" indent="0" algn="r" defTabSz="121914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0" cap="none" spc="0" normalizeH="0" baseline="0" noProof="0">
                <a:ln>
                  <a:noFill/>
                </a:ln>
                <a:solidFill>
                  <a:srgbClr val="696969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  <a:sym typeface="Arial"/>
              </a:rPr>
              <a:t>Spirent</a:t>
            </a: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rgbClr val="696969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  <a:sym typeface="Arial"/>
              </a:rPr>
              <a:t> Promise Assured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63CE30A-6D57-4D60-8C1D-CED04BC11DBF}"/>
              </a:ext>
            </a:extLst>
          </p:cNvPr>
          <p:cNvSpPr txBox="1"/>
          <p:nvPr userDrawn="1"/>
        </p:nvSpPr>
        <p:spPr>
          <a:xfrm>
            <a:off x="393188" y="6521743"/>
            <a:ext cx="1371529" cy="215444"/>
          </a:xfrm>
          <a:prstGeom prst="rect">
            <a:avLst/>
          </a:prstGeom>
          <a:noFill/>
        </p:spPr>
        <p:txBody>
          <a:bodyPr wrap="none" lIns="0" rtlCol="0">
            <a:spAutoFit/>
          </a:bodyPr>
          <a:lstStyle/>
          <a:p>
            <a:r>
              <a:rPr lang="en-US" sz="800">
                <a:solidFill>
                  <a:srgbClr val="69696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Proprietary and Confidential</a:t>
            </a:r>
          </a:p>
        </p:txBody>
      </p:sp>
      <p:pic>
        <p:nvPicPr>
          <p:cNvPr id="12" name="Logo 3">
            <a:extLst>
              <a:ext uri="{FF2B5EF4-FFF2-40B4-BE49-F238E27FC236}">
                <a16:creationId xmlns:a16="http://schemas.microsoft.com/office/drawing/2014/main" id="{466CC124-FB1A-4E09-86DA-EC9C714197A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323468" y="287857"/>
            <a:ext cx="1581325" cy="3932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1767712"/>
      </p:ext>
    </p:extLst>
  </p:cSld>
  <p:clrMapOvr>
    <a:masterClrMapping/>
  </p:clrMapOvr>
  <p:hf hdr="0" ftr="0" dt="0"/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, Subtitle, &amp; Bullets 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457200" y="630937"/>
            <a:ext cx="11277600" cy="552627"/>
          </a:xfrm>
          <a:prstGeom prst="rect">
            <a:avLst/>
          </a:prstGeom>
        </p:spPr>
        <p:txBody>
          <a:bodyPr lIns="0" tIns="0" rIns="0" anchor="b" anchorCtr="0">
            <a:noAutofit/>
          </a:bodyPr>
          <a:lstStyle>
            <a:lvl1pPr marL="0" marR="0" indent="0" algn="l" defTabSz="1218712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1820044" algn="l"/>
              </a:tabLst>
              <a:defRPr sz="2800" b="0" i="0" baseline="0">
                <a:solidFill>
                  <a:schemeClr val="accent3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Name of your top slide</a:t>
            </a:r>
            <a:endParaRPr lang="ru-R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B586092-850C-B34E-ADE5-8E3A26D44F1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1183565"/>
            <a:ext cx="11277600" cy="481655"/>
          </a:xfrm>
          <a:prstGeom prst="rect">
            <a:avLst/>
          </a:prstGeom>
        </p:spPr>
        <p:txBody>
          <a:bodyPr lIns="0" tIns="91440"/>
          <a:lstStyle>
            <a:lvl1pPr marL="0" indent="0">
              <a:buNone/>
              <a:defRPr sz="1800" b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09355" indent="0">
              <a:buNone/>
              <a:defRPr sz="2400"/>
            </a:lvl2pPr>
            <a:lvl3pPr marL="1218712" indent="0">
              <a:buNone/>
              <a:defRPr sz="2400"/>
            </a:lvl3pPr>
            <a:lvl4pPr marL="1828069" indent="0">
              <a:buNone/>
              <a:defRPr sz="2400"/>
            </a:lvl4pPr>
            <a:lvl5pPr marL="2437426" indent="0">
              <a:buNone/>
              <a:defRPr sz="2400"/>
            </a:lvl5pPr>
          </a:lstStyle>
          <a:p>
            <a:pPr lvl="0"/>
            <a:r>
              <a:rPr lang="en-US"/>
              <a:t>Subtitle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3A4E0269-C5F2-9940-ACFA-F34D399CB8B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57200" y="1685473"/>
            <a:ext cx="11277600" cy="4460039"/>
          </a:xfrm>
          <a:prstGeom prst="rect">
            <a:avLst/>
          </a:prstGeom>
        </p:spPr>
        <p:txBody>
          <a:bodyPr lIns="0" tIns="91440">
            <a:normAutofit/>
          </a:bodyPr>
          <a:lstStyle>
            <a:lvl1pPr marL="231764" indent="-231764">
              <a:buClr>
                <a:schemeClr val="tx1"/>
              </a:buClr>
              <a:tabLst/>
              <a:defRPr sz="1800">
                <a:solidFill>
                  <a:schemeClr val="tx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576234" indent="-233351">
              <a:buClr>
                <a:schemeClr val="tx1"/>
              </a:buClr>
              <a:buFont typeface="Arial" panose="020B0604020202020204" pitchFamily="34" charset="0"/>
              <a:buChar char="‒"/>
              <a:tabLst/>
              <a:defRPr sz="1600">
                <a:solidFill>
                  <a:schemeClr val="tx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861970" indent="-174617">
              <a:buClr>
                <a:schemeClr val="tx1"/>
              </a:buClr>
              <a:tabLst/>
              <a:defRPr sz="1400">
                <a:solidFill>
                  <a:schemeClr val="tx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146146" indent="-173034">
              <a:buClr>
                <a:schemeClr val="tx1"/>
              </a:buClr>
              <a:buFont typeface="Arial" panose="020B0604020202020204" pitchFamily="34" charset="0"/>
              <a:buChar char="-"/>
              <a:tabLst/>
              <a:defRPr sz="1400">
                <a:solidFill>
                  <a:schemeClr val="tx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433441" indent="-174617">
              <a:buClr>
                <a:schemeClr val="tx1"/>
              </a:buClr>
              <a:tabLst/>
              <a:defRPr sz="1400">
                <a:solidFill>
                  <a:schemeClr val="tx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2" name="Logo 3">
            <a:extLst>
              <a:ext uri="{FF2B5EF4-FFF2-40B4-BE49-F238E27FC236}">
                <a16:creationId xmlns:a16="http://schemas.microsoft.com/office/drawing/2014/main" id="{503A409A-D0A0-4188-A348-8F3EF9355564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323468" y="287857"/>
            <a:ext cx="1581325" cy="39327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83F3BAE-C490-4E4C-8620-D3A597A16133}"/>
              </a:ext>
            </a:extLst>
          </p:cNvPr>
          <p:cNvSpPr txBox="1"/>
          <p:nvPr/>
        </p:nvSpPr>
        <p:spPr>
          <a:xfrm>
            <a:off x="393188" y="6521743"/>
            <a:ext cx="1371529" cy="215444"/>
          </a:xfrm>
          <a:prstGeom prst="rect">
            <a:avLst/>
          </a:prstGeom>
          <a:noFill/>
        </p:spPr>
        <p:txBody>
          <a:bodyPr wrap="none" lIns="0" rtlCol="0">
            <a:spAutoFit/>
          </a:bodyPr>
          <a:lstStyle/>
          <a:p>
            <a:r>
              <a:rPr lang="en-US" sz="800">
                <a:solidFill>
                  <a:srgbClr val="69696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Proprietary and Confidential</a:t>
            </a:r>
          </a:p>
        </p:txBody>
      </p:sp>
      <p:sp>
        <p:nvSpPr>
          <p:cNvPr id="20" name="Slide Number Placeholder 4">
            <a:extLst>
              <a:ext uri="{FF2B5EF4-FFF2-40B4-BE49-F238E27FC236}">
                <a16:creationId xmlns:a16="http://schemas.microsoft.com/office/drawing/2014/main" id="{DD3B52E5-8B82-467C-B95F-30EA8A159C24}"/>
              </a:ext>
            </a:extLst>
          </p:cNvPr>
          <p:cNvSpPr txBox="1">
            <a:spLocks/>
          </p:cNvSpPr>
          <p:nvPr/>
        </p:nvSpPr>
        <p:spPr>
          <a:xfrm>
            <a:off x="11597640" y="6483743"/>
            <a:ext cx="274320" cy="274320"/>
          </a:xfrm>
          <a:prstGeom prst="ellipse">
            <a:avLst/>
          </a:prstGeom>
          <a:solidFill>
            <a:srgbClr val="2C54CD"/>
          </a:solidFill>
        </p:spPr>
        <p:txBody>
          <a:bodyPr vert="horz" wrap="none" lIns="0" tIns="0" rIns="0" bIns="0" rtlCol="0" anchor="ctr"/>
          <a:lstStyle>
            <a:defPPr>
              <a:defRPr lang="ru-RU"/>
            </a:defPPr>
            <a:lvl1pPr marL="0" algn="ctr" defTabSz="914202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101" algn="l" defTabSz="9142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202" algn="l" defTabSz="9142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303" algn="l" defTabSz="9142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404" algn="l" defTabSz="9142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505" algn="l" defTabSz="9142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606" algn="l" defTabSz="9142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199707" algn="l" defTabSz="9142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6808" algn="l" defTabSz="9142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5194B07B-F824-C549-BCC3-F407D2794F01}" type="slidenum">
              <a:rPr lang="en-US" sz="800" b="1" smtClean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ctr"/>
              <a:t>‹#›</a:t>
            </a:fld>
            <a:endParaRPr lang="en-US" sz="800" b="1">
              <a:solidFill>
                <a:srgbClr val="FFFF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3" name="Circle 6">
            <a:extLst>
              <a:ext uri="{FF2B5EF4-FFF2-40B4-BE49-F238E27FC236}">
                <a16:creationId xmlns:a16="http://schemas.microsoft.com/office/drawing/2014/main" id="{EEB69213-FD89-4F1A-BA1F-A9F58E06D0F5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 r="22310" b="30624"/>
          <a:stretch>
            <a:fillRect/>
          </a:stretch>
        </p:blipFill>
        <p:spPr>
          <a:xfrm>
            <a:off x="9355565" y="4325112"/>
            <a:ext cx="2836435" cy="2532888"/>
          </a:xfrm>
          <a:custGeom>
            <a:avLst/>
            <a:gdLst>
              <a:gd name="connsiteX0" fmla="*/ 0 w 4759642"/>
              <a:gd name="connsiteY0" fmla="*/ 0 h 4250280"/>
              <a:gd name="connsiteX1" fmla="*/ 4759642 w 4759642"/>
              <a:gd name="connsiteY1" fmla="*/ 0 h 4250280"/>
              <a:gd name="connsiteX2" fmla="*/ 4759642 w 4759642"/>
              <a:gd name="connsiteY2" fmla="*/ 4250280 h 4250280"/>
              <a:gd name="connsiteX3" fmla="*/ 0 w 4759642"/>
              <a:gd name="connsiteY3" fmla="*/ 4250280 h 42502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759642" h="4250280">
                <a:moveTo>
                  <a:pt x="0" y="0"/>
                </a:moveTo>
                <a:lnTo>
                  <a:pt x="4759642" y="0"/>
                </a:lnTo>
                <a:lnTo>
                  <a:pt x="4759642" y="4250280"/>
                </a:lnTo>
                <a:lnTo>
                  <a:pt x="0" y="4250280"/>
                </a:lnTo>
                <a:close/>
              </a:path>
            </a:pathLst>
          </a:cu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79519B7-7724-47EF-826E-88DD058DD294}"/>
              </a:ext>
            </a:extLst>
          </p:cNvPr>
          <p:cNvSpPr txBox="1"/>
          <p:nvPr/>
        </p:nvSpPr>
        <p:spPr>
          <a:xfrm>
            <a:off x="10325746" y="6521743"/>
            <a:ext cx="1166986" cy="215444"/>
          </a:xfrm>
          <a:prstGeom prst="rect">
            <a:avLst/>
          </a:prstGeom>
          <a:noFill/>
        </p:spPr>
        <p:txBody>
          <a:bodyPr wrap="none" lIns="0" tIns="45720" rIns="0" bIns="45720">
            <a:spAutoFit/>
          </a:bodyPr>
          <a:lstStyle/>
          <a:p>
            <a:pPr marL="0" marR="0" lvl="0" indent="0" algn="r" defTabSz="121914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0" cap="none" spc="0" normalizeH="0" baseline="0" noProof="0">
                <a:ln>
                  <a:noFill/>
                </a:ln>
                <a:solidFill>
                  <a:srgbClr val="696969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  <a:sym typeface="Arial"/>
              </a:rPr>
              <a:t>Spirent</a:t>
            </a: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rgbClr val="696969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  <a:sym typeface="Arial"/>
              </a:rPr>
              <a:t> Promise Assured</a:t>
            </a:r>
          </a:p>
        </p:txBody>
      </p:sp>
      <p:pic>
        <p:nvPicPr>
          <p:cNvPr id="10" name="Logo 3">
            <a:extLst>
              <a:ext uri="{FF2B5EF4-FFF2-40B4-BE49-F238E27FC236}">
                <a16:creationId xmlns:a16="http://schemas.microsoft.com/office/drawing/2014/main" id="{1C6262A3-9490-48D1-AF33-6CFCD5B8D2E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323468" y="287857"/>
            <a:ext cx="1581325" cy="393273"/>
          </a:xfrm>
          <a:prstGeom prst="rect">
            <a:avLst/>
          </a:prstGeom>
        </p:spPr>
      </p:pic>
      <p:sp>
        <p:nvSpPr>
          <p:cNvPr id="12" name="Slide Number Placeholder 4">
            <a:extLst>
              <a:ext uri="{FF2B5EF4-FFF2-40B4-BE49-F238E27FC236}">
                <a16:creationId xmlns:a16="http://schemas.microsoft.com/office/drawing/2014/main" id="{9A45A03D-F690-4ACC-B547-08FDAF1E0F8B}"/>
              </a:ext>
            </a:extLst>
          </p:cNvPr>
          <p:cNvSpPr txBox="1">
            <a:spLocks/>
          </p:cNvSpPr>
          <p:nvPr userDrawn="1"/>
        </p:nvSpPr>
        <p:spPr>
          <a:xfrm>
            <a:off x="11597640" y="6483743"/>
            <a:ext cx="274320" cy="274320"/>
          </a:xfrm>
          <a:prstGeom prst="ellipse">
            <a:avLst/>
          </a:prstGeom>
          <a:solidFill>
            <a:srgbClr val="2C54CD"/>
          </a:solidFill>
        </p:spPr>
        <p:txBody>
          <a:bodyPr vert="horz" wrap="none" lIns="0" tIns="0" rIns="0" bIns="0" rtlCol="0" anchor="ctr"/>
          <a:lstStyle>
            <a:defPPr>
              <a:defRPr lang="ru-RU"/>
            </a:defPPr>
            <a:lvl1pPr marL="0" algn="ctr" defTabSz="914202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101" algn="l" defTabSz="9142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202" algn="l" defTabSz="9142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303" algn="l" defTabSz="9142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404" algn="l" defTabSz="9142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505" algn="l" defTabSz="9142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606" algn="l" defTabSz="9142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199707" algn="l" defTabSz="9142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6808" algn="l" defTabSz="9142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5194B07B-F824-C549-BCC3-F407D2794F01}" type="slidenum">
              <a:rPr lang="en-US" sz="800" b="1" smtClean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ctr"/>
              <a:t>‹#›</a:t>
            </a:fld>
            <a:endParaRPr lang="en-US" sz="800" b="1">
              <a:solidFill>
                <a:srgbClr val="FFFF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83101929"/>
      </p:ext>
    </p:extLst>
  </p:cSld>
  <p:clrMapOvr>
    <a:masterClrMapping/>
  </p:clrMapOvr>
  <p:hf hdr="0" ftr="0" dt="0"/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Final-Sli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TextBox 3"/>
          <p:cNvSpPr txBox="1"/>
          <p:nvPr/>
        </p:nvSpPr>
        <p:spPr>
          <a:xfrm>
            <a:off x="2183564" y="6146067"/>
            <a:ext cx="7824872" cy="3794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60959" rIns="60959">
            <a:spAutoFit/>
          </a:bodyPr>
          <a:lstStyle/>
          <a:p>
            <a:pPr>
              <a:defRPr sz="700" b="0">
                <a:solidFill>
                  <a:srgbClr val="FFFFFF"/>
                </a:solidFill>
              </a:defRPr>
            </a:pPr>
            <a:r>
              <a:rPr sz="933"/>
              <a:t>Spirent</a:t>
            </a:r>
            <a:r>
              <a:rPr sz="933" baseline="30000"/>
              <a:t>®</a:t>
            </a:r>
            <a:r>
              <a:rPr sz="933"/>
              <a:t> Communications, Inc. and its related company names, branding, product names and logos referenced herein, </a:t>
            </a:r>
            <a:br>
              <a:rPr sz="933"/>
            </a:br>
            <a:r>
              <a:rPr sz="933"/>
              <a:t>and more specifically “Spirent” are either registered trademarks or pending registration within relevant national laws.</a:t>
            </a:r>
          </a:p>
        </p:txBody>
      </p:sp>
      <p:pic>
        <p:nvPicPr>
          <p:cNvPr id="3" name="Picture 2" descr="A picture containing drawing&#10;&#10;Description automatically generated">
            <a:extLst>
              <a:ext uri="{FF2B5EF4-FFF2-40B4-BE49-F238E27FC236}">
                <a16:creationId xmlns:a16="http://schemas.microsoft.com/office/drawing/2014/main" id="{37CFFCC6-E3ED-0B4A-BFE5-5A66C4B26342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44067" y="2868168"/>
            <a:ext cx="4503867" cy="11216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705276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 spd="med"/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*DARK_CONTENT">
    <p:bg>
      <p:bgPr>
        <a:gradFill>
          <a:gsLst>
            <a:gs pos="29000">
              <a:schemeClr val="bg2">
                <a:alpha val="34000"/>
                <a:lumMod val="98000"/>
                <a:lumOff val="2000"/>
              </a:schemeClr>
            </a:gs>
            <a:gs pos="0">
              <a:schemeClr val="bg2">
                <a:alpha val="26000"/>
                <a:lumMod val="66000"/>
              </a:schemeClr>
            </a:gs>
            <a:gs pos="100000">
              <a:schemeClr val="bg1">
                <a:alpha val="24000"/>
              </a:schemeClr>
            </a:gs>
          </a:gsLst>
          <a:lin ang="162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 userDrawn="1">
            <p:ph type="title"/>
          </p:nvPr>
        </p:nvSpPr>
        <p:spPr>
          <a:xfrm>
            <a:off x="540071" y="384048"/>
            <a:ext cx="11068503" cy="814820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 userDrawn="1">
            <p:ph idx="1"/>
          </p:nvPr>
        </p:nvSpPr>
        <p:spPr>
          <a:xfrm>
            <a:off x="540071" y="1536193"/>
            <a:ext cx="11068503" cy="44417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F2D1CEBF-2DE0-4EDC-96B9-DE7E768556B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906141" y="6276005"/>
            <a:ext cx="379717" cy="320675"/>
          </a:xfrm>
          <a:prstGeom prst="rect">
            <a:avLst/>
          </a:prstGeom>
        </p:spPr>
        <p:txBody>
          <a:bodyPr lIns="0" tIns="0" rIns="0" bIns="0" anchor="b" anchorCtr="0"/>
          <a:lstStyle>
            <a:lvl1pPr algn="ctr">
              <a:defRPr sz="1000">
                <a:solidFill>
                  <a:schemeClr val="bg1"/>
                </a:solidFill>
              </a:defRPr>
            </a:lvl1pPr>
          </a:lstStyle>
          <a:p>
            <a:fld id="{D354CF67-C5F0-4CAE-8117-D09CFBB1DF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489086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*DARK_2 COLUMN">
    <p:bg>
      <p:bgPr>
        <a:gradFill>
          <a:gsLst>
            <a:gs pos="29000">
              <a:schemeClr val="bg2">
                <a:alpha val="34000"/>
                <a:lumMod val="98000"/>
                <a:lumOff val="2000"/>
              </a:schemeClr>
            </a:gs>
            <a:gs pos="0">
              <a:schemeClr val="bg2">
                <a:alpha val="26000"/>
                <a:lumMod val="66000"/>
              </a:schemeClr>
            </a:gs>
            <a:gs pos="100000">
              <a:schemeClr val="bg1">
                <a:alpha val="24000"/>
              </a:schemeClr>
            </a:gs>
          </a:gsLst>
          <a:lin ang="162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 userDrawn="1">
            <p:ph type="title"/>
          </p:nvPr>
        </p:nvSpPr>
        <p:spPr>
          <a:xfrm>
            <a:off x="540071" y="384048"/>
            <a:ext cx="11068503" cy="814820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 userDrawn="1">
            <p:ph idx="1"/>
          </p:nvPr>
        </p:nvSpPr>
        <p:spPr>
          <a:xfrm>
            <a:off x="540071" y="1536193"/>
            <a:ext cx="5319674" cy="44417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F2D1CEBF-2DE0-4EDC-96B9-DE7E768556B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906141" y="6276005"/>
            <a:ext cx="379717" cy="320675"/>
          </a:xfrm>
          <a:prstGeom prst="rect">
            <a:avLst/>
          </a:prstGeom>
        </p:spPr>
        <p:txBody>
          <a:bodyPr lIns="0" tIns="0" rIns="0" bIns="0" anchor="b" anchorCtr="0"/>
          <a:lstStyle>
            <a:lvl1pPr algn="ctr">
              <a:defRPr sz="1000">
                <a:solidFill>
                  <a:schemeClr val="bg1"/>
                </a:solidFill>
              </a:defRPr>
            </a:lvl1pPr>
          </a:lstStyle>
          <a:p>
            <a:fld id="{D354CF67-C5F0-4CAE-8117-D09CFBB1DF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1D2C5A2C-BFF4-4517-8F5B-FCAE435ACA56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6285859" y="1536193"/>
            <a:ext cx="5319674" cy="44417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632079132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*DARL_TITLE ONLY">
    <p:bg>
      <p:bgPr>
        <a:gradFill>
          <a:gsLst>
            <a:gs pos="29000">
              <a:schemeClr val="bg2">
                <a:alpha val="34000"/>
                <a:lumMod val="98000"/>
                <a:lumOff val="2000"/>
              </a:schemeClr>
            </a:gs>
            <a:gs pos="0">
              <a:schemeClr val="bg2">
                <a:alpha val="26000"/>
                <a:lumMod val="66000"/>
              </a:schemeClr>
            </a:gs>
            <a:gs pos="100000">
              <a:schemeClr val="bg1">
                <a:alpha val="24000"/>
              </a:schemeClr>
            </a:gs>
          </a:gsLst>
          <a:lin ang="162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 userDrawn="1">
            <p:ph type="title"/>
          </p:nvPr>
        </p:nvSpPr>
        <p:spPr>
          <a:xfrm>
            <a:off x="540071" y="384048"/>
            <a:ext cx="11096305" cy="814820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F2D1CEBF-2DE0-4EDC-96B9-DE7E768556B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906141" y="6276005"/>
            <a:ext cx="379717" cy="320675"/>
          </a:xfrm>
          <a:prstGeom prst="rect">
            <a:avLst/>
          </a:prstGeom>
        </p:spPr>
        <p:txBody>
          <a:bodyPr lIns="0" tIns="0" rIns="0" bIns="0" anchor="b" anchorCtr="0"/>
          <a:lstStyle>
            <a:lvl1pPr algn="ctr">
              <a:defRPr sz="1000">
                <a:solidFill>
                  <a:schemeClr val="bg1"/>
                </a:solidFill>
              </a:defRPr>
            </a:lvl1pPr>
          </a:lstStyle>
          <a:p>
            <a:fld id="{D354CF67-C5F0-4CAE-8117-D09CFBB1DF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8885560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* DARK Title Slide ">
    <p:bg>
      <p:bgPr>
        <a:solidFill>
          <a:srgbClr val="DDDDDD">
            <a:alpha val="8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CF81A7D-B252-4319-B933-665CE9A2EBA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" y="894"/>
            <a:ext cx="12191998" cy="6856213"/>
          </a:xfrm>
          <a:prstGeom prst="rect">
            <a:avLst/>
          </a:prstGeom>
        </p:spPr>
      </p:pic>
      <p:sp>
        <p:nvSpPr>
          <p:cNvPr id="117" name="Title 1">
            <a:extLst>
              <a:ext uri="{FF2B5EF4-FFF2-40B4-BE49-F238E27FC236}">
                <a16:creationId xmlns:a16="http://schemas.microsoft.com/office/drawing/2014/main" id="{4ABECCA9-1C1F-4AD5-8289-CCDB7826621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5181" y="2432007"/>
            <a:ext cx="6362918" cy="932236"/>
          </a:xfrm>
        </p:spPr>
        <p:txBody>
          <a:bodyPr/>
          <a:lstStyle>
            <a:lvl1pPr algn="l">
              <a:defRPr sz="4000" b="1">
                <a:solidFill>
                  <a:schemeClr val="bg1"/>
                </a:solidFill>
                <a:latin typeface="TeleGrotesk Next Medium" pitchFamily="2" charset="0"/>
                <a:ea typeface="TeleGrotesk Next Medium" pitchFamily="2" charset="0"/>
                <a:cs typeface="TeleGrotesk Next Medium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8" name="Subtitle 2">
            <a:extLst>
              <a:ext uri="{FF2B5EF4-FFF2-40B4-BE49-F238E27FC236}">
                <a16:creationId xmlns:a16="http://schemas.microsoft.com/office/drawing/2014/main" id="{98FBF283-FCFB-48CB-8F31-F904B30E37F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6107" y="3459173"/>
            <a:ext cx="6362058" cy="476003"/>
          </a:xfrm>
        </p:spPr>
        <p:txBody>
          <a:bodyPr/>
          <a:lstStyle>
            <a:lvl1pPr marL="0" indent="0" algn="l">
              <a:buNone/>
              <a:defRPr sz="2800">
                <a:solidFill>
                  <a:schemeClr val="bg1"/>
                </a:solidFill>
                <a:latin typeface="TeleGrotesk Next Medium" pitchFamily="2" charset="0"/>
                <a:ea typeface="TeleGrotesk Next Medium" pitchFamily="2" charset="0"/>
                <a:cs typeface="TeleGrotesk Next Medium" pitchFamily="2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354AA50-2A18-4A44-9739-9A302CFE9A11}"/>
              </a:ext>
            </a:extLst>
          </p:cNvPr>
          <p:cNvSpPr txBox="1"/>
          <p:nvPr userDrawn="1"/>
        </p:nvSpPr>
        <p:spPr>
          <a:xfrm>
            <a:off x="613046" y="6506172"/>
            <a:ext cx="1354823" cy="153888"/>
          </a:xfrm>
          <a:prstGeom prst="rect">
            <a:avLst/>
          </a:prstGeom>
          <a:noFill/>
        </p:spPr>
        <p:txBody>
          <a:bodyPr vert="horz" wrap="square" lIns="0" tIns="0" rIns="0" bIns="0" rtlCol="0" anchor="b" anchorCtr="0">
            <a:spAutoFit/>
          </a:bodyPr>
          <a:lstStyle/>
          <a:p>
            <a:pPr algn="l"/>
            <a:r>
              <a:rPr lang="en-US" sz="1000">
                <a:solidFill>
                  <a:schemeClr val="bg1"/>
                </a:solidFill>
              </a:rPr>
              <a:t>T-Mobile Confidential</a:t>
            </a:r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8F3E733A-B3E6-4C22-B567-BBF90B4E61C8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49385" y="613478"/>
            <a:ext cx="1095804" cy="337174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D77C5730-44FA-4C7B-AB3B-CA9B85B30DD8}"/>
              </a:ext>
            </a:extLst>
          </p:cNvPr>
          <p:cNvSpPr txBox="1"/>
          <p:nvPr userDrawn="1"/>
        </p:nvSpPr>
        <p:spPr>
          <a:xfrm>
            <a:off x="4001476" y="560861"/>
            <a:ext cx="7577745" cy="26161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1700" kern="1200" cap="all" baseline="0">
                <a:solidFill>
                  <a:schemeClr val="accent1"/>
                </a:solidFill>
                <a:latin typeface="+mj-lt"/>
                <a:ea typeface="+mn-ea"/>
                <a:cs typeface="+mn-cs"/>
              </a:rPr>
              <a:t>Delivering the future of wireless.</a:t>
            </a:r>
          </a:p>
        </p:txBody>
      </p:sp>
    </p:spTree>
    <p:extLst>
      <p:ext uri="{BB962C8B-B14F-4D97-AF65-F5344CB8AC3E}">
        <p14:creationId xmlns:p14="http://schemas.microsoft.com/office/powerpoint/2010/main" val="3993014763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*Photo_back 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Hoto" descr="A person standing in front of a computer&#10;&#10;Description automatically generated">
            <a:extLst>
              <a:ext uri="{FF2B5EF4-FFF2-40B4-BE49-F238E27FC236}">
                <a16:creationId xmlns:a16="http://schemas.microsoft.com/office/drawing/2014/main" id="{CF692B41-96E4-4162-BD4E-6FD7047C220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1" y="0"/>
            <a:ext cx="12192000" cy="6858000"/>
          </a:xfrm>
          <a:prstGeom prst="rect">
            <a:avLst/>
          </a:prstGeom>
        </p:spPr>
      </p:pic>
      <p:pic>
        <p:nvPicPr>
          <p:cNvPr id="4" name="Overlay for Photos">
            <a:extLst>
              <a:ext uri="{FF2B5EF4-FFF2-40B4-BE49-F238E27FC236}">
                <a16:creationId xmlns:a16="http://schemas.microsoft.com/office/drawing/2014/main" id="{B82F0338-4563-4C15-AC7D-A37DC724CCF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893"/>
            <a:ext cx="12191999" cy="6856214"/>
          </a:xfrm>
          <a:prstGeom prst="rect">
            <a:avLst/>
          </a:prstGeom>
        </p:spPr>
      </p:pic>
      <p:sp>
        <p:nvSpPr>
          <p:cNvPr id="7" name="Black Gradient">
            <a:extLst>
              <a:ext uri="{FF2B5EF4-FFF2-40B4-BE49-F238E27FC236}">
                <a16:creationId xmlns:a16="http://schemas.microsoft.com/office/drawing/2014/main" id="{7100C2CE-12DF-4C2D-9D22-EDF097E2E11E}"/>
              </a:ext>
            </a:extLst>
          </p:cNvPr>
          <p:cNvSpPr/>
          <p:nvPr userDrawn="1"/>
        </p:nvSpPr>
        <p:spPr>
          <a:xfrm>
            <a:off x="0" y="-893"/>
            <a:ext cx="12191999" cy="6858000"/>
          </a:xfrm>
          <a:prstGeom prst="rect">
            <a:avLst/>
          </a:prstGeom>
          <a:gradFill flip="none" rotWithShape="1">
            <a:gsLst>
              <a:gs pos="0">
                <a:schemeClr val="tx1"/>
              </a:gs>
              <a:gs pos="72000">
                <a:schemeClr val="tx1">
                  <a:alpha val="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17" name="Title 1">
            <a:extLst>
              <a:ext uri="{FF2B5EF4-FFF2-40B4-BE49-F238E27FC236}">
                <a16:creationId xmlns:a16="http://schemas.microsoft.com/office/drawing/2014/main" id="{4ABECCA9-1C1F-4AD5-8289-CCDB7826621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5181" y="2432007"/>
            <a:ext cx="6362918" cy="932236"/>
          </a:xfrm>
        </p:spPr>
        <p:txBody>
          <a:bodyPr/>
          <a:lstStyle>
            <a:lvl1pPr algn="l">
              <a:defRPr sz="40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8" name="Subtitle 2">
            <a:extLst>
              <a:ext uri="{FF2B5EF4-FFF2-40B4-BE49-F238E27FC236}">
                <a16:creationId xmlns:a16="http://schemas.microsoft.com/office/drawing/2014/main" id="{98FBF283-FCFB-48CB-8F31-F904B30E37F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6107" y="3459173"/>
            <a:ext cx="6362058" cy="476003"/>
          </a:xfrm>
        </p:spPr>
        <p:txBody>
          <a:bodyPr/>
          <a:lstStyle>
            <a:lvl1pPr marL="0" indent="0" algn="l">
              <a:buNone/>
              <a:defRPr sz="2800"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29" name="Confidential">
            <a:extLst>
              <a:ext uri="{FF2B5EF4-FFF2-40B4-BE49-F238E27FC236}">
                <a16:creationId xmlns:a16="http://schemas.microsoft.com/office/drawing/2014/main" id="{A354AA50-2A18-4A44-9739-9A302CFE9A11}"/>
              </a:ext>
            </a:extLst>
          </p:cNvPr>
          <p:cNvSpPr txBox="1"/>
          <p:nvPr userDrawn="1"/>
        </p:nvSpPr>
        <p:spPr>
          <a:xfrm>
            <a:off x="613046" y="6506172"/>
            <a:ext cx="1354823" cy="153888"/>
          </a:xfrm>
          <a:prstGeom prst="rect">
            <a:avLst/>
          </a:prstGeom>
          <a:noFill/>
        </p:spPr>
        <p:txBody>
          <a:bodyPr vert="horz" wrap="square" lIns="0" tIns="0" rIns="0" bIns="0" rtlCol="0" anchor="b" anchorCtr="0">
            <a:spAutoFit/>
          </a:bodyPr>
          <a:lstStyle/>
          <a:p>
            <a:pPr algn="l"/>
            <a:r>
              <a:rPr lang="en-US" sz="1000">
                <a:solidFill>
                  <a:schemeClr val="bg1"/>
                </a:solidFill>
              </a:rPr>
              <a:t>T-Mobile Confidential</a:t>
            </a:r>
          </a:p>
        </p:txBody>
      </p:sp>
      <p:pic>
        <p:nvPicPr>
          <p:cNvPr id="12" name="Logo">
            <a:extLst>
              <a:ext uri="{FF2B5EF4-FFF2-40B4-BE49-F238E27FC236}">
                <a16:creationId xmlns:a16="http://schemas.microsoft.com/office/drawing/2014/main" id="{8F3E733A-B3E6-4C22-B567-BBF90B4E61C8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49385" y="613478"/>
            <a:ext cx="1095804" cy="337174"/>
          </a:xfrm>
          <a:prstGeom prst="rect">
            <a:avLst/>
          </a:prstGeom>
        </p:spPr>
      </p:pic>
      <p:sp>
        <p:nvSpPr>
          <p:cNvPr id="13" name="Tagline">
            <a:extLst>
              <a:ext uri="{FF2B5EF4-FFF2-40B4-BE49-F238E27FC236}">
                <a16:creationId xmlns:a16="http://schemas.microsoft.com/office/drawing/2014/main" id="{D77C5730-44FA-4C7B-AB3B-CA9B85B30DD8}"/>
              </a:ext>
            </a:extLst>
          </p:cNvPr>
          <p:cNvSpPr txBox="1"/>
          <p:nvPr userDrawn="1"/>
        </p:nvSpPr>
        <p:spPr>
          <a:xfrm>
            <a:off x="4001476" y="560861"/>
            <a:ext cx="7577745" cy="26161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1700" kern="1200" cap="all" baseline="0">
                <a:solidFill>
                  <a:schemeClr val="accent1"/>
                </a:solidFill>
                <a:latin typeface="+mj-lt"/>
                <a:ea typeface="+mn-ea"/>
                <a:cs typeface="+mn-cs"/>
              </a:rPr>
              <a:t>Delivering the future of wireless.</a:t>
            </a:r>
          </a:p>
        </p:txBody>
      </p:sp>
      <p:pic>
        <p:nvPicPr>
          <p:cNvPr id="9" name="Bars" descr="A close up of a logo&#10;&#10;Description automatically generated">
            <a:extLst>
              <a:ext uri="{FF2B5EF4-FFF2-40B4-BE49-F238E27FC236}">
                <a16:creationId xmlns:a16="http://schemas.microsoft.com/office/drawing/2014/main" id="{534C93B1-86E5-4B0F-BF6E-58DE89025E61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" y="893"/>
            <a:ext cx="12192000" cy="68562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7349143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*Photo_back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Hoto">
            <a:extLst>
              <a:ext uri="{FF2B5EF4-FFF2-40B4-BE49-F238E27FC236}">
                <a16:creationId xmlns:a16="http://schemas.microsoft.com/office/drawing/2014/main" id="{CF692B41-96E4-4162-BD4E-6FD7047C220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0"/>
            <a:ext cx="12192000" cy="6858000"/>
          </a:xfrm>
          <a:prstGeom prst="rect">
            <a:avLst/>
          </a:prstGeom>
        </p:spPr>
      </p:pic>
      <p:pic>
        <p:nvPicPr>
          <p:cNvPr id="4" name="Overlay for Photos">
            <a:extLst>
              <a:ext uri="{FF2B5EF4-FFF2-40B4-BE49-F238E27FC236}">
                <a16:creationId xmlns:a16="http://schemas.microsoft.com/office/drawing/2014/main" id="{B82F0338-4563-4C15-AC7D-A37DC724CCF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893"/>
            <a:ext cx="12191999" cy="6856214"/>
          </a:xfrm>
          <a:prstGeom prst="rect">
            <a:avLst/>
          </a:prstGeom>
        </p:spPr>
      </p:pic>
      <p:sp>
        <p:nvSpPr>
          <p:cNvPr id="7" name="Black Gradient">
            <a:extLst>
              <a:ext uri="{FF2B5EF4-FFF2-40B4-BE49-F238E27FC236}">
                <a16:creationId xmlns:a16="http://schemas.microsoft.com/office/drawing/2014/main" id="{7100C2CE-12DF-4C2D-9D22-EDF097E2E11E}"/>
              </a:ext>
            </a:extLst>
          </p:cNvPr>
          <p:cNvSpPr/>
          <p:nvPr userDrawn="1"/>
        </p:nvSpPr>
        <p:spPr>
          <a:xfrm>
            <a:off x="0" y="-893"/>
            <a:ext cx="12191999" cy="6858000"/>
          </a:xfrm>
          <a:prstGeom prst="rect">
            <a:avLst/>
          </a:prstGeom>
          <a:gradFill flip="none" rotWithShape="1">
            <a:gsLst>
              <a:gs pos="0">
                <a:schemeClr val="tx1"/>
              </a:gs>
              <a:gs pos="72000">
                <a:schemeClr val="tx1">
                  <a:alpha val="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17" name="Title 1">
            <a:extLst>
              <a:ext uri="{FF2B5EF4-FFF2-40B4-BE49-F238E27FC236}">
                <a16:creationId xmlns:a16="http://schemas.microsoft.com/office/drawing/2014/main" id="{4ABECCA9-1C1F-4AD5-8289-CCDB7826621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5181" y="2432007"/>
            <a:ext cx="6362918" cy="932236"/>
          </a:xfrm>
        </p:spPr>
        <p:txBody>
          <a:bodyPr/>
          <a:lstStyle>
            <a:lvl1pPr algn="l">
              <a:defRPr sz="40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8" name="Subtitle 2">
            <a:extLst>
              <a:ext uri="{FF2B5EF4-FFF2-40B4-BE49-F238E27FC236}">
                <a16:creationId xmlns:a16="http://schemas.microsoft.com/office/drawing/2014/main" id="{98FBF283-FCFB-48CB-8F31-F904B30E37F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6107" y="3459173"/>
            <a:ext cx="6362058" cy="476003"/>
          </a:xfrm>
        </p:spPr>
        <p:txBody>
          <a:bodyPr/>
          <a:lstStyle>
            <a:lvl1pPr marL="0" indent="0" algn="l">
              <a:buNone/>
              <a:defRPr sz="2800"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29" name="Confidential">
            <a:extLst>
              <a:ext uri="{FF2B5EF4-FFF2-40B4-BE49-F238E27FC236}">
                <a16:creationId xmlns:a16="http://schemas.microsoft.com/office/drawing/2014/main" id="{A354AA50-2A18-4A44-9739-9A302CFE9A11}"/>
              </a:ext>
            </a:extLst>
          </p:cNvPr>
          <p:cNvSpPr txBox="1"/>
          <p:nvPr userDrawn="1"/>
        </p:nvSpPr>
        <p:spPr>
          <a:xfrm>
            <a:off x="613046" y="6506172"/>
            <a:ext cx="1354823" cy="153888"/>
          </a:xfrm>
          <a:prstGeom prst="rect">
            <a:avLst/>
          </a:prstGeom>
          <a:noFill/>
        </p:spPr>
        <p:txBody>
          <a:bodyPr vert="horz" wrap="square" lIns="0" tIns="0" rIns="0" bIns="0" rtlCol="0" anchor="b" anchorCtr="0">
            <a:spAutoFit/>
          </a:bodyPr>
          <a:lstStyle/>
          <a:p>
            <a:pPr algn="l"/>
            <a:r>
              <a:rPr lang="en-US" sz="1000">
                <a:solidFill>
                  <a:schemeClr val="bg1"/>
                </a:solidFill>
              </a:rPr>
              <a:t>T-Mobile Confidential</a:t>
            </a:r>
          </a:p>
        </p:txBody>
      </p:sp>
      <p:pic>
        <p:nvPicPr>
          <p:cNvPr id="12" name="Logo">
            <a:extLst>
              <a:ext uri="{FF2B5EF4-FFF2-40B4-BE49-F238E27FC236}">
                <a16:creationId xmlns:a16="http://schemas.microsoft.com/office/drawing/2014/main" id="{8F3E733A-B3E6-4C22-B567-BBF90B4E61C8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49385" y="613478"/>
            <a:ext cx="1095804" cy="337174"/>
          </a:xfrm>
          <a:prstGeom prst="rect">
            <a:avLst/>
          </a:prstGeom>
        </p:spPr>
      </p:pic>
      <p:sp>
        <p:nvSpPr>
          <p:cNvPr id="13" name="Tagline">
            <a:extLst>
              <a:ext uri="{FF2B5EF4-FFF2-40B4-BE49-F238E27FC236}">
                <a16:creationId xmlns:a16="http://schemas.microsoft.com/office/drawing/2014/main" id="{D77C5730-44FA-4C7B-AB3B-CA9B85B30DD8}"/>
              </a:ext>
            </a:extLst>
          </p:cNvPr>
          <p:cNvSpPr txBox="1"/>
          <p:nvPr userDrawn="1"/>
        </p:nvSpPr>
        <p:spPr>
          <a:xfrm>
            <a:off x="4001476" y="560861"/>
            <a:ext cx="7577745" cy="26161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1700" kern="1200" cap="all" baseline="0">
                <a:solidFill>
                  <a:schemeClr val="accent1"/>
                </a:solidFill>
                <a:latin typeface="+mj-lt"/>
                <a:ea typeface="+mn-ea"/>
                <a:cs typeface="+mn-cs"/>
              </a:rPr>
              <a:t>Delivering the future of wireless.</a:t>
            </a:r>
          </a:p>
        </p:txBody>
      </p:sp>
      <p:pic>
        <p:nvPicPr>
          <p:cNvPr id="9" name="Bars" descr="A close up of a logo&#10;&#10;Description automatically generated">
            <a:extLst>
              <a:ext uri="{FF2B5EF4-FFF2-40B4-BE49-F238E27FC236}">
                <a16:creationId xmlns:a16="http://schemas.microsoft.com/office/drawing/2014/main" id="{534C93B1-86E5-4B0F-BF6E-58DE89025E61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" y="893"/>
            <a:ext cx="12192000" cy="68562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0098313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*Photo_back 3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Hoto">
            <a:extLst>
              <a:ext uri="{FF2B5EF4-FFF2-40B4-BE49-F238E27FC236}">
                <a16:creationId xmlns:a16="http://schemas.microsoft.com/office/drawing/2014/main" id="{7D6186B1-4B69-4C39-AAB6-AB908978DE4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0521" cy="6858000"/>
          </a:xfrm>
          <a:prstGeom prst="rect">
            <a:avLst/>
          </a:prstGeom>
        </p:spPr>
      </p:pic>
      <p:pic>
        <p:nvPicPr>
          <p:cNvPr id="4" name="Overlay for Photos">
            <a:extLst>
              <a:ext uri="{FF2B5EF4-FFF2-40B4-BE49-F238E27FC236}">
                <a16:creationId xmlns:a16="http://schemas.microsoft.com/office/drawing/2014/main" id="{B82F0338-4563-4C15-AC7D-A37DC724CCF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893"/>
            <a:ext cx="12191999" cy="6856214"/>
          </a:xfrm>
          <a:prstGeom prst="rect">
            <a:avLst/>
          </a:prstGeom>
        </p:spPr>
      </p:pic>
      <p:sp>
        <p:nvSpPr>
          <p:cNvPr id="7" name="Black Gradient">
            <a:extLst>
              <a:ext uri="{FF2B5EF4-FFF2-40B4-BE49-F238E27FC236}">
                <a16:creationId xmlns:a16="http://schemas.microsoft.com/office/drawing/2014/main" id="{7100C2CE-12DF-4C2D-9D22-EDF097E2E11E}"/>
              </a:ext>
            </a:extLst>
          </p:cNvPr>
          <p:cNvSpPr/>
          <p:nvPr userDrawn="1"/>
        </p:nvSpPr>
        <p:spPr>
          <a:xfrm>
            <a:off x="0" y="-893"/>
            <a:ext cx="12191999" cy="6858000"/>
          </a:xfrm>
          <a:prstGeom prst="rect">
            <a:avLst/>
          </a:prstGeom>
          <a:gradFill flip="none" rotWithShape="1">
            <a:gsLst>
              <a:gs pos="0">
                <a:schemeClr val="tx1"/>
              </a:gs>
              <a:gs pos="72000">
                <a:schemeClr val="tx1">
                  <a:alpha val="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17" name="Title 1">
            <a:extLst>
              <a:ext uri="{FF2B5EF4-FFF2-40B4-BE49-F238E27FC236}">
                <a16:creationId xmlns:a16="http://schemas.microsoft.com/office/drawing/2014/main" id="{4ABECCA9-1C1F-4AD5-8289-CCDB7826621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5181" y="2432007"/>
            <a:ext cx="6362918" cy="932236"/>
          </a:xfrm>
        </p:spPr>
        <p:txBody>
          <a:bodyPr/>
          <a:lstStyle>
            <a:lvl1pPr algn="l">
              <a:defRPr sz="40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8" name="Subtitle 2">
            <a:extLst>
              <a:ext uri="{FF2B5EF4-FFF2-40B4-BE49-F238E27FC236}">
                <a16:creationId xmlns:a16="http://schemas.microsoft.com/office/drawing/2014/main" id="{98FBF283-FCFB-48CB-8F31-F904B30E37F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6107" y="3459173"/>
            <a:ext cx="6362058" cy="476003"/>
          </a:xfrm>
        </p:spPr>
        <p:txBody>
          <a:bodyPr/>
          <a:lstStyle>
            <a:lvl1pPr marL="0" indent="0" algn="l">
              <a:buNone/>
              <a:defRPr sz="2800"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29" name="Confidential">
            <a:extLst>
              <a:ext uri="{FF2B5EF4-FFF2-40B4-BE49-F238E27FC236}">
                <a16:creationId xmlns:a16="http://schemas.microsoft.com/office/drawing/2014/main" id="{A354AA50-2A18-4A44-9739-9A302CFE9A11}"/>
              </a:ext>
            </a:extLst>
          </p:cNvPr>
          <p:cNvSpPr txBox="1"/>
          <p:nvPr userDrawn="1"/>
        </p:nvSpPr>
        <p:spPr>
          <a:xfrm>
            <a:off x="613046" y="6506172"/>
            <a:ext cx="1354823" cy="153888"/>
          </a:xfrm>
          <a:prstGeom prst="rect">
            <a:avLst/>
          </a:prstGeom>
          <a:noFill/>
        </p:spPr>
        <p:txBody>
          <a:bodyPr vert="horz" wrap="square" lIns="0" tIns="0" rIns="0" bIns="0" rtlCol="0" anchor="b" anchorCtr="0">
            <a:spAutoFit/>
          </a:bodyPr>
          <a:lstStyle/>
          <a:p>
            <a:pPr algn="l"/>
            <a:r>
              <a:rPr lang="en-US" sz="1000">
                <a:solidFill>
                  <a:schemeClr val="bg1"/>
                </a:solidFill>
              </a:rPr>
              <a:t>T-Mobile Confidential</a:t>
            </a:r>
          </a:p>
        </p:txBody>
      </p:sp>
      <p:pic>
        <p:nvPicPr>
          <p:cNvPr id="12" name="Logo">
            <a:extLst>
              <a:ext uri="{FF2B5EF4-FFF2-40B4-BE49-F238E27FC236}">
                <a16:creationId xmlns:a16="http://schemas.microsoft.com/office/drawing/2014/main" id="{8F3E733A-B3E6-4C22-B567-BBF90B4E61C8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49385" y="613478"/>
            <a:ext cx="1095804" cy="337174"/>
          </a:xfrm>
          <a:prstGeom prst="rect">
            <a:avLst/>
          </a:prstGeom>
        </p:spPr>
      </p:pic>
      <p:sp>
        <p:nvSpPr>
          <p:cNvPr id="13" name="Tagline">
            <a:extLst>
              <a:ext uri="{FF2B5EF4-FFF2-40B4-BE49-F238E27FC236}">
                <a16:creationId xmlns:a16="http://schemas.microsoft.com/office/drawing/2014/main" id="{D77C5730-44FA-4C7B-AB3B-CA9B85B30DD8}"/>
              </a:ext>
            </a:extLst>
          </p:cNvPr>
          <p:cNvSpPr txBox="1"/>
          <p:nvPr userDrawn="1"/>
        </p:nvSpPr>
        <p:spPr>
          <a:xfrm>
            <a:off x="4001476" y="560861"/>
            <a:ext cx="7577745" cy="26161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1700" kern="1200" cap="all" baseline="0">
                <a:solidFill>
                  <a:schemeClr val="accent1"/>
                </a:solidFill>
                <a:latin typeface="+mj-lt"/>
                <a:ea typeface="+mn-ea"/>
                <a:cs typeface="+mn-cs"/>
              </a:rPr>
              <a:t>Delivering the future of wireless.</a:t>
            </a:r>
          </a:p>
        </p:txBody>
      </p:sp>
      <p:pic>
        <p:nvPicPr>
          <p:cNvPr id="9" name="Bars" descr="A close up of a logo&#10;&#10;Description automatically generated">
            <a:extLst>
              <a:ext uri="{FF2B5EF4-FFF2-40B4-BE49-F238E27FC236}">
                <a16:creationId xmlns:a16="http://schemas.microsoft.com/office/drawing/2014/main" id="{534C93B1-86E5-4B0F-BF6E-58DE89025E61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1479" y="893"/>
            <a:ext cx="12192000" cy="68562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2846645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*Photo_back 4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Hoto">
            <a:extLst>
              <a:ext uri="{FF2B5EF4-FFF2-40B4-BE49-F238E27FC236}">
                <a16:creationId xmlns:a16="http://schemas.microsoft.com/office/drawing/2014/main" id="{7D6186B1-4B69-4C39-AAB6-AB908978DE4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0"/>
            <a:ext cx="12191999" cy="6858000"/>
          </a:xfrm>
          <a:prstGeom prst="rect">
            <a:avLst/>
          </a:prstGeom>
        </p:spPr>
      </p:pic>
      <p:pic>
        <p:nvPicPr>
          <p:cNvPr id="4" name="Overlay for Photos">
            <a:extLst>
              <a:ext uri="{FF2B5EF4-FFF2-40B4-BE49-F238E27FC236}">
                <a16:creationId xmlns:a16="http://schemas.microsoft.com/office/drawing/2014/main" id="{B82F0338-4563-4C15-AC7D-A37DC724CCF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893"/>
            <a:ext cx="12191999" cy="6856214"/>
          </a:xfrm>
          <a:prstGeom prst="rect">
            <a:avLst/>
          </a:prstGeom>
        </p:spPr>
      </p:pic>
      <p:sp>
        <p:nvSpPr>
          <p:cNvPr id="7" name="Black Gradient">
            <a:extLst>
              <a:ext uri="{FF2B5EF4-FFF2-40B4-BE49-F238E27FC236}">
                <a16:creationId xmlns:a16="http://schemas.microsoft.com/office/drawing/2014/main" id="{7100C2CE-12DF-4C2D-9D22-EDF097E2E11E}"/>
              </a:ext>
            </a:extLst>
          </p:cNvPr>
          <p:cNvSpPr/>
          <p:nvPr userDrawn="1"/>
        </p:nvSpPr>
        <p:spPr>
          <a:xfrm>
            <a:off x="0" y="-893"/>
            <a:ext cx="12191999" cy="6858000"/>
          </a:xfrm>
          <a:prstGeom prst="rect">
            <a:avLst/>
          </a:prstGeom>
          <a:gradFill flip="none" rotWithShape="1">
            <a:gsLst>
              <a:gs pos="0">
                <a:schemeClr val="tx1"/>
              </a:gs>
              <a:gs pos="72000">
                <a:schemeClr val="tx1">
                  <a:alpha val="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17" name="Title 1">
            <a:extLst>
              <a:ext uri="{FF2B5EF4-FFF2-40B4-BE49-F238E27FC236}">
                <a16:creationId xmlns:a16="http://schemas.microsoft.com/office/drawing/2014/main" id="{4ABECCA9-1C1F-4AD5-8289-CCDB7826621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5181" y="2432007"/>
            <a:ext cx="6362918" cy="932236"/>
          </a:xfrm>
        </p:spPr>
        <p:txBody>
          <a:bodyPr/>
          <a:lstStyle>
            <a:lvl1pPr algn="l">
              <a:defRPr sz="40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8" name="Subtitle 2">
            <a:extLst>
              <a:ext uri="{FF2B5EF4-FFF2-40B4-BE49-F238E27FC236}">
                <a16:creationId xmlns:a16="http://schemas.microsoft.com/office/drawing/2014/main" id="{98FBF283-FCFB-48CB-8F31-F904B30E37F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6107" y="3459173"/>
            <a:ext cx="6362058" cy="476003"/>
          </a:xfrm>
        </p:spPr>
        <p:txBody>
          <a:bodyPr/>
          <a:lstStyle>
            <a:lvl1pPr marL="0" indent="0" algn="l">
              <a:buNone/>
              <a:defRPr sz="2800"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29" name="Confidential">
            <a:extLst>
              <a:ext uri="{FF2B5EF4-FFF2-40B4-BE49-F238E27FC236}">
                <a16:creationId xmlns:a16="http://schemas.microsoft.com/office/drawing/2014/main" id="{A354AA50-2A18-4A44-9739-9A302CFE9A11}"/>
              </a:ext>
            </a:extLst>
          </p:cNvPr>
          <p:cNvSpPr txBox="1"/>
          <p:nvPr userDrawn="1"/>
        </p:nvSpPr>
        <p:spPr>
          <a:xfrm>
            <a:off x="613046" y="6506172"/>
            <a:ext cx="1354823" cy="153888"/>
          </a:xfrm>
          <a:prstGeom prst="rect">
            <a:avLst/>
          </a:prstGeom>
          <a:noFill/>
        </p:spPr>
        <p:txBody>
          <a:bodyPr vert="horz" wrap="square" lIns="0" tIns="0" rIns="0" bIns="0" rtlCol="0" anchor="b" anchorCtr="0">
            <a:spAutoFit/>
          </a:bodyPr>
          <a:lstStyle/>
          <a:p>
            <a:pPr algn="l"/>
            <a:r>
              <a:rPr lang="en-US" sz="1000">
                <a:solidFill>
                  <a:schemeClr val="bg1"/>
                </a:solidFill>
              </a:rPr>
              <a:t>T-Mobile Confidential</a:t>
            </a:r>
          </a:p>
        </p:txBody>
      </p:sp>
      <p:pic>
        <p:nvPicPr>
          <p:cNvPr id="12" name="Logo">
            <a:extLst>
              <a:ext uri="{FF2B5EF4-FFF2-40B4-BE49-F238E27FC236}">
                <a16:creationId xmlns:a16="http://schemas.microsoft.com/office/drawing/2014/main" id="{8F3E733A-B3E6-4C22-B567-BBF90B4E61C8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49385" y="613478"/>
            <a:ext cx="1095804" cy="337174"/>
          </a:xfrm>
          <a:prstGeom prst="rect">
            <a:avLst/>
          </a:prstGeom>
        </p:spPr>
      </p:pic>
      <p:sp>
        <p:nvSpPr>
          <p:cNvPr id="13" name="Tagline">
            <a:extLst>
              <a:ext uri="{FF2B5EF4-FFF2-40B4-BE49-F238E27FC236}">
                <a16:creationId xmlns:a16="http://schemas.microsoft.com/office/drawing/2014/main" id="{D77C5730-44FA-4C7B-AB3B-CA9B85B30DD8}"/>
              </a:ext>
            </a:extLst>
          </p:cNvPr>
          <p:cNvSpPr txBox="1"/>
          <p:nvPr userDrawn="1"/>
        </p:nvSpPr>
        <p:spPr>
          <a:xfrm>
            <a:off x="4001476" y="560861"/>
            <a:ext cx="7577745" cy="26161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1700" kern="1200" cap="all" baseline="0">
                <a:solidFill>
                  <a:schemeClr val="accent1"/>
                </a:solidFill>
                <a:latin typeface="+mj-lt"/>
                <a:ea typeface="+mn-ea"/>
                <a:cs typeface="+mn-cs"/>
              </a:rPr>
              <a:t>Delivering the future of wireless.</a:t>
            </a:r>
          </a:p>
        </p:txBody>
      </p:sp>
      <p:pic>
        <p:nvPicPr>
          <p:cNvPr id="9" name="Bars" descr="A close up of a logo&#10;&#10;Description automatically generated">
            <a:extLst>
              <a:ext uri="{FF2B5EF4-FFF2-40B4-BE49-F238E27FC236}">
                <a16:creationId xmlns:a16="http://schemas.microsoft.com/office/drawing/2014/main" id="{534C93B1-86E5-4B0F-BF6E-58DE89025E61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" y="893"/>
            <a:ext cx="12192000" cy="68562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4765839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*DARK Title Slide - photo">
    <p:bg>
      <p:bgPr>
        <a:solidFill>
          <a:srgbClr val="DDDDDD">
            <a:alpha val="8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9E84651D-DA33-4086-A980-A1D03AE26D0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>
            <a:off x="0" y="225"/>
            <a:ext cx="12191999" cy="6856213"/>
          </a:xfrm>
          <a:prstGeom prst="rect">
            <a:avLst/>
          </a:prstGeom>
        </p:spPr>
      </p:pic>
      <p:sp>
        <p:nvSpPr>
          <p:cNvPr id="117" name="Title 1">
            <a:extLst>
              <a:ext uri="{FF2B5EF4-FFF2-40B4-BE49-F238E27FC236}">
                <a16:creationId xmlns:a16="http://schemas.microsoft.com/office/drawing/2014/main" id="{4ABECCA9-1C1F-4AD5-8289-CCDB7826621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5181" y="2840055"/>
            <a:ext cx="4169663" cy="932236"/>
          </a:xfrm>
        </p:spPr>
        <p:txBody>
          <a:bodyPr/>
          <a:lstStyle>
            <a:lvl1pPr algn="l">
              <a:defRPr sz="40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8" name="Subtitle 2">
            <a:extLst>
              <a:ext uri="{FF2B5EF4-FFF2-40B4-BE49-F238E27FC236}">
                <a16:creationId xmlns:a16="http://schemas.microsoft.com/office/drawing/2014/main" id="{98FBF283-FCFB-48CB-8F31-F904B30E37F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6108" y="3867221"/>
            <a:ext cx="4169100" cy="476003"/>
          </a:xfrm>
        </p:spPr>
        <p:txBody>
          <a:bodyPr/>
          <a:lstStyle>
            <a:lvl1pPr marL="0" indent="0" algn="l">
              <a:buNone/>
              <a:defRPr sz="2800"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354AA50-2A18-4A44-9739-9A302CFE9A11}"/>
              </a:ext>
            </a:extLst>
          </p:cNvPr>
          <p:cNvSpPr txBox="1"/>
          <p:nvPr userDrawn="1"/>
        </p:nvSpPr>
        <p:spPr>
          <a:xfrm>
            <a:off x="613046" y="6506172"/>
            <a:ext cx="1354823" cy="153888"/>
          </a:xfrm>
          <a:prstGeom prst="rect">
            <a:avLst/>
          </a:prstGeom>
          <a:noFill/>
        </p:spPr>
        <p:txBody>
          <a:bodyPr vert="horz" wrap="square" lIns="0" tIns="0" rIns="0" bIns="0" rtlCol="0" anchor="b" anchorCtr="0">
            <a:spAutoFit/>
          </a:bodyPr>
          <a:lstStyle/>
          <a:p>
            <a:pPr algn="l"/>
            <a:r>
              <a:rPr lang="en-US" sz="1000">
                <a:solidFill>
                  <a:schemeClr val="bg1"/>
                </a:solidFill>
              </a:rPr>
              <a:t>T-Mobile Confidential</a:t>
            </a:r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8F3E733A-B3E6-4C22-B567-BBF90B4E61C8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44660" y="613478"/>
            <a:ext cx="1095804" cy="337174"/>
          </a:xfrm>
          <a:prstGeom prst="rect">
            <a:avLst/>
          </a:prstGeom>
        </p:spPr>
      </p:pic>
      <p:sp>
        <p:nvSpPr>
          <p:cNvPr id="10" name="Picture Placeholder 6">
            <a:extLst>
              <a:ext uri="{FF2B5EF4-FFF2-40B4-BE49-F238E27FC236}">
                <a16:creationId xmlns:a16="http://schemas.microsoft.com/office/drawing/2014/main" id="{6202E458-4A9A-4A1D-8C4A-E42CFDB258A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437416" y="622165"/>
            <a:ext cx="6372409" cy="5612330"/>
          </a:xfrm>
          <a:solidFill>
            <a:schemeClr val="accent2"/>
          </a:solidFill>
          <a:ln w="38100">
            <a:solidFill>
              <a:schemeClr val="accent1"/>
            </a:solidFill>
          </a:ln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5B7200A-D43B-4183-9390-D6498E477CA5}"/>
              </a:ext>
            </a:extLst>
          </p:cNvPr>
          <p:cNvSpPr txBox="1"/>
          <p:nvPr userDrawn="1"/>
        </p:nvSpPr>
        <p:spPr>
          <a:xfrm>
            <a:off x="4290719" y="6398450"/>
            <a:ext cx="7577745" cy="26161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1700" kern="1200" cap="all" baseline="0">
                <a:solidFill>
                  <a:schemeClr val="accent1"/>
                </a:solidFill>
                <a:latin typeface="+mj-lt"/>
                <a:ea typeface="+mn-ea"/>
                <a:cs typeface="+mn-cs"/>
              </a:rPr>
              <a:t>Delivering the future of wireless.</a:t>
            </a:r>
          </a:p>
        </p:txBody>
      </p:sp>
    </p:spTree>
    <p:extLst>
      <p:ext uri="{BB962C8B-B14F-4D97-AF65-F5344CB8AC3E}">
        <p14:creationId xmlns:p14="http://schemas.microsoft.com/office/powerpoint/2010/main" val="1046628546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*DARK SECTION BREA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FBD7C53-8BFB-4B09-AB1D-D3E5070059A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893"/>
            <a:ext cx="12191999" cy="6856214"/>
          </a:xfrm>
          <a:prstGeom prst="rect">
            <a:avLst/>
          </a:prstGeom>
        </p:spPr>
      </p:pic>
      <p:sp>
        <p:nvSpPr>
          <p:cNvPr id="117" name="Title 1">
            <a:extLst>
              <a:ext uri="{FF2B5EF4-FFF2-40B4-BE49-F238E27FC236}">
                <a16:creationId xmlns:a16="http://schemas.microsoft.com/office/drawing/2014/main" id="{4ABECCA9-1C1F-4AD5-8289-CCDB7826621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90603" y="1878096"/>
            <a:ext cx="5739657" cy="932236"/>
          </a:xfrm>
        </p:spPr>
        <p:txBody>
          <a:bodyPr/>
          <a:lstStyle>
            <a:lvl1pPr algn="l">
              <a:defRPr sz="40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8" name="Subtitle 2">
            <a:extLst>
              <a:ext uri="{FF2B5EF4-FFF2-40B4-BE49-F238E27FC236}">
                <a16:creationId xmlns:a16="http://schemas.microsoft.com/office/drawing/2014/main" id="{98FBF283-FCFB-48CB-8F31-F904B30E37F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91029" y="2933598"/>
            <a:ext cx="5744769" cy="476003"/>
          </a:xfrm>
        </p:spPr>
        <p:txBody>
          <a:bodyPr/>
          <a:lstStyle>
            <a:lvl1pPr marL="0" indent="0" algn="l">
              <a:buNone/>
              <a:defRPr sz="2800"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932EA2B-9E96-4F2D-8960-D7787A50419E}"/>
              </a:ext>
            </a:extLst>
          </p:cNvPr>
          <p:cNvSpPr txBox="1"/>
          <p:nvPr userDrawn="1"/>
        </p:nvSpPr>
        <p:spPr>
          <a:xfrm>
            <a:off x="613046" y="6506172"/>
            <a:ext cx="1354823" cy="153888"/>
          </a:xfrm>
          <a:prstGeom prst="rect">
            <a:avLst/>
          </a:prstGeom>
          <a:noFill/>
        </p:spPr>
        <p:txBody>
          <a:bodyPr vert="horz" wrap="square" lIns="0" tIns="0" rIns="0" bIns="0" rtlCol="0" anchor="b" anchorCtr="0">
            <a:spAutoFit/>
          </a:bodyPr>
          <a:lstStyle/>
          <a:p>
            <a:pPr algn="l"/>
            <a:r>
              <a:rPr lang="en-US" sz="1000">
                <a:solidFill>
                  <a:schemeClr val="tx1"/>
                </a:solidFill>
              </a:rPr>
              <a:t>T-Mobile Confidential</a:t>
            </a:r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E84116C8-90CD-48BA-91B8-6A56204CEA4B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49385" y="613478"/>
            <a:ext cx="1095804" cy="33717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1A75EF1-057B-4A79-A8DC-2909D1269747}"/>
              </a:ext>
            </a:extLst>
          </p:cNvPr>
          <p:cNvSpPr txBox="1"/>
          <p:nvPr userDrawn="1"/>
        </p:nvSpPr>
        <p:spPr>
          <a:xfrm>
            <a:off x="4001476" y="560861"/>
            <a:ext cx="7577745" cy="26161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1700" kern="1200" cap="all" baseline="0">
                <a:solidFill>
                  <a:schemeClr val="accent1"/>
                </a:solidFill>
                <a:latin typeface="+mj-lt"/>
                <a:ea typeface="+mn-ea"/>
                <a:cs typeface="+mn-cs"/>
              </a:rPr>
              <a:t>Delivering the future of wireless.</a:t>
            </a:r>
          </a:p>
        </p:txBody>
      </p:sp>
    </p:spTree>
    <p:extLst>
      <p:ext uri="{BB962C8B-B14F-4D97-AF65-F5344CB8AC3E}">
        <p14:creationId xmlns:p14="http://schemas.microsoft.com/office/powerpoint/2010/main" val="1090680340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*DARK SECTION BREA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29D685E7-61DE-48F2-9F85-1713117BF3A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1786"/>
            <a:ext cx="12188824" cy="6856214"/>
          </a:xfrm>
          <a:prstGeom prst="rect">
            <a:avLst/>
          </a:prstGeom>
        </p:spPr>
      </p:pic>
      <p:sp>
        <p:nvSpPr>
          <p:cNvPr id="117" name="Title 1">
            <a:extLst>
              <a:ext uri="{FF2B5EF4-FFF2-40B4-BE49-F238E27FC236}">
                <a16:creationId xmlns:a16="http://schemas.microsoft.com/office/drawing/2014/main" id="{4ABECCA9-1C1F-4AD5-8289-CCDB7826621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90603" y="1878096"/>
            <a:ext cx="5739657" cy="932236"/>
          </a:xfrm>
        </p:spPr>
        <p:txBody>
          <a:bodyPr/>
          <a:lstStyle>
            <a:lvl1pPr algn="l">
              <a:defRPr sz="4000" b="1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8" name="Subtitle 2">
            <a:extLst>
              <a:ext uri="{FF2B5EF4-FFF2-40B4-BE49-F238E27FC236}">
                <a16:creationId xmlns:a16="http://schemas.microsoft.com/office/drawing/2014/main" id="{98FBF283-FCFB-48CB-8F31-F904B30E37F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91029" y="2933598"/>
            <a:ext cx="5744769" cy="476003"/>
          </a:xfrm>
        </p:spPr>
        <p:txBody>
          <a:bodyPr/>
          <a:lstStyle>
            <a:lvl1pPr marL="0" indent="0" algn="l">
              <a:buNone/>
              <a:defRPr sz="2800">
                <a:solidFill>
                  <a:schemeClr val="accent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932EA2B-9E96-4F2D-8960-D7787A50419E}"/>
              </a:ext>
            </a:extLst>
          </p:cNvPr>
          <p:cNvSpPr txBox="1"/>
          <p:nvPr userDrawn="1"/>
        </p:nvSpPr>
        <p:spPr>
          <a:xfrm>
            <a:off x="613046" y="6506172"/>
            <a:ext cx="1354823" cy="153888"/>
          </a:xfrm>
          <a:prstGeom prst="rect">
            <a:avLst/>
          </a:prstGeom>
          <a:noFill/>
        </p:spPr>
        <p:txBody>
          <a:bodyPr vert="horz" wrap="square" lIns="0" tIns="0" rIns="0" bIns="0" rtlCol="0" anchor="b" anchorCtr="0">
            <a:spAutoFit/>
          </a:bodyPr>
          <a:lstStyle/>
          <a:p>
            <a:pPr algn="l"/>
            <a:r>
              <a:rPr lang="en-US" sz="1000">
                <a:solidFill>
                  <a:schemeClr val="tx1"/>
                </a:solidFill>
              </a:rPr>
              <a:t>T-Mobile Confidential</a:t>
            </a:r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E84116C8-90CD-48BA-91B8-6A56204CEA4B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49385" y="613478"/>
            <a:ext cx="1095804" cy="33717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1A75EF1-057B-4A79-A8DC-2909D1269747}"/>
              </a:ext>
            </a:extLst>
          </p:cNvPr>
          <p:cNvSpPr txBox="1"/>
          <p:nvPr userDrawn="1"/>
        </p:nvSpPr>
        <p:spPr>
          <a:xfrm>
            <a:off x="4001476" y="560861"/>
            <a:ext cx="7577745" cy="26161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1700" kern="1200" cap="all" baseline="0">
                <a:solidFill>
                  <a:schemeClr val="accent1"/>
                </a:solidFill>
                <a:latin typeface="+mj-lt"/>
                <a:ea typeface="+mn-ea"/>
                <a:cs typeface="+mn-cs"/>
              </a:rPr>
              <a:t>Delivering the future of wireless.</a:t>
            </a:r>
          </a:p>
        </p:txBody>
      </p:sp>
    </p:spTree>
    <p:extLst>
      <p:ext uri="{BB962C8B-B14F-4D97-AF65-F5344CB8AC3E}">
        <p14:creationId xmlns:p14="http://schemas.microsoft.com/office/powerpoint/2010/main" val="3616249401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*DARK SECTION BREAK - photo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F1CB3E3F-D23B-403D-8834-3175CB904DD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893"/>
            <a:ext cx="12191999" cy="6856214"/>
          </a:xfrm>
          <a:prstGeom prst="rect">
            <a:avLst/>
          </a:prstGeom>
        </p:spPr>
      </p:pic>
      <p:sp>
        <p:nvSpPr>
          <p:cNvPr id="117" name="Title 1">
            <a:extLst>
              <a:ext uri="{FF2B5EF4-FFF2-40B4-BE49-F238E27FC236}">
                <a16:creationId xmlns:a16="http://schemas.microsoft.com/office/drawing/2014/main" id="{4ABECCA9-1C1F-4AD5-8289-CCDB7826621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90603" y="1878097"/>
            <a:ext cx="5868304" cy="932236"/>
          </a:xfrm>
        </p:spPr>
        <p:txBody>
          <a:bodyPr/>
          <a:lstStyle>
            <a:lvl1pPr algn="l">
              <a:defRPr sz="40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8" name="Subtitle 2">
            <a:extLst>
              <a:ext uri="{FF2B5EF4-FFF2-40B4-BE49-F238E27FC236}">
                <a16:creationId xmlns:a16="http://schemas.microsoft.com/office/drawing/2014/main" id="{98FBF283-FCFB-48CB-8F31-F904B30E37F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91030" y="2933599"/>
            <a:ext cx="5867877" cy="476003"/>
          </a:xfrm>
        </p:spPr>
        <p:txBody>
          <a:bodyPr/>
          <a:lstStyle>
            <a:lvl1pPr marL="0" indent="0" algn="l">
              <a:buNone/>
              <a:defRPr sz="2800"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932EA2B-9E96-4F2D-8960-D7787A50419E}"/>
              </a:ext>
            </a:extLst>
          </p:cNvPr>
          <p:cNvSpPr txBox="1"/>
          <p:nvPr userDrawn="1"/>
        </p:nvSpPr>
        <p:spPr>
          <a:xfrm>
            <a:off x="613046" y="6506172"/>
            <a:ext cx="1354823" cy="153888"/>
          </a:xfrm>
          <a:prstGeom prst="rect">
            <a:avLst/>
          </a:prstGeom>
          <a:noFill/>
        </p:spPr>
        <p:txBody>
          <a:bodyPr vert="horz" wrap="square" lIns="0" tIns="0" rIns="0" bIns="0" rtlCol="0" anchor="b" anchorCtr="0">
            <a:spAutoFit/>
          </a:bodyPr>
          <a:lstStyle/>
          <a:p>
            <a:pPr algn="l"/>
            <a:r>
              <a:rPr lang="en-US" sz="1000">
                <a:solidFill>
                  <a:schemeClr val="tx1"/>
                </a:solidFill>
              </a:rPr>
              <a:t>T-Mobile Confidential</a:t>
            </a:r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E84116C8-90CD-48BA-91B8-6A56204CEA4B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49385" y="613478"/>
            <a:ext cx="1095804" cy="337174"/>
          </a:xfrm>
          <a:prstGeom prst="rect">
            <a:avLst/>
          </a:prstGeom>
        </p:spPr>
      </p:pic>
      <p:sp>
        <p:nvSpPr>
          <p:cNvPr id="10" name="Picture Placeholder 6">
            <a:extLst>
              <a:ext uri="{FF2B5EF4-FFF2-40B4-BE49-F238E27FC236}">
                <a16:creationId xmlns:a16="http://schemas.microsoft.com/office/drawing/2014/main" id="{734CD9C4-9828-48D9-A0E1-CE9B58B3A40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9708177" y="1867358"/>
            <a:ext cx="1892793" cy="1885950"/>
          </a:xfrm>
          <a:solidFill>
            <a:schemeClr val="accent2"/>
          </a:solidFill>
          <a:ln w="38100">
            <a:solidFill>
              <a:schemeClr val="accent1"/>
            </a:solidFill>
          </a:ln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US"/>
          </a:p>
        </p:txBody>
      </p:sp>
      <p:sp>
        <p:nvSpPr>
          <p:cNvPr id="11" name="Picture Placeholder 6">
            <a:extLst>
              <a:ext uri="{FF2B5EF4-FFF2-40B4-BE49-F238E27FC236}">
                <a16:creationId xmlns:a16="http://schemas.microsoft.com/office/drawing/2014/main" id="{9E071A9F-2ADC-4254-B0A1-DB78A9BDFFF7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8027015" y="2467782"/>
            <a:ext cx="1290191" cy="1285527"/>
          </a:xfrm>
          <a:solidFill>
            <a:schemeClr val="accent2"/>
          </a:solidFill>
          <a:ln w="38100">
            <a:solidFill>
              <a:schemeClr val="accent1"/>
            </a:solidFill>
          </a:ln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US"/>
          </a:p>
        </p:txBody>
      </p:sp>
      <p:sp>
        <p:nvSpPr>
          <p:cNvPr id="12" name="Picture Placeholder 6">
            <a:extLst>
              <a:ext uri="{FF2B5EF4-FFF2-40B4-BE49-F238E27FC236}">
                <a16:creationId xmlns:a16="http://schemas.microsoft.com/office/drawing/2014/main" id="{B3241678-8649-4ED7-AF32-6F8848EDA229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0233866" y="4150516"/>
            <a:ext cx="1367105" cy="1285527"/>
          </a:xfrm>
          <a:solidFill>
            <a:schemeClr val="accent2"/>
          </a:solidFill>
          <a:ln w="38100">
            <a:solidFill>
              <a:schemeClr val="accent1"/>
            </a:solidFill>
          </a:ln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B66DABB-E910-4EEE-83D0-363FF9BB314B}"/>
              </a:ext>
            </a:extLst>
          </p:cNvPr>
          <p:cNvSpPr txBox="1"/>
          <p:nvPr userDrawn="1"/>
        </p:nvSpPr>
        <p:spPr>
          <a:xfrm>
            <a:off x="4001476" y="560861"/>
            <a:ext cx="7577745" cy="26161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1700" kern="1200" cap="all" baseline="0">
                <a:solidFill>
                  <a:schemeClr val="accent1"/>
                </a:solidFill>
                <a:latin typeface="+mj-lt"/>
                <a:ea typeface="+mn-ea"/>
                <a:cs typeface="+mn-cs"/>
              </a:rPr>
              <a:t>Delivering the future of wireless.</a:t>
            </a:r>
          </a:p>
        </p:txBody>
      </p:sp>
    </p:spTree>
    <p:extLst>
      <p:ext uri="{BB962C8B-B14F-4D97-AF65-F5344CB8AC3E}">
        <p14:creationId xmlns:p14="http://schemas.microsoft.com/office/powerpoint/2010/main" val="1342462370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*DARK_CONTENT">
    <p:bg>
      <p:bgPr>
        <a:gradFill>
          <a:gsLst>
            <a:gs pos="29000">
              <a:schemeClr val="bg2">
                <a:alpha val="34000"/>
                <a:lumMod val="98000"/>
                <a:lumOff val="2000"/>
              </a:schemeClr>
            </a:gs>
            <a:gs pos="0">
              <a:schemeClr val="bg2">
                <a:alpha val="26000"/>
                <a:lumMod val="66000"/>
              </a:schemeClr>
            </a:gs>
            <a:gs pos="100000">
              <a:schemeClr val="bg1">
                <a:alpha val="24000"/>
              </a:schemeClr>
            </a:gs>
          </a:gsLst>
          <a:lin ang="162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 userDrawn="1">
            <p:ph type="title"/>
          </p:nvPr>
        </p:nvSpPr>
        <p:spPr>
          <a:xfrm>
            <a:off x="540071" y="384048"/>
            <a:ext cx="11068503" cy="814820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 userDrawn="1">
            <p:ph idx="1"/>
          </p:nvPr>
        </p:nvSpPr>
        <p:spPr>
          <a:xfrm>
            <a:off x="540071" y="1536193"/>
            <a:ext cx="11068503" cy="44417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F2D1CEBF-2DE0-4EDC-96B9-DE7E768556B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906141" y="6276005"/>
            <a:ext cx="379717" cy="320675"/>
          </a:xfrm>
          <a:prstGeom prst="rect">
            <a:avLst/>
          </a:prstGeom>
        </p:spPr>
        <p:txBody>
          <a:bodyPr lIns="0" tIns="0" rIns="0" bIns="0" anchor="b" anchorCtr="0"/>
          <a:lstStyle>
            <a:lvl1pPr algn="ctr">
              <a:defRPr sz="1000">
                <a:solidFill>
                  <a:schemeClr val="bg1"/>
                </a:solidFill>
              </a:defRPr>
            </a:lvl1pPr>
          </a:lstStyle>
          <a:p>
            <a:fld id="{D354CF67-C5F0-4CAE-8117-D09CFBB1DF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8715137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*DARK_2 COLUMN">
    <p:bg>
      <p:bgPr>
        <a:gradFill>
          <a:gsLst>
            <a:gs pos="29000">
              <a:schemeClr val="bg2">
                <a:alpha val="34000"/>
                <a:lumMod val="98000"/>
                <a:lumOff val="2000"/>
              </a:schemeClr>
            </a:gs>
            <a:gs pos="0">
              <a:schemeClr val="bg2">
                <a:alpha val="26000"/>
                <a:lumMod val="66000"/>
              </a:schemeClr>
            </a:gs>
            <a:gs pos="100000">
              <a:schemeClr val="bg1">
                <a:alpha val="24000"/>
              </a:schemeClr>
            </a:gs>
          </a:gsLst>
          <a:lin ang="162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 userDrawn="1">
            <p:ph type="title"/>
          </p:nvPr>
        </p:nvSpPr>
        <p:spPr>
          <a:xfrm>
            <a:off x="540071" y="384048"/>
            <a:ext cx="11068503" cy="814820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 userDrawn="1">
            <p:ph idx="1"/>
          </p:nvPr>
        </p:nvSpPr>
        <p:spPr>
          <a:xfrm>
            <a:off x="540071" y="1536193"/>
            <a:ext cx="5319674" cy="44417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F2D1CEBF-2DE0-4EDC-96B9-DE7E768556B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906141" y="6276005"/>
            <a:ext cx="379717" cy="320675"/>
          </a:xfrm>
          <a:prstGeom prst="rect">
            <a:avLst/>
          </a:prstGeom>
        </p:spPr>
        <p:txBody>
          <a:bodyPr lIns="0" tIns="0" rIns="0" bIns="0" anchor="b" anchorCtr="0"/>
          <a:lstStyle>
            <a:lvl1pPr algn="ctr">
              <a:defRPr sz="1000">
                <a:solidFill>
                  <a:schemeClr val="bg1"/>
                </a:solidFill>
              </a:defRPr>
            </a:lvl1pPr>
          </a:lstStyle>
          <a:p>
            <a:fld id="{D354CF67-C5F0-4CAE-8117-D09CFBB1DF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1D2C5A2C-BFF4-4517-8F5B-FCAE435ACA56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6285859" y="1536193"/>
            <a:ext cx="5319674" cy="44417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190666298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*DARL_TITLE ONLY">
    <p:bg>
      <p:bgPr>
        <a:gradFill>
          <a:gsLst>
            <a:gs pos="29000">
              <a:schemeClr val="bg2">
                <a:alpha val="34000"/>
                <a:lumMod val="98000"/>
                <a:lumOff val="2000"/>
              </a:schemeClr>
            </a:gs>
            <a:gs pos="0">
              <a:schemeClr val="bg2">
                <a:alpha val="26000"/>
                <a:lumMod val="66000"/>
              </a:schemeClr>
            </a:gs>
            <a:gs pos="100000">
              <a:schemeClr val="bg1">
                <a:alpha val="24000"/>
              </a:schemeClr>
            </a:gs>
          </a:gsLst>
          <a:lin ang="162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 userDrawn="1">
            <p:ph type="title"/>
          </p:nvPr>
        </p:nvSpPr>
        <p:spPr>
          <a:xfrm>
            <a:off x="540071" y="384048"/>
            <a:ext cx="11096305" cy="814820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F2D1CEBF-2DE0-4EDC-96B9-DE7E768556B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906141" y="6276005"/>
            <a:ext cx="379717" cy="320675"/>
          </a:xfrm>
          <a:prstGeom prst="rect">
            <a:avLst/>
          </a:prstGeom>
        </p:spPr>
        <p:txBody>
          <a:bodyPr lIns="0" tIns="0" rIns="0" bIns="0" anchor="b" anchorCtr="0"/>
          <a:lstStyle>
            <a:lvl1pPr algn="ctr">
              <a:defRPr sz="1000">
                <a:solidFill>
                  <a:schemeClr val="bg1"/>
                </a:solidFill>
              </a:defRPr>
            </a:lvl1pPr>
          </a:lstStyle>
          <a:p>
            <a:fld id="{D354CF67-C5F0-4CAE-8117-D09CFBB1DF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1302296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* DARK Title Slide ">
    <p:bg>
      <p:bgPr>
        <a:solidFill>
          <a:srgbClr val="DDDDDD">
            <a:alpha val="8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CF81A7D-B252-4319-B933-665CE9A2EBA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" y="-16039"/>
            <a:ext cx="12191998" cy="6856213"/>
          </a:xfrm>
          <a:prstGeom prst="rect">
            <a:avLst/>
          </a:prstGeom>
        </p:spPr>
      </p:pic>
      <p:sp>
        <p:nvSpPr>
          <p:cNvPr id="117" name="Title 1">
            <a:extLst>
              <a:ext uri="{FF2B5EF4-FFF2-40B4-BE49-F238E27FC236}">
                <a16:creationId xmlns:a16="http://schemas.microsoft.com/office/drawing/2014/main" id="{4ABECCA9-1C1F-4AD5-8289-CCDB7826621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5181" y="2432007"/>
            <a:ext cx="6362918" cy="932236"/>
          </a:xfrm>
        </p:spPr>
        <p:txBody>
          <a:bodyPr/>
          <a:lstStyle>
            <a:lvl1pPr algn="l">
              <a:defRPr sz="4000" b="1">
                <a:solidFill>
                  <a:schemeClr val="bg1"/>
                </a:solidFill>
                <a:latin typeface="TeleGrotesk Next Medium" pitchFamily="2" charset="0"/>
                <a:ea typeface="TeleGrotesk Next Medium" pitchFamily="2" charset="0"/>
                <a:cs typeface="TeleGrotesk Next Medium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8" name="Subtitle 2">
            <a:extLst>
              <a:ext uri="{FF2B5EF4-FFF2-40B4-BE49-F238E27FC236}">
                <a16:creationId xmlns:a16="http://schemas.microsoft.com/office/drawing/2014/main" id="{98FBF283-FCFB-48CB-8F31-F904B30E37F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6107" y="3459173"/>
            <a:ext cx="6362058" cy="476003"/>
          </a:xfrm>
        </p:spPr>
        <p:txBody>
          <a:bodyPr/>
          <a:lstStyle>
            <a:lvl1pPr marL="0" indent="0" algn="l">
              <a:buNone/>
              <a:defRPr sz="2800">
                <a:solidFill>
                  <a:schemeClr val="bg1"/>
                </a:solidFill>
                <a:latin typeface="TeleGrotesk Next Medium" pitchFamily="2" charset="0"/>
                <a:ea typeface="TeleGrotesk Next Medium" pitchFamily="2" charset="0"/>
                <a:cs typeface="TeleGrotesk Next Medium" pitchFamily="2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354AA50-2A18-4A44-9739-9A302CFE9A11}"/>
              </a:ext>
            </a:extLst>
          </p:cNvPr>
          <p:cNvSpPr txBox="1"/>
          <p:nvPr userDrawn="1"/>
        </p:nvSpPr>
        <p:spPr>
          <a:xfrm>
            <a:off x="613046" y="6506172"/>
            <a:ext cx="1354823" cy="153888"/>
          </a:xfrm>
          <a:prstGeom prst="rect">
            <a:avLst/>
          </a:prstGeom>
          <a:noFill/>
        </p:spPr>
        <p:txBody>
          <a:bodyPr vert="horz" wrap="square" lIns="0" tIns="0" rIns="0" bIns="0" rtlCol="0" anchor="b" anchorCtr="0">
            <a:spAutoFit/>
          </a:bodyPr>
          <a:lstStyle/>
          <a:p>
            <a:pPr algn="l"/>
            <a:r>
              <a:rPr lang="en-US" sz="1000" dirty="0">
                <a:solidFill>
                  <a:schemeClr val="bg1"/>
                </a:solidFill>
              </a:rPr>
              <a:t>T-Mobile Confidential</a:t>
            </a:r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8F3E733A-B3E6-4C22-B567-BBF90B4E61C8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49385" y="613478"/>
            <a:ext cx="1095804" cy="337174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D77C5730-44FA-4C7B-AB3B-CA9B85B30DD8}"/>
              </a:ext>
            </a:extLst>
          </p:cNvPr>
          <p:cNvSpPr txBox="1"/>
          <p:nvPr userDrawn="1"/>
        </p:nvSpPr>
        <p:spPr>
          <a:xfrm>
            <a:off x="4001476" y="560861"/>
            <a:ext cx="7577745" cy="26161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1700" kern="1200" cap="all" baseline="0" dirty="0">
                <a:solidFill>
                  <a:schemeClr val="accent1"/>
                </a:solidFill>
                <a:latin typeface="+mj-lt"/>
                <a:ea typeface="+mn-ea"/>
                <a:cs typeface="+mn-cs"/>
              </a:rPr>
              <a:t>Delivering the future of wireless.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A681430-D152-4A40-8553-11410DA9BB96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1359600" y="138101"/>
            <a:ext cx="526010" cy="6439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4189525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*Photo_back 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Hoto" descr="A person standing in front of a computer&#10;&#10;Description automatically generated">
            <a:extLst>
              <a:ext uri="{FF2B5EF4-FFF2-40B4-BE49-F238E27FC236}">
                <a16:creationId xmlns:a16="http://schemas.microsoft.com/office/drawing/2014/main" id="{CF692B41-96E4-4162-BD4E-6FD7047C220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1" y="0"/>
            <a:ext cx="12192000" cy="6858000"/>
          </a:xfrm>
          <a:prstGeom prst="rect">
            <a:avLst/>
          </a:prstGeom>
        </p:spPr>
      </p:pic>
      <p:pic>
        <p:nvPicPr>
          <p:cNvPr id="4" name="Overlay for Photos">
            <a:extLst>
              <a:ext uri="{FF2B5EF4-FFF2-40B4-BE49-F238E27FC236}">
                <a16:creationId xmlns:a16="http://schemas.microsoft.com/office/drawing/2014/main" id="{B82F0338-4563-4C15-AC7D-A37DC724CCF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893"/>
            <a:ext cx="12191999" cy="6856214"/>
          </a:xfrm>
          <a:prstGeom prst="rect">
            <a:avLst/>
          </a:prstGeom>
        </p:spPr>
      </p:pic>
      <p:sp>
        <p:nvSpPr>
          <p:cNvPr id="7" name="Black Gradient">
            <a:extLst>
              <a:ext uri="{FF2B5EF4-FFF2-40B4-BE49-F238E27FC236}">
                <a16:creationId xmlns:a16="http://schemas.microsoft.com/office/drawing/2014/main" id="{7100C2CE-12DF-4C2D-9D22-EDF097E2E11E}"/>
              </a:ext>
            </a:extLst>
          </p:cNvPr>
          <p:cNvSpPr/>
          <p:nvPr userDrawn="1"/>
        </p:nvSpPr>
        <p:spPr>
          <a:xfrm>
            <a:off x="0" y="-893"/>
            <a:ext cx="12191999" cy="6858000"/>
          </a:xfrm>
          <a:prstGeom prst="rect">
            <a:avLst/>
          </a:prstGeom>
          <a:gradFill flip="none" rotWithShape="1">
            <a:gsLst>
              <a:gs pos="0">
                <a:schemeClr val="tx1"/>
              </a:gs>
              <a:gs pos="72000">
                <a:schemeClr val="tx1">
                  <a:alpha val="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sp>
        <p:nvSpPr>
          <p:cNvPr id="117" name="Title 1">
            <a:extLst>
              <a:ext uri="{FF2B5EF4-FFF2-40B4-BE49-F238E27FC236}">
                <a16:creationId xmlns:a16="http://schemas.microsoft.com/office/drawing/2014/main" id="{4ABECCA9-1C1F-4AD5-8289-CCDB7826621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5181" y="2432007"/>
            <a:ext cx="6362918" cy="932236"/>
          </a:xfrm>
        </p:spPr>
        <p:txBody>
          <a:bodyPr/>
          <a:lstStyle>
            <a:lvl1pPr algn="l">
              <a:defRPr sz="40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8" name="Subtitle 2">
            <a:extLst>
              <a:ext uri="{FF2B5EF4-FFF2-40B4-BE49-F238E27FC236}">
                <a16:creationId xmlns:a16="http://schemas.microsoft.com/office/drawing/2014/main" id="{98FBF283-FCFB-48CB-8F31-F904B30E37F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6107" y="3459173"/>
            <a:ext cx="6362058" cy="476003"/>
          </a:xfrm>
        </p:spPr>
        <p:txBody>
          <a:bodyPr/>
          <a:lstStyle>
            <a:lvl1pPr marL="0" indent="0" algn="l">
              <a:buNone/>
              <a:defRPr sz="2800"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29" name="Confidential">
            <a:extLst>
              <a:ext uri="{FF2B5EF4-FFF2-40B4-BE49-F238E27FC236}">
                <a16:creationId xmlns:a16="http://schemas.microsoft.com/office/drawing/2014/main" id="{A354AA50-2A18-4A44-9739-9A302CFE9A11}"/>
              </a:ext>
            </a:extLst>
          </p:cNvPr>
          <p:cNvSpPr txBox="1"/>
          <p:nvPr userDrawn="1"/>
        </p:nvSpPr>
        <p:spPr>
          <a:xfrm>
            <a:off x="613046" y="6506172"/>
            <a:ext cx="1354823" cy="153888"/>
          </a:xfrm>
          <a:prstGeom prst="rect">
            <a:avLst/>
          </a:prstGeom>
          <a:noFill/>
        </p:spPr>
        <p:txBody>
          <a:bodyPr vert="horz" wrap="square" lIns="0" tIns="0" rIns="0" bIns="0" rtlCol="0" anchor="b" anchorCtr="0">
            <a:spAutoFit/>
          </a:bodyPr>
          <a:lstStyle/>
          <a:p>
            <a:pPr algn="l"/>
            <a:r>
              <a:rPr lang="en-US" sz="1000" dirty="0">
                <a:solidFill>
                  <a:schemeClr val="bg1"/>
                </a:solidFill>
              </a:rPr>
              <a:t>T-Mobile Confidential</a:t>
            </a:r>
          </a:p>
        </p:txBody>
      </p:sp>
      <p:pic>
        <p:nvPicPr>
          <p:cNvPr id="12" name="Logo">
            <a:extLst>
              <a:ext uri="{FF2B5EF4-FFF2-40B4-BE49-F238E27FC236}">
                <a16:creationId xmlns:a16="http://schemas.microsoft.com/office/drawing/2014/main" id="{8F3E733A-B3E6-4C22-B567-BBF90B4E61C8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49385" y="613478"/>
            <a:ext cx="1095804" cy="337174"/>
          </a:xfrm>
          <a:prstGeom prst="rect">
            <a:avLst/>
          </a:prstGeom>
        </p:spPr>
      </p:pic>
      <p:sp>
        <p:nvSpPr>
          <p:cNvPr id="13" name="Tagline">
            <a:extLst>
              <a:ext uri="{FF2B5EF4-FFF2-40B4-BE49-F238E27FC236}">
                <a16:creationId xmlns:a16="http://schemas.microsoft.com/office/drawing/2014/main" id="{D77C5730-44FA-4C7B-AB3B-CA9B85B30DD8}"/>
              </a:ext>
            </a:extLst>
          </p:cNvPr>
          <p:cNvSpPr txBox="1"/>
          <p:nvPr userDrawn="1"/>
        </p:nvSpPr>
        <p:spPr>
          <a:xfrm>
            <a:off x="4001476" y="560861"/>
            <a:ext cx="7577745" cy="26161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1700" kern="1200" cap="all" baseline="0" dirty="0">
                <a:solidFill>
                  <a:schemeClr val="accent1"/>
                </a:solidFill>
                <a:latin typeface="+mj-lt"/>
                <a:ea typeface="+mn-ea"/>
                <a:cs typeface="+mn-cs"/>
              </a:rPr>
              <a:t>Delivering the future of wireless.</a:t>
            </a:r>
          </a:p>
        </p:txBody>
      </p:sp>
      <p:pic>
        <p:nvPicPr>
          <p:cNvPr id="9" name="Bars" descr="A close up of a logo&#10;&#10;Description automatically generated">
            <a:extLst>
              <a:ext uri="{FF2B5EF4-FFF2-40B4-BE49-F238E27FC236}">
                <a16:creationId xmlns:a16="http://schemas.microsoft.com/office/drawing/2014/main" id="{534C93B1-86E5-4B0F-BF6E-58DE89025E61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" y="893"/>
            <a:ext cx="12192000" cy="68562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6025863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*Photo_back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Hoto">
            <a:extLst>
              <a:ext uri="{FF2B5EF4-FFF2-40B4-BE49-F238E27FC236}">
                <a16:creationId xmlns:a16="http://schemas.microsoft.com/office/drawing/2014/main" id="{CF692B41-96E4-4162-BD4E-6FD7047C220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0"/>
            <a:ext cx="12192000" cy="6858000"/>
          </a:xfrm>
          <a:prstGeom prst="rect">
            <a:avLst/>
          </a:prstGeom>
        </p:spPr>
      </p:pic>
      <p:pic>
        <p:nvPicPr>
          <p:cNvPr id="4" name="Overlay for Photos">
            <a:extLst>
              <a:ext uri="{FF2B5EF4-FFF2-40B4-BE49-F238E27FC236}">
                <a16:creationId xmlns:a16="http://schemas.microsoft.com/office/drawing/2014/main" id="{B82F0338-4563-4C15-AC7D-A37DC724CCF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893"/>
            <a:ext cx="12191999" cy="6856214"/>
          </a:xfrm>
          <a:prstGeom prst="rect">
            <a:avLst/>
          </a:prstGeom>
        </p:spPr>
      </p:pic>
      <p:sp>
        <p:nvSpPr>
          <p:cNvPr id="7" name="Black Gradient">
            <a:extLst>
              <a:ext uri="{FF2B5EF4-FFF2-40B4-BE49-F238E27FC236}">
                <a16:creationId xmlns:a16="http://schemas.microsoft.com/office/drawing/2014/main" id="{7100C2CE-12DF-4C2D-9D22-EDF097E2E11E}"/>
              </a:ext>
            </a:extLst>
          </p:cNvPr>
          <p:cNvSpPr/>
          <p:nvPr userDrawn="1"/>
        </p:nvSpPr>
        <p:spPr>
          <a:xfrm>
            <a:off x="0" y="-893"/>
            <a:ext cx="12191999" cy="6858000"/>
          </a:xfrm>
          <a:prstGeom prst="rect">
            <a:avLst/>
          </a:prstGeom>
          <a:gradFill flip="none" rotWithShape="1">
            <a:gsLst>
              <a:gs pos="0">
                <a:schemeClr val="tx1"/>
              </a:gs>
              <a:gs pos="72000">
                <a:schemeClr val="tx1">
                  <a:alpha val="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sp>
        <p:nvSpPr>
          <p:cNvPr id="117" name="Title 1">
            <a:extLst>
              <a:ext uri="{FF2B5EF4-FFF2-40B4-BE49-F238E27FC236}">
                <a16:creationId xmlns:a16="http://schemas.microsoft.com/office/drawing/2014/main" id="{4ABECCA9-1C1F-4AD5-8289-CCDB7826621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5181" y="2432007"/>
            <a:ext cx="6362918" cy="932236"/>
          </a:xfrm>
        </p:spPr>
        <p:txBody>
          <a:bodyPr/>
          <a:lstStyle>
            <a:lvl1pPr algn="l">
              <a:defRPr sz="40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8" name="Subtitle 2">
            <a:extLst>
              <a:ext uri="{FF2B5EF4-FFF2-40B4-BE49-F238E27FC236}">
                <a16:creationId xmlns:a16="http://schemas.microsoft.com/office/drawing/2014/main" id="{98FBF283-FCFB-48CB-8F31-F904B30E37F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6107" y="3459173"/>
            <a:ext cx="6362058" cy="476003"/>
          </a:xfrm>
        </p:spPr>
        <p:txBody>
          <a:bodyPr/>
          <a:lstStyle>
            <a:lvl1pPr marL="0" indent="0" algn="l">
              <a:buNone/>
              <a:defRPr sz="2800"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29" name="Confidential">
            <a:extLst>
              <a:ext uri="{FF2B5EF4-FFF2-40B4-BE49-F238E27FC236}">
                <a16:creationId xmlns:a16="http://schemas.microsoft.com/office/drawing/2014/main" id="{A354AA50-2A18-4A44-9739-9A302CFE9A11}"/>
              </a:ext>
            </a:extLst>
          </p:cNvPr>
          <p:cNvSpPr txBox="1"/>
          <p:nvPr userDrawn="1"/>
        </p:nvSpPr>
        <p:spPr>
          <a:xfrm>
            <a:off x="613046" y="6506172"/>
            <a:ext cx="1354823" cy="153888"/>
          </a:xfrm>
          <a:prstGeom prst="rect">
            <a:avLst/>
          </a:prstGeom>
          <a:noFill/>
        </p:spPr>
        <p:txBody>
          <a:bodyPr vert="horz" wrap="square" lIns="0" tIns="0" rIns="0" bIns="0" rtlCol="0" anchor="b" anchorCtr="0">
            <a:spAutoFit/>
          </a:bodyPr>
          <a:lstStyle/>
          <a:p>
            <a:pPr algn="l"/>
            <a:r>
              <a:rPr lang="en-US" sz="1000" dirty="0">
                <a:solidFill>
                  <a:schemeClr val="bg1"/>
                </a:solidFill>
              </a:rPr>
              <a:t>T-Mobile Confidential</a:t>
            </a:r>
          </a:p>
        </p:txBody>
      </p:sp>
      <p:pic>
        <p:nvPicPr>
          <p:cNvPr id="12" name="Logo">
            <a:extLst>
              <a:ext uri="{FF2B5EF4-FFF2-40B4-BE49-F238E27FC236}">
                <a16:creationId xmlns:a16="http://schemas.microsoft.com/office/drawing/2014/main" id="{8F3E733A-B3E6-4C22-B567-BBF90B4E61C8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49385" y="613478"/>
            <a:ext cx="1095804" cy="337174"/>
          </a:xfrm>
          <a:prstGeom prst="rect">
            <a:avLst/>
          </a:prstGeom>
        </p:spPr>
      </p:pic>
      <p:sp>
        <p:nvSpPr>
          <p:cNvPr id="13" name="Tagline">
            <a:extLst>
              <a:ext uri="{FF2B5EF4-FFF2-40B4-BE49-F238E27FC236}">
                <a16:creationId xmlns:a16="http://schemas.microsoft.com/office/drawing/2014/main" id="{D77C5730-44FA-4C7B-AB3B-CA9B85B30DD8}"/>
              </a:ext>
            </a:extLst>
          </p:cNvPr>
          <p:cNvSpPr txBox="1"/>
          <p:nvPr userDrawn="1"/>
        </p:nvSpPr>
        <p:spPr>
          <a:xfrm>
            <a:off x="4001476" y="560861"/>
            <a:ext cx="7577745" cy="26161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1700" kern="1200" cap="all" baseline="0" dirty="0">
                <a:solidFill>
                  <a:schemeClr val="accent1"/>
                </a:solidFill>
                <a:latin typeface="+mj-lt"/>
                <a:ea typeface="+mn-ea"/>
                <a:cs typeface="+mn-cs"/>
              </a:rPr>
              <a:t>Delivering the future of wireless.</a:t>
            </a:r>
          </a:p>
        </p:txBody>
      </p:sp>
      <p:pic>
        <p:nvPicPr>
          <p:cNvPr id="9" name="Bars" descr="A close up of a logo&#10;&#10;Description automatically generated">
            <a:extLst>
              <a:ext uri="{FF2B5EF4-FFF2-40B4-BE49-F238E27FC236}">
                <a16:creationId xmlns:a16="http://schemas.microsoft.com/office/drawing/2014/main" id="{534C93B1-86E5-4B0F-BF6E-58DE89025E61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" y="893"/>
            <a:ext cx="12192000" cy="68562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9945313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*Photo_back 3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Hoto">
            <a:extLst>
              <a:ext uri="{FF2B5EF4-FFF2-40B4-BE49-F238E27FC236}">
                <a16:creationId xmlns:a16="http://schemas.microsoft.com/office/drawing/2014/main" id="{7D6186B1-4B69-4C39-AAB6-AB908978DE4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0521" cy="6858000"/>
          </a:xfrm>
          <a:prstGeom prst="rect">
            <a:avLst/>
          </a:prstGeom>
        </p:spPr>
      </p:pic>
      <p:pic>
        <p:nvPicPr>
          <p:cNvPr id="4" name="Overlay for Photos">
            <a:extLst>
              <a:ext uri="{FF2B5EF4-FFF2-40B4-BE49-F238E27FC236}">
                <a16:creationId xmlns:a16="http://schemas.microsoft.com/office/drawing/2014/main" id="{B82F0338-4563-4C15-AC7D-A37DC724CCF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893"/>
            <a:ext cx="12191999" cy="6856214"/>
          </a:xfrm>
          <a:prstGeom prst="rect">
            <a:avLst/>
          </a:prstGeom>
        </p:spPr>
      </p:pic>
      <p:sp>
        <p:nvSpPr>
          <p:cNvPr id="7" name="Black Gradient">
            <a:extLst>
              <a:ext uri="{FF2B5EF4-FFF2-40B4-BE49-F238E27FC236}">
                <a16:creationId xmlns:a16="http://schemas.microsoft.com/office/drawing/2014/main" id="{7100C2CE-12DF-4C2D-9D22-EDF097E2E11E}"/>
              </a:ext>
            </a:extLst>
          </p:cNvPr>
          <p:cNvSpPr/>
          <p:nvPr userDrawn="1"/>
        </p:nvSpPr>
        <p:spPr>
          <a:xfrm>
            <a:off x="0" y="-893"/>
            <a:ext cx="12191999" cy="6858000"/>
          </a:xfrm>
          <a:prstGeom prst="rect">
            <a:avLst/>
          </a:prstGeom>
          <a:gradFill flip="none" rotWithShape="1">
            <a:gsLst>
              <a:gs pos="0">
                <a:schemeClr val="tx1"/>
              </a:gs>
              <a:gs pos="72000">
                <a:schemeClr val="tx1">
                  <a:alpha val="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sp>
        <p:nvSpPr>
          <p:cNvPr id="117" name="Title 1">
            <a:extLst>
              <a:ext uri="{FF2B5EF4-FFF2-40B4-BE49-F238E27FC236}">
                <a16:creationId xmlns:a16="http://schemas.microsoft.com/office/drawing/2014/main" id="{4ABECCA9-1C1F-4AD5-8289-CCDB7826621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5181" y="2432007"/>
            <a:ext cx="6362918" cy="932236"/>
          </a:xfrm>
        </p:spPr>
        <p:txBody>
          <a:bodyPr/>
          <a:lstStyle>
            <a:lvl1pPr algn="l">
              <a:defRPr sz="40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8" name="Subtitle 2">
            <a:extLst>
              <a:ext uri="{FF2B5EF4-FFF2-40B4-BE49-F238E27FC236}">
                <a16:creationId xmlns:a16="http://schemas.microsoft.com/office/drawing/2014/main" id="{98FBF283-FCFB-48CB-8F31-F904B30E37F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6107" y="3459173"/>
            <a:ext cx="6362058" cy="476003"/>
          </a:xfrm>
        </p:spPr>
        <p:txBody>
          <a:bodyPr/>
          <a:lstStyle>
            <a:lvl1pPr marL="0" indent="0" algn="l">
              <a:buNone/>
              <a:defRPr sz="2800"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29" name="Confidential">
            <a:extLst>
              <a:ext uri="{FF2B5EF4-FFF2-40B4-BE49-F238E27FC236}">
                <a16:creationId xmlns:a16="http://schemas.microsoft.com/office/drawing/2014/main" id="{A354AA50-2A18-4A44-9739-9A302CFE9A11}"/>
              </a:ext>
            </a:extLst>
          </p:cNvPr>
          <p:cNvSpPr txBox="1"/>
          <p:nvPr userDrawn="1"/>
        </p:nvSpPr>
        <p:spPr>
          <a:xfrm>
            <a:off x="613046" y="6506172"/>
            <a:ext cx="1354823" cy="153888"/>
          </a:xfrm>
          <a:prstGeom prst="rect">
            <a:avLst/>
          </a:prstGeom>
          <a:noFill/>
        </p:spPr>
        <p:txBody>
          <a:bodyPr vert="horz" wrap="square" lIns="0" tIns="0" rIns="0" bIns="0" rtlCol="0" anchor="b" anchorCtr="0">
            <a:spAutoFit/>
          </a:bodyPr>
          <a:lstStyle/>
          <a:p>
            <a:pPr algn="l"/>
            <a:r>
              <a:rPr lang="en-US" sz="1000" dirty="0">
                <a:solidFill>
                  <a:schemeClr val="bg1"/>
                </a:solidFill>
              </a:rPr>
              <a:t>T-Mobile Confidential</a:t>
            </a:r>
          </a:p>
        </p:txBody>
      </p:sp>
      <p:pic>
        <p:nvPicPr>
          <p:cNvPr id="12" name="Logo">
            <a:extLst>
              <a:ext uri="{FF2B5EF4-FFF2-40B4-BE49-F238E27FC236}">
                <a16:creationId xmlns:a16="http://schemas.microsoft.com/office/drawing/2014/main" id="{8F3E733A-B3E6-4C22-B567-BBF90B4E61C8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49385" y="613478"/>
            <a:ext cx="1095804" cy="337174"/>
          </a:xfrm>
          <a:prstGeom prst="rect">
            <a:avLst/>
          </a:prstGeom>
        </p:spPr>
      </p:pic>
      <p:sp>
        <p:nvSpPr>
          <p:cNvPr id="13" name="Tagline">
            <a:extLst>
              <a:ext uri="{FF2B5EF4-FFF2-40B4-BE49-F238E27FC236}">
                <a16:creationId xmlns:a16="http://schemas.microsoft.com/office/drawing/2014/main" id="{D77C5730-44FA-4C7B-AB3B-CA9B85B30DD8}"/>
              </a:ext>
            </a:extLst>
          </p:cNvPr>
          <p:cNvSpPr txBox="1"/>
          <p:nvPr userDrawn="1"/>
        </p:nvSpPr>
        <p:spPr>
          <a:xfrm>
            <a:off x="4001476" y="560861"/>
            <a:ext cx="7577745" cy="26161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1700" kern="1200" cap="all" baseline="0" dirty="0">
                <a:solidFill>
                  <a:schemeClr val="accent1"/>
                </a:solidFill>
                <a:latin typeface="+mj-lt"/>
                <a:ea typeface="+mn-ea"/>
                <a:cs typeface="+mn-cs"/>
              </a:rPr>
              <a:t>Delivering the future of wireless.</a:t>
            </a:r>
          </a:p>
        </p:txBody>
      </p:sp>
      <p:pic>
        <p:nvPicPr>
          <p:cNvPr id="9" name="Bars" descr="A close up of a logo&#10;&#10;Description automatically generated">
            <a:extLst>
              <a:ext uri="{FF2B5EF4-FFF2-40B4-BE49-F238E27FC236}">
                <a16:creationId xmlns:a16="http://schemas.microsoft.com/office/drawing/2014/main" id="{534C93B1-86E5-4B0F-BF6E-58DE89025E61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1479" y="893"/>
            <a:ext cx="12192000" cy="68562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7035883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*Photo_back 4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Hoto">
            <a:extLst>
              <a:ext uri="{FF2B5EF4-FFF2-40B4-BE49-F238E27FC236}">
                <a16:creationId xmlns:a16="http://schemas.microsoft.com/office/drawing/2014/main" id="{7D6186B1-4B69-4C39-AAB6-AB908978DE4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0"/>
            <a:ext cx="12191999" cy="6858000"/>
          </a:xfrm>
          <a:prstGeom prst="rect">
            <a:avLst/>
          </a:prstGeom>
        </p:spPr>
      </p:pic>
      <p:pic>
        <p:nvPicPr>
          <p:cNvPr id="4" name="Overlay for Photos">
            <a:extLst>
              <a:ext uri="{FF2B5EF4-FFF2-40B4-BE49-F238E27FC236}">
                <a16:creationId xmlns:a16="http://schemas.microsoft.com/office/drawing/2014/main" id="{B82F0338-4563-4C15-AC7D-A37DC724CCF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893"/>
            <a:ext cx="12191999" cy="6856214"/>
          </a:xfrm>
          <a:prstGeom prst="rect">
            <a:avLst/>
          </a:prstGeom>
        </p:spPr>
      </p:pic>
      <p:sp>
        <p:nvSpPr>
          <p:cNvPr id="7" name="Black Gradient">
            <a:extLst>
              <a:ext uri="{FF2B5EF4-FFF2-40B4-BE49-F238E27FC236}">
                <a16:creationId xmlns:a16="http://schemas.microsoft.com/office/drawing/2014/main" id="{7100C2CE-12DF-4C2D-9D22-EDF097E2E11E}"/>
              </a:ext>
            </a:extLst>
          </p:cNvPr>
          <p:cNvSpPr/>
          <p:nvPr userDrawn="1"/>
        </p:nvSpPr>
        <p:spPr>
          <a:xfrm>
            <a:off x="0" y="-893"/>
            <a:ext cx="12191999" cy="6858000"/>
          </a:xfrm>
          <a:prstGeom prst="rect">
            <a:avLst/>
          </a:prstGeom>
          <a:gradFill flip="none" rotWithShape="1">
            <a:gsLst>
              <a:gs pos="0">
                <a:schemeClr val="tx1"/>
              </a:gs>
              <a:gs pos="72000">
                <a:schemeClr val="tx1">
                  <a:alpha val="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sp>
        <p:nvSpPr>
          <p:cNvPr id="117" name="Title 1">
            <a:extLst>
              <a:ext uri="{FF2B5EF4-FFF2-40B4-BE49-F238E27FC236}">
                <a16:creationId xmlns:a16="http://schemas.microsoft.com/office/drawing/2014/main" id="{4ABECCA9-1C1F-4AD5-8289-CCDB7826621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5181" y="2432007"/>
            <a:ext cx="6362918" cy="932236"/>
          </a:xfrm>
        </p:spPr>
        <p:txBody>
          <a:bodyPr/>
          <a:lstStyle>
            <a:lvl1pPr algn="l">
              <a:defRPr sz="40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8" name="Subtitle 2">
            <a:extLst>
              <a:ext uri="{FF2B5EF4-FFF2-40B4-BE49-F238E27FC236}">
                <a16:creationId xmlns:a16="http://schemas.microsoft.com/office/drawing/2014/main" id="{98FBF283-FCFB-48CB-8F31-F904B30E37F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6107" y="3459173"/>
            <a:ext cx="6362058" cy="476003"/>
          </a:xfrm>
        </p:spPr>
        <p:txBody>
          <a:bodyPr/>
          <a:lstStyle>
            <a:lvl1pPr marL="0" indent="0" algn="l">
              <a:buNone/>
              <a:defRPr sz="2800"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29" name="Confidential">
            <a:extLst>
              <a:ext uri="{FF2B5EF4-FFF2-40B4-BE49-F238E27FC236}">
                <a16:creationId xmlns:a16="http://schemas.microsoft.com/office/drawing/2014/main" id="{A354AA50-2A18-4A44-9739-9A302CFE9A11}"/>
              </a:ext>
            </a:extLst>
          </p:cNvPr>
          <p:cNvSpPr txBox="1"/>
          <p:nvPr userDrawn="1"/>
        </p:nvSpPr>
        <p:spPr>
          <a:xfrm>
            <a:off x="613046" y="6506172"/>
            <a:ext cx="1354823" cy="153888"/>
          </a:xfrm>
          <a:prstGeom prst="rect">
            <a:avLst/>
          </a:prstGeom>
          <a:noFill/>
        </p:spPr>
        <p:txBody>
          <a:bodyPr vert="horz" wrap="square" lIns="0" tIns="0" rIns="0" bIns="0" rtlCol="0" anchor="b" anchorCtr="0">
            <a:spAutoFit/>
          </a:bodyPr>
          <a:lstStyle/>
          <a:p>
            <a:pPr algn="l"/>
            <a:r>
              <a:rPr lang="en-US" sz="1000" dirty="0">
                <a:solidFill>
                  <a:schemeClr val="bg1"/>
                </a:solidFill>
              </a:rPr>
              <a:t>T-Mobile Confidential</a:t>
            </a:r>
          </a:p>
        </p:txBody>
      </p:sp>
      <p:pic>
        <p:nvPicPr>
          <p:cNvPr id="12" name="Logo">
            <a:extLst>
              <a:ext uri="{FF2B5EF4-FFF2-40B4-BE49-F238E27FC236}">
                <a16:creationId xmlns:a16="http://schemas.microsoft.com/office/drawing/2014/main" id="{8F3E733A-B3E6-4C22-B567-BBF90B4E61C8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49385" y="613478"/>
            <a:ext cx="1095804" cy="337174"/>
          </a:xfrm>
          <a:prstGeom prst="rect">
            <a:avLst/>
          </a:prstGeom>
        </p:spPr>
      </p:pic>
      <p:sp>
        <p:nvSpPr>
          <p:cNvPr id="13" name="Tagline">
            <a:extLst>
              <a:ext uri="{FF2B5EF4-FFF2-40B4-BE49-F238E27FC236}">
                <a16:creationId xmlns:a16="http://schemas.microsoft.com/office/drawing/2014/main" id="{D77C5730-44FA-4C7B-AB3B-CA9B85B30DD8}"/>
              </a:ext>
            </a:extLst>
          </p:cNvPr>
          <p:cNvSpPr txBox="1"/>
          <p:nvPr userDrawn="1"/>
        </p:nvSpPr>
        <p:spPr>
          <a:xfrm>
            <a:off x="4001476" y="560861"/>
            <a:ext cx="7577745" cy="26161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1700" kern="1200" cap="all" baseline="0" dirty="0">
                <a:solidFill>
                  <a:schemeClr val="accent1"/>
                </a:solidFill>
                <a:latin typeface="+mj-lt"/>
                <a:ea typeface="+mn-ea"/>
                <a:cs typeface="+mn-cs"/>
              </a:rPr>
              <a:t>Delivering the future of wireless.</a:t>
            </a:r>
          </a:p>
        </p:txBody>
      </p:sp>
      <p:pic>
        <p:nvPicPr>
          <p:cNvPr id="9" name="Bars" descr="A close up of a logo&#10;&#10;Description automatically generated">
            <a:extLst>
              <a:ext uri="{FF2B5EF4-FFF2-40B4-BE49-F238E27FC236}">
                <a16:creationId xmlns:a16="http://schemas.microsoft.com/office/drawing/2014/main" id="{534C93B1-86E5-4B0F-BF6E-58DE89025E61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" y="893"/>
            <a:ext cx="12192000" cy="68562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1157379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*DARK Title Slide - photo">
    <p:bg>
      <p:bgPr>
        <a:solidFill>
          <a:srgbClr val="DDDDDD">
            <a:alpha val="8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9E84651D-DA33-4086-A980-A1D03AE26D0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>
            <a:off x="0" y="225"/>
            <a:ext cx="12191999" cy="6856213"/>
          </a:xfrm>
          <a:prstGeom prst="rect">
            <a:avLst/>
          </a:prstGeom>
        </p:spPr>
      </p:pic>
      <p:sp>
        <p:nvSpPr>
          <p:cNvPr id="117" name="Title 1">
            <a:extLst>
              <a:ext uri="{FF2B5EF4-FFF2-40B4-BE49-F238E27FC236}">
                <a16:creationId xmlns:a16="http://schemas.microsoft.com/office/drawing/2014/main" id="{4ABECCA9-1C1F-4AD5-8289-CCDB7826621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5181" y="2840055"/>
            <a:ext cx="4169663" cy="932236"/>
          </a:xfrm>
        </p:spPr>
        <p:txBody>
          <a:bodyPr/>
          <a:lstStyle>
            <a:lvl1pPr algn="l">
              <a:defRPr sz="40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8" name="Subtitle 2">
            <a:extLst>
              <a:ext uri="{FF2B5EF4-FFF2-40B4-BE49-F238E27FC236}">
                <a16:creationId xmlns:a16="http://schemas.microsoft.com/office/drawing/2014/main" id="{98FBF283-FCFB-48CB-8F31-F904B30E37F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6108" y="3867221"/>
            <a:ext cx="4169100" cy="476003"/>
          </a:xfrm>
        </p:spPr>
        <p:txBody>
          <a:bodyPr/>
          <a:lstStyle>
            <a:lvl1pPr marL="0" indent="0" algn="l">
              <a:buNone/>
              <a:defRPr sz="2800"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354AA50-2A18-4A44-9739-9A302CFE9A11}"/>
              </a:ext>
            </a:extLst>
          </p:cNvPr>
          <p:cNvSpPr txBox="1"/>
          <p:nvPr userDrawn="1"/>
        </p:nvSpPr>
        <p:spPr>
          <a:xfrm>
            <a:off x="613046" y="6506172"/>
            <a:ext cx="1354823" cy="153888"/>
          </a:xfrm>
          <a:prstGeom prst="rect">
            <a:avLst/>
          </a:prstGeom>
          <a:noFill/>
        </p:spPr>
        <p:txBody>
          <a:bodyPr vert="horz" wrap="square" lIns="0" tIns="0" rIns="0" bIns="0" rtlCol="0" anchor="b" anchorCtr="0">
            <a:spAutoFit/>
          </a:bodyPr>
          <a:lstStyle/>
          <a:p>
            <a:pPr algn="l"/>
            <a:r>
              <a:rPr lang="en-US" sz="1000" dirty="0">
                <a:solidFill>
                  <a:schemeClr val="bg1"/>
                </a:solidFill>
              </a:rPr>
              <a:t>T-Mobile Confidential</a:t>
            </a:r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8F3E733A-B3E6-4C22-B567-BBF90B4E61C8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44660" y="613478"/>
            <a:ext cx="1095804" cy="337174"/>
          </a:xfrm>
          <a:prstGeom prst="rect">
            <a:avLst/>
          </a:prstGeom>
        </p:spPr>
      </p:pic>
      <p:sp>
        <p:nvSpPr>
          <p:cNvPr id="10" name="Picture Placeholder 6">
            <a:extLst>
              <a:ext uri="{FF2B5EF4-FFF2-40B4-BE49-F238E27FC236}">
                <a16:creationId xmlns:a16="http://schemas.microsoft.com/office/drawing/2014/main" id="{6202E458-4A9A-4A1D-8C4A-E42CFDB258A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437416" y="622165"/>
            <a:ext cx="6372409" cy="5612330"/>
          </a:xfrm>
          <a:solidFill>
            <a:schemeClr val="accent2"/>
          </a:solidFill>
          <a:ln w="38100">
            <a:solidFill>
              <a:schemeClr val="accent1"/>
            </a:solidFill>
          </a:ln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5B7200A-D43B-4183-9390-D6498E477CA5}"/>
              </a:ext>
            </a:extLst>
          </p:cNvPr>
          <p:cNvSpPr txBox="1"/>
          <p:nvPr userDrawn="1"/>
        </p:nvSpPr>
        <p:spPr>
          <a:xfrm>
            <a:off x="4290719" y="6398450"/>
            <a:ext cx="7577745" cy="26161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1700" kern="1200" cap="all" baseline="0" dirty="0">
                <a:solidFill>
                  <a:schemeClr val="accent1"/>
                </a:solidFill>
                <a:latin typeface="+mj-lt"/>
                <a:ea typeface="+mn-ea"/>
                <a:cs typeface="+mn-cs"/>
              </a:rPr>
              <a:t>Delivering the future of wireless.</a:t>
            </a:r>
          </a:p>
        </p:txBody>
      </p:sp>
    </p:spTree>
    <p:extLst>
      <p:ext uri="{BB962C8B-B14F-4D97-AF65-F5344CB8AC3E}">
        <p14:creationId xmlns:p14="http://schemas.microsoft.com/office/powerpoint/2010/main" val="1127858789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*DARK SECTION BREA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FBD7C53-8BFB-4B09-AB1D-D3E5070059A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893"/>
            <a:ext cx="12191999" cy="6856214"/>
          </a:xfrm>
          <a:prstGeom prst="rect">
            <a:avLst/>
          </a:prstGeom>
        </p:spPr>
      </p:pic>
      <p:sp>
        <p:nvSpPr>
          <p:cNvPr id="117" name="Title 1">
            <a:extLst>
              <a:ext uri="{FF2B5EF4-FFF2-40B4-BE49-F238E27FC236}">
                <a16:creationId xmlns:a16="http://schemas.microsoft.com/office/drawing/2014/main" id="{4ABECCA9-1C1F-4AD5-8289-CCDB7826621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90603" y="1878096"/>
            <a:ext cx="5739657" cy="932236"/>
          </a:xfrm>
        </p:spPr>
        <p:txBody>
          <a:bodyPr/>
          <a:lstStyle>
            <a:lvl1pPr algn="l">
              <a:defRPr sz="40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8" name="Subtitle 2">
            <a:extLst>
              <a:ext uri="{FF2B5EF4-FFF2-40B4-BE49-F238E27FC236}">
                <a16:creationId xmlns:a16="http://schemas.microsoft.com/office/drawing/2014/main" id="{98FBF283-FCFB-48CB-8F31-F904B30E37F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91029" y="2933598"/>
            <a:ext cx="5744769" cy="476003"/>
          </a:xfrm>
        </p:spPr>
        <p:txBody>
          <a:bodyPr/>
          <a:lstStyle>
            <a:lvl1pPr marL="0" indent="0" algn="l">
              <a:buNone/>
              <a:defRPr sz="2800"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932EA2B-9E96-4F2D-8960-D7787A50419E}"/>
              </a:ext>
            </a:extLst>
          </p:cNvPr>
          <p:cNvSpPr txBox="1"/>
          <p:nvPr userDrawn="1"/>
        </p:nvSpPr>
        <p:spPr>
          <a:xfrm>
            <a:off x="613046" y="6506172"/>
            <a:ext cx="1354823" cy="153888"/>
          </a:xfrm>
          <a:prstGeom prst="rect">
            <a:avLst/>
          </a:prstGeom>
          <a:noFill/>
        </p:spPr>
        <p:txBody>
          <a:bodyPr vert="horz" wrap="square" lIns="0" tIns="0" rIns="0" bIns="0" rtlCol="0" anchor="b" anchorCtr="0">
            <a:spAutoFit/>
          </a:bodyPr>
          <a:lstStyle/>
          <a:p>
            <a:pPr algn="l"/>
            <a:r>
              <a:rPr lang="en-US" sz="1000" dirty="0">
                <a:solidFill>
                  <a:schemeClr val="tx1"/>
                </a:solidFill>
              </a:rPr>
              <a:t>T-Mobile Confidential</a:t>
            </a:r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E84116C8-90CD-48BA-91B8-6A56204CEA4B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49385" y="613478"/>
            <a:ext cx="1095804" cy="33717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1A75EF1-057B-4A79-A8DC-2909D1269747}"/>
              </a:ext>
            </a:extLst>
          </p:cNvPr>
          <p:cNvSpPr txBox="1"/>
          <p:nvPr userDrawn="1"/>
        </p:nvSpPr>
        <p:spPr>
          <a:xfrm>
            <a:off x="4001476" y="560861"/>
            <a:ext cx="7577745" cy="26161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1700" kern="1200" cap="all" baseline="0" dirty="0">
                <a:solidFill>
                  <a:schemeClr val="accent1"/>
                </a:solidFill>
                <a:latin typeface="+mj-lt"/>
                <a:ea typeface="+mn-ea"/>
                <a:cs typeface="+mn-cs"/>
              </a:rPr>
              <a:t>Delivering the future of wireless.</a:t>
            </a:r>
          </a:p>
        </p:txBody>
      </p:sp>
    </p:spTree>
    <p:extLst>
      <p:ext uri="{BB962C8B-B14F-4D97-AF65-F5344CB8AC3E}">
        <p14:creationId xmlns:p14="http://schemas.microsoft.com/office/powerpoint/2010/main" val="2215547858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*DARK SECTION BREA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29D685E7-61DE-48F2-9F85-1713117BF3A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1786"/>
            <a:ext cx="12188824" cy="6856214"/>
          </a:xfrm>
          <a:prstGeom prst="rect">
            <a:avLst/>
          </a:prstGeom>
        </p:spPr>
      </p:pic>
      <p:sp>
        <p:nvSpPr>
          <p:cNvPr id="117" name="Title 1">
            <a:extLst>
              <a:ext uri="{FF2B5EF4-FFF2-40B4-BE49-F238E27FC236}">
                <a16:creationId xmlns:a16="http://schemas.microsoft.com/office/drawing/2014/main" id="{4ABECCA9-1C1F-4AD5-8289-CCDB7826621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90603" y="1878096"/>
            <a:ext cx="5739657" cy="932236"/>
          </a:xfrm>
        </p:spPr>
        <p:txBody>
          <a:bodyPr/>
          <a:lstStyle>
            <a:lvl1pPr algn="l">
              <a:defRPr sz="4000" b="1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8" name="Subtitle 2">
            <a:extLst>
              <a:ext uri="{FF2B5EF4-FFF2-40B4-BE49-F238E27FC236}">
                <a16:creationId xmlns:a16="http://schemas.microsoft.com/office/drawing/2014/main" id="{98FBF283-FCFB-48CB-8F31-F904B30E37F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91029" y="2933598"/>
            <a:ext cx="5744769" cy="476003"/>
          </a:xfrm>
        </p:spPr>
        <p:txBody>
          <a:bodyPr/>
          <a:lstStyle>
            <a:lvl1pPr marL="0" indent="0" algn="l">
              <a:buNone/>
              <a:defRPr sz="2800">
                <a:solidFill>
                  <a:schemeClr val="accent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932EA2B-9E96-4F2D-8960-D7787A50419E}"/>
              </a:ext>
            </a:extLst>
          </p:cNvPr>
          <p:cNvSpPr txBox="1"/>
          <p:nvPr userDrawn="1"/>
        </p:nvSpPr>
        <p:spPr>
          <a:xfrm>
            <a:off x="613046" y="6506172"/>
            <a:ext cx="1354823" cy="153888"/>
          </a:xfrm>
          <a:prstGeom prst="rect">
            <a:avLst/>
          </a:prstGeom>
          <a:noFill/>
        </p:spPr>
        <p:txBody>
          <a:bodyPr vert="horz" wrap="square" lIns="0" tIns="0" rIns="0" bIns="0" rtlCol="0" anchor="b" anchorCtr="0">
            <a:spAutoFit/>
          </a:bodyPr>
          <a:lstStyle/>
          <a:p>
            <a:pPr algn="l"/>
            <a:r>
              <a:rPr lang="en-US" sz="1000" dirty="0">
                <a:solidFill>
                  <a:schemeClr val="tx1"/>
                </a:solidFill>
              </a:rPr>
              <a:t>T-Mobile Confidential</a:t>
            </a:r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E84116C8-90CD-48BA-91B8-6A56204CEA4B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49385" y="613478"/>
            <a:ext cx="1095804" cy="33717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1A75EF1-057B-4A79-A8DC-2909D1269747}"/>
              </a:ext>
            </a:extLst>
          </p:cNvPr>
          <p:cNvSpPr txBox="1"/>
          <p:nvPr userDrawn="1"/>
        </p:nvSpPr>
        <p:spPr>
          <a:xfrm>
            <a:off x="4001476" y="560861"/>
            <a:ext cx="7577745" cy="26161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1700" kern="1200" cap="all" baseline="0" dirty="0">
                <a:solidFill>
                  <a:schemeClr val="accent1"/>
                </a:solidFill>
                <a:latin typeface="+mj-lt"/>
                <a:ea typeface="+mn-ea"/>
                <a:cs typeface="+mn-cs"/>
              </a:rPr>
              <a:t>Delivering the future of wireless.</a:t>
            </a:r>
          </a:p>
        </p:txBody>
      </p:sp>
    </p:spTree>
    <p:extLst>
      <p:ext uri="{BB962C8B-B14F-4D97-AF65-F5344CB8AC3E}">
        <p14:creationId xmlns:p14="http://schemas.microsoft.com/office/powerpoint/2010/main" val="3587277979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*DARK SECTION BREAK - photo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F1CB3E3F-D23B-403D-8834-3175CB904DD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893"/>
            <a:ext cx="12191999" cy="6856214"/>
          </a:xfrm>
          <a:prstGeom prst="rect">
            <a:avLst/>
          </a:prstGeom>
        </p:spPr>
      </p:pic>
      <p:sp>
        <p:nvSpPr>
          <p:cNvPr id="117" name="Title 1">
            <a:extLst>
              <a:ext uri="{FF2B5EF4-FFF2-40B4-BE49-F238E27FC236}">
                <a16:creationId xmlns:a16="http://schemas.microsoft.com/office/drawing/2014/main" id="{4ABECCA9-1C1F-4AD5-8289-CCDB7826621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90603" y="1878097"/>
            <a:ext cx="5868304" cy="932236"/>
          </a:xfrm>
        </p:spPr>
        <p:txBody>
          <a:bodyPr/>
          <a:lstStyle>
            <a:lvl1pPr algn="l">
              <a:defRPr sz="40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8" name="Subtitle 2">
            <a:extLst>
              <a:ext uri="{FF2B5EF4-FFF2-40B4-BE49-F238E27FC236}">
                <a16:creationId xmlns:a16="http://schemas.microsoft.com/office/drawing/2014/main" id="{98FBF283-FCFB-48CB-8F31-F904B30E37F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91030" y="2933599"/>
            <a:ext cx="5867877" cy="476003"/>
          </a:xfrm>
        </p:spPr>
        <p:txBody>
          <a:bodyPr/>
          <a:lstStyle>
            <a:lvl1pPr marL="0" indent="0" algn="l">
              <a:buNone/>
              <a:defRPr sz="2800"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932EA2B-9E96-4F2D-8960-D7787A50419E}"/>
              </a:ext>
            </a:extLst>
          </p:cNvPr>
          <p:cNvSpPr txBox="1"/>
          <p:nvPr userDrawn="1"/>
        </p:nvSpPr>
        <p:spPr>
          <a:xfrm>
            <a:off x="613046" y="6506172"/>
            <a:ext cx="1354823" cy="153888"/>
          </a:xfrm>
          <a:prstGeom prst="rect">
            <a:avLst/>
          </a:prstGeom>
          <a:noFill/>
        </p:spPr>
        <p:txBody>
          <a:bodyPr vert="horz" wrap="square" lIns="0" tIns="0" rIns="0" bIns="0" rtlCol="0" anchor="b" anchorCtr="0">
            <a:spAutoFit/>
          </a:bodyPr>
          <a:lstStyle/>
          <a:p>
            <a:pPr algn="l"/>
            <a:r>
              <a:rPr lang="en-US" sz="1000" dirty="0">
                <a:solidFill>
                  <a:schemeClr val="tx1"/>
                </a:solidFill>
              </a:rPr>
              <a:t>T-Mobile Confidential</a:t>
            </a:r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E84116C8-90CD-48BA-91B8-6A56204CEA4B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49385" y="613478"/>
            <a:ext cx="1095804" cy="337174"/>
          </a:xfrm>
          <a:prstGeom prst="rect">
            <a:avLst/>
          </a:prstGeom>
        </p:spPr>
      </p:pic>
      <p:sp>
        <p:nvSpPr>
          <p:cNvPr id="10" name="Picture Placeholder 6">
            <a:extLst>
              <a:ext uri="{FF2B5EF4-FFF2-40B4-BE49-F238E27FC236}">
                <a16:creationId xmlns:a16="http://schemas.microsoft.com/office/drawing/2014/main" id="{734CD9C4-9828-48D9-A0E1-CE9B58B3A40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9708177" y="1867358"/>
            <a:ext cx="1892793" cy="1885950"/>
          </a:xfrm>
          <a:solidFill>
            <a:schemeClr val="accent2"/>
          </a:solidFill>
          <a:ln w="38100">
            <a:solidFill>
              <a:schemeClr val="accent1"/>
            </a:solidFill>
          </a:ln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  <p:sp>
        <p:nvSpPr>
          <p:cNvPr id="11" name="Picture Placeholder 6">
            <a:extLst>
              <a:ext uri="{FF2B5EF4-FFF2-40B4-BE49-F238E27FC236}">
                <a16:creationId xmlns:a16="http://schemas.microsoft.com/office/drawing/2014/main" id="{9E071A9F-2ADC-4254-B0A1-DB78A9BDFFF7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8027015" y="2467782"/>
            <a:ext cx="1290191" cy="1285527"/>
          </a:xfrm>
          <a:solidFill>
            <a:schemeClr val="accent2"/>
          </a:solidFill>
          <a:ln w="38100">
            <a:solidFill>
              <a:schemeClr val="accent1"/>
            </a:solidFill>
          </a:ln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  <p:sp>
        <p:nvSpPr>
          <p:cNvPr id="12" name="Picture Placeholder 6">
            <a:extLst>
              <a:ext uri="{FF2B5EF4-FFF2-40B4-BE49-F238E27FC236}">
                <a16:creationId xmlns:a16="http://schemas.microsoft.com/office/drawing/2014/main" id="{B3241678-8649-4ED7-AF32-6F8848EDA229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0233866" y="4150516"/>
            <a:ext cx="1367105" cy="1285527"/>
          </a:xfrm>
          <a:solidFill>
            <a:schemeClr val="accent2"/>
          </a:solidFill>
          <a:ln w="38100">
            <a:solidFill>
              <a:schemeClr val="accent1"/>
            </a:solidFill>
          </a:ln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B66DABB-E910-4EEE-83D0-363FF9BB314B}"/>
              </a:ext>
            </a:extLst>
          </p:cNvPr>
          <p:cNvSpPr txBox="1"/>
          <p:nvPr userDrawn="1"/>
        </p:nvSpPr>
        <p:spPr>
          <a:xfrm>
            <a:off x="4001476" y="560861"/>
            <a:ext cx="7577745" cy="26161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1700" kern="1200" cap="all" baseline="0" dirty="0">
                <a:solidFill>
                  <a:schemeClr val="accent1"/>
                </a:solidFill>
                <a:latin typeface="+mj-lt"/>
                <a:ea typeface="+mn-ea"/>
                <a:cs typeface="+mn-cs"/>
              </a:rPr>
              <a:t>Delivering the future of wireless.</a:t>
            </a:r>
          </a:p>
        </p:txBody>
      </p:sp>
    </p:spTree>
    <p:extLst>
      <p:ext uri="{BB962C8B-B14F-4D97-AF65-F5344CB8AC3E}">
        <p14:creationId xmlns:p14="http://schemas.microsoft.com/office/powerpoint/2010/main" val="3804462727"/>
      </p:ext>
    </p:extLst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*DARK_CONTENT">
    <p:bg>
      <p:bgPr>
        <a:gradFill>
          <a:gsLst>
            <a:gs pos="29000">
              <a:schemeClr val="bg2">
                <a:alpha val="34000"/>
                <a:lumMod val="98000"/>
                <a:lumOff val="2000"/>
              </a:schemeClr>
            </a:gs>
            <a:gs pos="0">
              <a:schemeClr val="bg2">
                <a:alpha val="26000"/>
                <a:lumMod val="66000"/>
              </a:schemeClr>
            </a:gs>
            <a:gs pos="100000">
              <a:schemeClr val="bg1">
                <a:alpha val="24000"/>
              </a:schemeClr>
            </a:gs>
          </a:gsLst>
          <a:lin ang="162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 userDrawn="1">
            <p:ph type="title"/>
          </p:nvPr>
        </p:nvSpPr>
        <p:spPr>
          <a:xfrm>
            <a:off x="540071" y="384048"/>
            <a:ext cx="11068503" cy="814820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 userDrawn="1">
            <p:ph idx="1"/>
          </p:nvPr>
        </p:nvSpPr>
        <p:spPr>
          <a:xfrm>
            <a:off x="540071" y="1536193"/>
            <a:ext cx="11068503" cy="44417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F2D1CEBF-2DE0-4EDC-96B9-DE7E768556B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906141" y="6276005"/>
            <a:ext cx="379717" cy="320675"/>
          </a:xfrm>
          <a:prstGeom prst="rect">
            <a:avLst/>
          </a:prstGeom>
        </p:spPr>
        <p:txBody>
          <a:bodyPr lIns="0" tIns="0" rIns="0" bIns="0" anchor="b" anchorCtr="0"/>
          <a:lstStyle>
            <a:lvl1pPr algn="ctr">
              <a:defRPr sz="1000">
                <a:solidFill>
                  <a:schemeClr val="bg1"/>
                </a:solidFill>
              </a:defRPr>
            </a:lvl1pPr>
          </a:lstStyle>
          <a:p>
            <a:fld id="{D354CF67-C5F0-4CAE-8117-D09CFBB1DF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8140021"/>
      </p:ext>
    </p:extLst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*DARK_2 COLUMN">
    <p:bg>
      <p:bgPr>
        <a:gradFill>
          <a:gsLst>
            <a:gs pos="29000">
              <a:schemeClr val="bg2">
                <a:alpha val="34000"/>
                <a:lumMod val="98000"/>
                <a:lumOff val="2000"/>
              </a:schemeClr>
            </a:gs>
            <a:gs pos="0">
              <a:schemeClr val="bg2">
                <a:alpha val="26000"/>
                <a:lumMod val="66000"/>
              </a:schemeClr>
            </a:gs>
            <a:gs pos="100000">
              <a:schemeClr val="bg1">
                <a:alpha val="24000"/>
              </a:schemeClr>
            </a:gs>
          </a:gsLst>
          <a:lin ang="162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 userDrawn="1">
            <p:ph type="title"/>
          </p:nvPr>
        </p:nvSpPr>
        <p:spPr>
          <a:xfrm>
            <a:off x="540071" y="384048"/>
            <a:ext cx="11068503" cy="814820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 userDrawn="1">
            <p:ph idx="1"/>
          </p:nvPr>
        </p:nvSpPr>
        <p:spPr>
          <a:xfrm>
            <a:off x="540071" y="1536193"/>
            <a:ext cx="5319674" cy="44417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F2D1CEBF-2DE0-4EDC-96B9-DE7E768556B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871164" y="6315265"/>
            <a:ext cx="379717" cy="320675"/>
          </a:xfrm>
          <a:prstGeom prst="rect">
            <a:avLst/>
          </a:prstGeom>
        </p:spPr>
        <p:txBody>
          <a:bodyPr lIns="0" tIns="0" rIns="0" bIns="0" anchor="b" anchorCtr="0"/>
          <a:lstStyle>
            <a:lvl1pPr algn="ctr">
              <a:defRPr sz="1000">
                <a:solidFill>
                  <a:schemeClr val="bg1"/>
                </a:solidFill>
              </a:defRPr>
            </a:lvl1pPr>
          </a:lstStyle>
          <a:p>
            <a:fld id="{D354CF67-C5F0-4CAE-8117-D09CFBB1DF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1D2C5A2C-BFF4-4517-8F5B-FCAE435ACA56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6285859" y="1536193"/>
            <a:ext cx="5319674" cy="44417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18E61C5-A630-4819-AA14-877D7D82AEA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388924" y="85983"/>
            <a:ext cx="526010" cy="6439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6911077"/>
      </p:ext>
    </p:extLst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*DARL_TITLE ONLY">
    <p:bg>
      <p:bgPr>
        <a:gradFill>
          <a:gsLst>
            <a:gs pos="29000">
              <a:schemeClr val="bg2">
                <a:alpha val="34000"/>
                <a:lumMod val="98000"/>
                <a:lumOff val="2000"/>
              </a:schemeClr>
            </a:gs>
            <a:gs pos="0">
              <a:schemeClr val="bg2">
                <a:alpha val="26000"/>
                <a:lumMod val="66000"/>
              </a:schemeClr>
            </a:gs>
            <a:gs pos="100000">
              <a:schemeClr val="bg1">
                <a:alpha val="24000"/>
              </a:schemeClr>
            </a:gs>
          </a:gsLst>
          <a:lin ang="162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 userDrawn="1">
            <p:ph type="title"/>
          </p:nvPr>
        </p:nvSpPr>
        <p:spPr>
          <a:xfrm>
            <a:off x="540071" y="384048"/>
            <a:ext cx="11096305" cy="814820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F2D1CEBF-2DE0-4EDC-96B9-DE7E768556B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906141" y="6276005"/>
            <a:ext cx="379717" cy="320675"/>
          </a:xfrm>
          <a:prstGeom prst="rect">
            <a:avLst/>
          </a:prstGeom>
        </p:spPr>
        <p:txBody>
          <a:bodyPr lIns="0" tIns="0" rIns="0" bIns="0" anchor="b" anchorCtr="0"/>
          <a:lstStyle>
            <a:lvl1pPr algn="ctr">
              <a:defRPr sz="1000">
                <a:solidFill>
                  <a:schemeClr val="bg1"/>
                </a:solidFill>
              </a:defRPr>
            </a:lvl1pPr>
          </a:lstStyle>
          <a:p>
            <a:fld id="{D354CF67-C5F0-4CAE-8117-D09CFBB1DF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2681844"/>
      </p:ext>
    </p:extLst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* DARK Title Slide ">
    <p:bg>
      <p:bgPr>
        <a:solidFill>
          <a:srgbClr val="DDDDDD">
            <a:alpha val="8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CF81A7D-B252-4319-B933-665CE9A2EBA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" y="894"/>
            <a:ext cx="12191998" cy="6856213"/>
          </a:xfrm>
          <a:prstGeom prst="rect">
            <a:avLst/>
          </a:prstGeom>
        </p:spPr>
      </p:pic>
      <p:sp>
        <p:nvSpPr>
          <p:cNvPr id="117" name="Title 1">
            <a:extLst>
              <a:ext uri="{FF2B5EF4-FFF2-40B4-BE49-F238E27FC236}">
                <a16:creationId xmlns:a16="http://schemas.microsoft.com/office/drawing/2014/main" id="{4ABECCA9-1C1F-4AD5-8289-CCDB7826621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5181" y="2432007"/>
            <a:ext cx="6362918" cy="932236"/>
          </a:xfrm>
        </p:spPr>
        <p:txBody>
          <a:bodyPr/>
          <a:lstStyle>
            <a:lvl1pPr algn="l">
              <a:defRPr sz="4000" b="1">
                <a:solidFill>
                  <a:schemeClr val="bg1"/>
                </a:solidFill>
                <a:latin typeface="TeleGrotesk Next Medium" pitchFamily="2" charset="0"/>
                <a:ea typeface="TeleGrotesk Next Medium" pitchFamily="2" charset="0"/>
                <a:cs typeface="TeleGrotesk Next Medium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8" name="Subtitle 2">
            <a:extLst>
              <a:ext uri="{FF2B5EF4-FFF2-40B4-BE49-F238E27FC236}">
                <a16:creationId xmlns:a16="http://schemas.microsoft.com/office/drawing/2014/main" id="{98FBF283-FCFB-48CB-8F31-F904B30E37F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6107" y="3459173"/>
            <a:ext cx="6362058" cy="476003"/>
          </a:xfrm>
        </p:spPr>
        <p:txBody>
          <a:bodyPr/>
          <a:lstStyle>
            <a:lvl1pPr marL="0" indent="0" algn="l">
              <a:buNone/>
              <a:defRPr sz="2800">
                <a:solidFill>
                  <a:schemeClr val="bg1"/>
                </a:solidFill>
                <a:latin typeface="TeleGrotesk Next Medium" pitchFamily="2" charset="0"/>
                <a:ea typeface="TeleGrotesk Next Medium" pitchFamily="2" charset="0"/>
                <a:cs typeface="TeleGrotesk Next Medium" pitchFamily="2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354AA50-2A18-4A44-9739-9A302CFE9A11}"/>
              </a:ext>
            </a:extLst>
          </p:cNvPr>
          <p:cNvSpPr txBox="1"/>
          <p:nvPr userDrawn="1"/>
        </p:nvSpPr>
        <p:spPr>
          <a:xfrm>
            <a:off x="613046" y="6506172"/>
            <a:ext cx="1354823" cy="153888"/>
          </a:xfrm>
          <a:prstGeom prst="rect">
            <a:avLst/>
          </a:prstGeom>
          <a:noFill/>
        </p:spPr>
        <p:txBody>
          <a:bodyPr vert="horz" wrap="square" lIns="0" tIns="0" rIns="0" bIns="0" rtlCol="0" anchor="b" anchorCtr="0">
            <a:spAutoFit/>
          </a:bodyPr>
          <a:lstStyle/>
          <a:p>
            <a:pPr algn="l"/>
            <a:r>
              <a:rPr lang="en-US" sz="1000" dirty="0">
                <a:solidFill>
                  <a:schemeClr val="bg1"/>
                </a:solidFill>
              </a:rPr>
              <a:t>T-Mobile Confidential</a:t>
            </a:r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8F3E733A-B3E6-4C22-B567-BBF90B4E61C8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49385" y="613478"/>
            <a:ext cx="1095804" cy="337174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D77C5730-44FA-4C7B-AB3B-CA9B85B30DD8}"/>
              </a:ext>
            </a:extLst>
          </p:cNvPr>
          <p:cNvSpPr txBox="1"/>
          <p:nvPr userDrawn="1"/>
        </p:nvSpPr>
        <p:spPr>
          <a:xfrm>
            <a:off x="4001476" y="560861"/>
            <a:ext cx="7577745" cy="26161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1700" kern="1200" cap="all" baseline="0" dirty="0">
                <a:solidFill>
                  <a:schemeClr val="accent1"/>
                </a:solidFill>
                <a:latin typeface="+mj-lt"/>
                <a:ea typeface="+mn-ea"/>
                <a:cs typeface="+mn-cs"/>
              </a:rPr>
              <a:t>Delivering the future of wireless.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7228C08E-1C58-40C8-8411-030FF3720C8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 t="1" b="24568"/>
          <a:stretch/>
        </p:blipFill>
        <p:spPr>
          <a:xfrm>
            <a:off x="10931515" y="6477098"/>
            <a:ext cx="1003356" cy="190752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68B04DB3-03D7-4DE1-AE79-669495CBFE78}"/>
              </a:ext>
            </a:extLst>
          </p:cNvPr>
          <p:cNvSpPr/>
          <p:nvPr userDrawn="1"/>
        </p:nvSpPr>
        <p:spPr>
          <a:xfrm>
            <a:off x="10674387" y="6635712"/>
            <a:ext cx="1517613" cy="21756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accent1"/>
                </a:solidFill>
                <a:latin typeface="TeleNeo Office Medium" panose="020B0604040202090203" pitchFamily="34" charset="0"/>
              </a:rPr>
              <a:t>Device &amp; Technology</a:t>
            </a:r>
          </a:p>
        </p:txBody>
      </p:sp>
    </p:spTree>
    <p:extLst>
      <p:ext uri="{BB962C8B-B14F-4D97-AF65-F5344CB8AC3E}">
        <p14:creationId xmlns:p14="http://schemas.microsoft.com/office/powerpoint/2010/main" val="1705090159"/>
      </p:ext>
    </p:extLst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*Photo_back 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Hoto" descr="A person standing in front of a computer&#10;&#10;Description automatically generated">
            <a:extLst>
              <a:ext uri="{FF2B5EF4-FFF2-40B4-BE49-F238E27FC236}">
                <a16:creationId xmlns:a16="http://schemas.microsoft.com/office/drawing/2014/main" id="{CF692B41-96E4-4162-BD4E-6FD7047C220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1" y="0"/>
            <a:ext cx="12192000" cy="6858000"/>
          </a:xfrm>
          <a:prstGeom prst="rect">
            <a:avLst/>
          </a:prstGeom>
        </p:spPr>
      </p:pic>
      <p:pic>
        <p:nvPicPr>
          <p:cNvPr id="4" name="Overlay for Photos">
            <a:extLst>
              <a:ext uri="{FF2B5EF4-FFF2-40B4-BE49-F238E27FC236}">
                <a16:creationId xmlns:a16="http://schemas.microsoft.com/office/drawing/2014/main" id="{B82F0338-4563-4C15-AC7D-A37DC724CCF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893"/>
            <a:ext cx="12191999" cy="6856214"/>
          </a:xfrm>
          <a:prstGeom prst="rect">
            <a:avLst/>
          </a:prstGeom>
        </p:spPr>
      </p:pic>
      <p:sp>
        <p:nvSpPr>
          <p:cNvPr id="7" name="Black Gradient">
            <a:extLst>
              <a:ext uri="{FF2B5EF4-FFF2-40B4-BE49-F238E27FC236}">
                <a16:creationId xmlns:a16="http://schemas.microsoft.com/office/drawing/2014/main" id="{7100C2CE-12DF-4C2D-9D22-EDF097E2E11E}"/>
              </a:ext>
            </a:extLst>
          </p:cNvPr>
          <p:cNvSpPr/>
          <p:nvPr userDrawn="1"/>
        </p:nvSpPr>
        <p:spPr>
          <a:xfrm>
            <a:off x="0" y="-893"/>
            <a:ext cx="12191999" cy="6858000"/>
          </a:xfrm>
          <a:prstGeom prst="rect">
            <a:avLst/>
          </a:prstGeom>
          <a:gradFill flip="none" rotWithShape="1">
            <a:gsLst>
              <a:gs pos="0">
                <a:schemeClr val="tx1"/>
              </a:gs>
              <a:gs pos="72000">
                <a:schemeClr val="tx1">
                  <a:alpha val="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sp>
        <p:nvSpPr>
          <p:cNvPr id="117" name="Title 1">
            <a:extLst>
              <a:ext uri="{FF2B5EF4-FFF2-40B4-BE49-F238E27FC236}">
                <a16:creationId xmlns:a16="http://schemas.microsoft.com/office/drawing/2014/main" id="{4ABECCA9-1C1F-4AD5-8289-CCDB7826621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5181" y="2432007"/>
            <a:ext cx="6362918" cy="932236"/>
          </a:xfrm>
        </p:spPr>
        <p:txBody>
          <a:bodyPr/>
          <a:lstStyle>
            <a:lvl1pPr algn="l">
              <a:defRPr sz="40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8" name="Subtitle 2">
            <a:extLst>
              <a:ext uri="{FF2B5EF4-FFF2-40B4-BE49-F238E27FC236}">
                <a16:creationId xmlns:a16="http://schemas.microsoft.com/office/drawing/2014/main" id="{98FBF283-FCFB-48CB-8F31-F904B30E37F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6107" y="3459173"/>
            <a:ext cx="6362058" cy="476003"/>
          </a:xfrm>
        </p:spPr>
        <p:txBody>
          <a:bodyPr/>
          <a:lstStyle>
            <a:lvl1pPr marL="0" indent="0" algn="l">
              <a:buNone/>
              <a:defRPr sz="2800"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29" name="Confidential">
            <a:extLst>
              <a:ext uri="{FF2B5EF4-FFF2-40B4-BE49-F238E27FC236}">
                <a16:creationId xmlns:a16="http://schemas.microsoft.com/office/drawing/2014/main" id="{A354AA50-2A18-4A44-9739-9A302CFE9A11}"/>
              </a:ext>
            </a:extLst>
          </p:cNvPr>
          <p:cNvSpPr txBox="1"/>
          <p:nvPr userDrawn="1"/>
        </p:nvSpPr>
        <p:spPr>
          <a:xfrm>
            <a:off x="613046" y="6506172"/>
            <a:ext cx="1354823" cy="153888"/>
          </a:xfrm>
          <a:prstGeom prst="rect">
            <a:avLst/>
          </a:prstGeom>
          <a:noFill/>
        </p:spPr>
        <p:txBody>
          <a:bodyPr vert="horz" wrap="square" lIns="0" tIns="0" rIns="0" bIns="0" rtlCol="0" anchor="b" anchorCtr="0">
            <a:spAutoFit/>
          </a:bodyPr>
          <a:lstStyle/>
          <a:p>
            <a:pPr algn="l"/>
            <a:r>
              <a:rPr lang="en-US" sz="1000" dirty="0">
                <a:solidFill>
                  <a:schemeClr val="bg1"/>
                </a:solidFill>
              </a:rPr>
              <a:t>T-Mobile Confidential</a:t>
            </a:r>
          </a:p>
        </p:txBody>
      </p:sp>
      <p:pic>
        <p:nvPicPr>
          <p:cNvPr id="12" name="Logo">
            <a:extLst>
              <a:ext uri="{FF2B5EF4-FFF2-40B4-BE49-F238E27FC236}">
                <a16:creationId xmlns:a16="http://schemas.microsoft.com/office/drawing/2014/main" id="{8F3E733A-B3E6-4C22-B567-BBF90B4E61C8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49385" y="613478"/>
            <a:ext cx="1095804" cy="337174"/>
          </a:xfrm>
          <a:prstGeom prst="rect">
            <a:avLst/>
          </a:prstGeom>
        </p:spPr>
      </p:pic>
      <p:sp>
        <p:nvSpPr>
          <p:cNvPr id="13" name="Tagline">
            <a:extLst>
              <a:ext uri="{FF2B5EF4-FFF2-40B4-BE49-F238E27FC236}">
                <a16:creationId xmlns:a16="http://schemas.microsoft.com/office/drawing/2014/main" id="{D77C5730-44FA-4C7B-AB3B-CA9B85B30DD8}"/>
              </a:ext>
            </a:extLst>
          </p:cNvPr>
          <p:cNvSpPr txBox="1"/>
          <p:nvPr userDrawn="1"/>
        </p:nvSpPr>
        <p:spPr>
          <a:xfrm>
            <a:off x="4001476" y="560861"/>
            <a:ext cx="7577745" cy="26161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1700" kern="1200" cap="all" baseline="0" dirty="0">
                <a:solidFill>
                  <a:schemeClr val="accent1"/>
                </a:solidFill>
                <a:latin typeface="+mj-lt"/>
                <a:ea typeface="+mn-ea"/>
                <a:cs typeface="+mn-cs"/>
              </a:rPr>
              <a:t>Delivering the future of wireless.</a:t>
            </a:r>
          </a:p>
        </p:txBody>
      </p:sp>
      <p:pic>
        <p:nvPicPr>
          <p:cNvPr id="9" name="Bars" descr="A close up of a logo&#10;&#10;Description automatically generated">
            <a:extLst>
              <a:ext uri="{FF2B5EF4-FFF2-40B4-BE49-F238E27FC236}">
                <a16:creationId xmlns:a16="http://schemas.microsoft.com/office/drawing/2014/main" id="{534C93B1-86E5-4B0F-BF6E-58DE89025E61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" y="893"/>
            <a:ext cx="12192000" cy="68562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8381045"/>
      </p:ext>
    </p:extLst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*Photo_back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Hoto">
            <a:extLst>
              <a:ext uri="{FF2B5EF4-FFF2-40B4-BE49-F238E27FC236}">
                <a16:creationId xmlns:a16="http://schemas.microsoft.com/office/drawing/2014/main" id="{CF692B41-96E4-4162-BD4E-6FD7047C220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0"/>
            <a:ext cx="12192000" cy="6858000"/>
          </a:xfrm>
          <a:prstGeom prst="rect">
            <a:avLst/>
          </a:prstGeom>
        </p:spPr>
      </p:pic>
      <p:pic>
        <p:nvPicPr>
          <p:cNvPr id="4" name="Overlay for Photos">
            <a:extLst>
              <a:ext uri="{FF2B5EF4-FFF2-40B4-BE49-F238E27FC236}">
                <a16:creationId xmlns:a16="http://schemas.microsoft.com/office/drawing/2014/main" id="{B82F0338-4563-4C15-AC7D-A37DC724CCF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893"/>
            <a:ext cx="12191999" cy="6856214"/>
          </a:xfrm>
          <a:prstGeom prst="rect">
            <a:avLst/>
          </a:prstGeom>
        </p:spPr>
      </p:pic>
      <p:sp>
        <p:nvSpPr>
          <p:cNvPr id="7" name="Black Gradient">
            <a:extLst>
              <a:ext uri="{FF2B5EF4-FFF2-40B4-BE49-F238E27FC236}">
                <a16:creationId xmlns:a16="http://schemas.microsoft.com/office/drawing/2014/main" id="{7100C2CE-12DF-4C2D-9D22-EDF097E2E11E}"/>
              </a:ext>
            </a:extLst>
          </p:cNvPr>
          <p:cNvSpPr/>
          <p:nvPr userDrawn="1"/>
        </p:nvSpPr>
        <p:spPr>
          <a:xfrm>
            <a:off x="0" y="-893"/>
            <a:ext cx="12191999" cy="6858000"/>
          </a:xfrm>
          <a:prstGeom prst="rect">
            <a:avLst/>
          </a:prstGeom>
          <a:gradFill flip="none" rotWithShape="1">
            <a:gsLst>
              <a:gs pos="0">
                <a:schemeClr val="tx1"/>
              </a:gs>
              <a:gs pos="72000">
                <a:schemeClr val="tx1">
                  <a:alpha val="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sp>
        <p:nvSpPr>
          <p:cNvPr id="117" name="Title 1">
            <a:extLst>
              <a:ext uri="{FF2B5EF4-FFF2-40B4-BE49-F238E27FC236}">
                <a16:creationId xmlns:a16="http://schemas.microsoft.com/office/drawing/2014/main" id="{4ABECCA9-1C1F-4AD5-8289-CCDB7826621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5181" y="2432007"/>
            <a:ext cx="6362918" cy="932236"/>
          </a:xfrm>
        </p:spPr>
        <p:txBody>
          <a:bodyPr/>
          <a:lstStyle>
            <a:lvl1pPr algn="l">
              <a:defRPr sz="40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8" name="Subtitle 2">
            <a:extLst>
              <a:ext uri="{FF2B5EF4-FFF2-40B4-BE49-F238E27FC236}">
                <a16:creationId xmlns:a16="http://schemas.microsoft.com/office/drawing/2014/main" id="{98FBF283-FCFB-48CB-8F31-F904B30E37F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6107" y="3459173"/>
            <a:ext cx="6362058" cy="476003"/>
          </a:xfrm>
        </p:spPr>
        <p:txBody>
          <a:bodyPr/>
          <a:lstStyle>
            <a:lvl1pPr marL="0" indent="0" algn="l">
              <a:buNone/>
              <a:defRPr sz="2800"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29" name="Confidential">
            <a:extLst>
              <a:ext uri="{FF2B5EF4-FFF2-40B4-BE49-F238E27FC236}">
                <a16:creationId xmlns:a16="http://schemas.microsoft.com/office/drawing/2014/main" id="{A354AA50-2A18-4A44-9739-9A302CFE9A11}"/>
              </a:ext>
            </a:extLst>
          </p:cNvPr>
          <p:cNvSpPr txBox="1"/>
          <p:nvPr userDrawn="1"/>
        </p:nvSpPr>
        <p:spPr>
          <a:xfrm>
            <a:off x="613046" y="6506172"/>
            <a:ext cx="1354823" cy="153888"/>
          </a:xfrm>
          <a:prstGeom prst="rect">
            <a:avLst/>
          </a:prstGeom>
          <a:noFill/>
        </p:spPr>
        <p:txBody>
          <a:bodyPr vert="horz" wrap="square" lIns="0" tIns="0" rIns="0" bIns="0" rtlCol="0" anchor="b" anchorCtr="0">
            <a:spAutoFit/>
          </a:bodyPr>
          <a:lstStyle/>
          <a:p>
            <a:pPr algn="l"/>
            <a:r>
              <a:rPr lang="en-US" sz="1000" dirty="0">
                <a:solidFill>
                  <a:schemeClr val="bg1"/>
                </a:solidFill>
              </a:rPr>
              <a:t>T-Mobile Confidential</a:t>
            </a:r>
          </a:p>
        </p:txBody>
      </p:sp>
      <p:pic>
        <p:nvPicPr>
          <p:cNvPr id="12" name="Logo">
            <a:extLst>
              <a:ext uri="{FF2B5EF4-FFF2-40B4-BE49-F238E27FC236}">
                <a16:creationId xmlns:a16="http://schemas.microsoft.com/office/drawing/2014/main" id="{8F3E733A-B3E6-4C22-B567-BBF90B4E61C8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49385" y="613478"/>
            <a:ext cx="1095804" cy="337174"/>
          </a:xfrm>
          <a:prstGeom prst="rect">
            <a:avLst/>
          </a:prstGeom>
        </p:spPr>
      </p:pic>
      <p:sp>
        <p:nvSpPr>
          <p:cNvPr id="13" name="Tagline">
            <a:extLst>
              <a:ext uri="{FF2B5EF4-FFF2-40B4-BE49-F238E27FC236}">
                <a16:creationId xmlns:a16="http://schemas.microsoft.com/office/drawing/2014/main" id="{D77C5730-44FA-4C7B-AB3B-CA9B85B30DD8}"/>
              </a:ext>
            </a:extLst>
          </p:cNvPr>
          <p:cNvSpPr txBox="1"/>
          <p:nvPr userDrawn="1"/>
        </p:nvSpPr>
        <p:spPr>
          <a:xfrm>
            <a:off x="4001476" y="560861"/>
            <a:ext cx="7577745" cy="26161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1700" kern="1200" cap="all" baseline="0" dirty="0">
                <a:solidFill>
                  <a:schemeClr val="accent1"/>
                </a:solidFill>
                <a:latin typeface="+mj-lt"/>
                <a:ea typeface="+mn-ea"/>
                <a:cs typeface="+mn-cs"/>
              </a:rPr>
              <a:t>Delivering the future of wireless.</a:t>
            </a:r>
          </a:p>
        </p:txBody>
      </p:sp>
      <p:pic>
        <p:nvPicPr>
          <p:cNvPr id="9" name="Bars" descr="A close up of a logo&#10;&#10;Description automatically generated">
            <a:extLst>
              <a:ext uri="{FF2B5EF4-FFF2-40B4-BE49-F238E27FC236}">
                <a16:creationId xmlns:a16="http://schemas.microsoft.com/office/drawing/2014/main" id="{534C93B1-86E5-4B0F-BF6E-58DE89025E61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" y="893"/>
            <a:ext cx="12192000" cy="68562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5552637"/>
      </p:ext>
    </p:extLst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*Photo_back 3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Hoto">
            <a:extLst>
              <a:ext uri="{FF2B5EF4-FFF2-40B4-BE49-F238E27FC236}">
                <a16:creationId xmlns:a16="http://schemas.microsoft.com/office/drawing/2014/main" id="{7D6186B1-4B69-4C39-AAB6-AB908978DE4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0521" cy="6858000"/>
          </a:xfrm>
          <a:prstGeom prst="rect">
            <a:avLst/>
          </a:prstGeom>
        </p:spPr>
      </p:pic>
      <p:pic>
        <p:nvPicPr>
          <p:cNvPr id="4" name="Overlay for Photos">
            <a:extLst>
              <a:ext uri="{FF2B5EF4-FFF2-40B4-BE49-F238E27FC236}">
                <a16:creationId xmlns:a16="http://schemas.microsoft.com/office/drawing/2014/main" id="{B82F0338-4563-4C15-AC7D-A37DC724CCF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893"/>
            <a:ext cx="12191999" cy="6856214"/>
          </a:xfrm>
          <a:prstGeom prst="rect">
            <a:avLst/>
          </a:prstGeom>
        </p:spPr>
      </p:pic>
      <p:sp>
        <p:nvSpPr>
          <p:cNvPr id="7" name="Black Gradient">
            <a:extLst>
              <a:ext uri="{FF2B5EF4-FFF2-40B4-BE49-F238E27FC236}">
                <a16:creationId xmlns:a16="http://schemas.microsoft.com/office/drawing/2014/main" id="{7100C2CE-12DF-4C2D-9D22-EDF097E2E11E}"/>
              </a:ext>
            </a:extLst>
          </p:cNvPr>
          <p:cNvSpPr/>
          <p:nvPr userDrawn="1"/>
        </p:nvSpPr>
        <p:spPr>
          <a:xfrm>
            <a:off x="0" y="-893"/>
            <a:ext cx="12191999" cy="6858000"/>
          </a:xfrm>
          <a:prstGeom prst="rect">
            <a:avLst/>
          </a:prstGeom>
          <a:gradFill flip="none" rotWithShape="1">
            <a:gsLst>
              <a:gs pos="0">
                <a:schemeClr val="tx1"/>
              </a:gs>
              <a:gs pos="72000">
                <a:schemeClr val="tx1">
                  <a:alpha val="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sp>
        <p:nvSpPr>
          <p:cNvPr id="117" name="Title 1">
            <a:extLst>
              <a:ext uri="{FF2B5EF4-FFF2-40B4-BE49-F238E27FC236}">
                <a16:creationId xmlns:a16="http://schemas.microsoft.com/office/drawing/2014/main" id="{4ABECCA9-1C1F-4AD5-8289-CCDB7826621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5181" y="2432007"/>
            <a:ext cx="6362918" cy="932236"/>
          </a:xfrm>
        </p:spPr>
        <p:txBody>
          <a:bodyPr/>
          <a:lstStyle>
            <a:lvl1pPr algn="l">
              <a:defRPr sz="40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8" name="Subtitle 2">
            <a:extLst>
              <a:ext uri="{FF2B5EF4-FFF2-40B4-BE49-F238E27FC236}">
                <a16:creationId xmlns:a16="http://schemas.microsoft.com/office/drawing/2014/main" id="{98FBF283-FCFB-48CB-8F31-F904B30E37F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6107" y="3459173"/>
            <a:ext cx="6362058" cy="476003"/>
          </a:xfrm>
        </p:spPr>
        <p:txBody>
          <a:bodyPr/>
          <a:lstStyle>
            <a:lvl1pPr marL="0" indent="0" algn="l">
              <a:buNone/>
              <a:defRPr sz="2800"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29" name="Confidential">
            <a:extLst>
              <a:ext uri="{FF2B5EF4-FFF2-40B4-BE49-F238E27FC236}">
                <a16:creationId xmlns:a16="http://schemas.microsoft.com/office/drawing/2014/main" id="{A354AA50-2A18-4A44-9739-9A302CFE9A11}"/>
              </a:ext>
            </a:extLst>
          </p:cNvPr>
          <p:cNvSpPr txBox="1"/>
          <p:nvPr userDrawn="1"/>
        </p:nvSpPr>
        <p:spPr>
          <a:xfrm>
            <a:off x="613046" y="6506172"/>
            <a:ext cx="1354823" cy="153888"/>
          </a:xfrm>
          <a:prstGeom prst="rect">
            <a:avLst/>
          </a:prstGeom>
          <a:noFill/>
        </p:spPr>
        <p:txBody>
          <a:bodyPr vert="horz" wrap="square" lIns="0" tIns="0" rIns="0" bIns="0" rtlCol="0" anchor="b" anchorCtr="0">
            <a:spAutoFit/>
          </a:bodyPr>
          <a:lstStyle/>
          <a:p>
            <a:pPr algn="l"/>
            <a:r>
              <a:rPr lang="en-US" sz="1000" dirty="0">
                <a:solidFill>
                  <a:schemeClr val="bg1"/>
                </a:solidFill>
              </a:rPr>
              <a:t>T-Mobile Confidential</a:t>
            </a:r>
          </a:p>
        </p:txBody>
      </p:sp>
      <p:pic>
        <p:nvPicPr>
          <p:cNvPr id="12" name="Logo">
            <a:extLst>
              <a:ext uri="{FF2B5EF4-FFF2-40B4-BE49-F238E27FC236}">
                <a16:creationId xmlns:a16="http://schemas.microsoft.com/office/drawing/2014/main" id="{8F3E733A-B3E6-4C22-B567-BBF90B4E61C8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49385" y="613478"/>
            <a:ext cx="1095804" cy="337174"/>
          </a:xfrm>
          <a:prstGeom prst="rect">
            <a:avLst/>
          </a:prstGeom>
        </p:spPr>
      </p:pic>
      <p:sp>
        <p:nvSpPr>
          <p:cNvPr id="13" name="Tagline">
            <a:extLst>
              <a:ext uri="{FF2B5EF4-FFF2-40B4-BE49-F238E27FC236}">
                <a16:creationId xmlns:a16="http://schemas.microsoft.com/office/drawing/2014/main" id="{D77C5730-44FA-4C7B-AB3B-CA9B85B30DD8}"/>
              </a:ext>
            </a:extLst>
          </p:cNvPr>
          <p:cNvSpPr txBox="1"/>
          <p:nvPr userDrawn="1"/>
        </p:nvSpPr>
        <p:spPr>
          <a:xfrm>
            <a:off x="4001476" y="560861"/>
            <a:ext cx="7577745" cy="26161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1700" kern="1200" cap="all" baseline="0" dirty="0">
                <a:solidFill>
                  <a:schemeClr val="accent1"/>
                </a:solidFill>
                <a:latin typeface="+mj-lt"/>
                <a:ea typeface="+mn-ea"/>
                <a:cs typeface="+mn-cs"/>
              </a:rPr>
              <a:t>Delivering the future of wireless.</a:t>
            </a:r>
          </a:p>
        </p:txBody>
      </p:sp>
      <p:pic>
        <p:nvPicPr>
          <p:cNvPr id="9" name="Bars" descr="A close up of a logo&#10;&#10;Description automatically generated">
            <a:extLst>
              <a:ext uri="{FF2B5EF4-FFF2-40B4-BE49-F238E27FC236}">
                <a16:creationId xmlns:a16="http://schemas.microsoft.com/office/drawing/2014/main" id="{534C93B1-86E5-4B0F-BF6E-58DE89025E61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1479" y="893"/>
            <a:ext cx="12192000" cy="68562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6183212"/>
      </p:ext>
    </p:extLst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*Photo_back 4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Hoto">
            <a:extLst>
              <a:ext uri="{FF2B5EF4-FFF2-40B4-BE49-F238E27FC236}">
                <a16:creationId xmlns:a16="http://schemas.microsoft.com/office/drawing/2014/main" id="{7D6186B1-4B69-4C39-AAB6-AB908978DE4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0"/>
            <a:ext cx="12191999" cy="6858000"/>
          </a:xfrm>
          <a:prstGeom prst="rect">
            <a:avLst/>
          </a:prstGeom>
        </p:spPr>
      </p:pic>
      <p:pic>
        <p:nvPicPr>
          <p:cNvPr id="4" name="Overlay for Photos">
            <a:extLst>
              <a:ext uri="{FF2B5EF4-FFF2-40B4-BE49-F238E27FC236}">
                <a16:creationId xmlns:a16="http://schemas.microsoft.com/office/drawing/2014/main" id="{B82F0338-4563-4C15-AC7D-A37DC724CCF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893"/>
            <a:ext cx="12191999" cy="6856214"/>
          </a:xfrm>
          <a:prstGeom prst="rect">
            <a:avLst/>
          </a:prstGeom>
        </p:spPr>
      </p:pic>
      <p:sp>
        <p:nvSpPr>
          <p:cNvPr id="7" name="Black Gradient">
            <a:extLst>
              <a:ext uri="{FF2B5EF4-FFF2-40B4-BE49-F238E27FC236}">
                <a16:creationId xmlns:a16="http://schemas.microsoft.com/office/drawing/2014/main" id="{7100C2CE-12DF-4C2D-9D22-EDF097E2E11E}"/>
              </a:ext>
            </a:extLst>
          </p:cNvPr>
          <p:cNvSpPr/>
          <p:nvPr userDrawn="1"/>
        </p:nvSpPr>
        <p:spPr>
          <a:xfrm>
            <a:off x="0" y="-893"/>
            <a:ext cx="12191999" cy="6858000"/>
          </a:xfrm>
          <a:prstGeom prst="rect">
            <a:avLst/>
          </a:prstGeom>
          <a:gradFill flip="none" rotWithShape="1">
            <a:gsLst>
              <a:gs pos="0">
                <a:schemeClr val="tx1"/>
              </a:gs>
              <a:gs pos="72000">
                <a:schemeClr val="tx1">
                  <a:alpha val="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sp>
        <p:nvSpPr>
          <p:cNvPr id="117" name="Title 1">
            <a:extLst>
              <a:ext uri="{FF2B5EF4-FFF2-40B4-BE49-F238E27FC236}">
                <a16:creationId xmlns:a16="http://schemas.microsoft.com/office/drawing/2014/main" id="{4ABECCA9-1C1F-4AD5-8289-CCDB7826621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5181" y="2432007"/>
            <a:ext cx="6362918" cy="932236"/>
          </a:xfrm>
        </p:spPr>
        <p:txBody>
          <a:bodyPr/>
          <a:lstStyle>
            <a:lvl1pPr algn="l">
              <a:defRPr sz="40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8" name="Subtitle 2">
            <a:extLst>
              <a:ext uri="{FF2B5EF4-FFF2-40B4-BE49-F238E27FC236}">
                <a16:creationId xmlns:a16="http://schemas.microsoft.com/office/drawing/2014/main" id="{98FBF283-FCFB-48CB-8F31-F904B30E37F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6107" y="3459173"/>
            <a:ext cx="6362058" cy="476003"/>
          </a:xfrm>
        </p:spPr>
        <p:txBody>
          <a:bodyPr/>
          <a:lstStyle>
            <a:lvl1pPr marL="0" indent="0" algn="l">
              <a:buNone/>
              <a:defRPr sz="2800"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29" name="Confidential">
            <a:extLst>
              <a:ext uri="{FF2B5EF4-FFF2-40B4-BE49-F238E27FC236}">
                <a16:creationId xmlns:a16="http://schemas.microsoft.com/office/drawing/2014/main" id="{A354AA50-2A18-4A44-9739-9A302CFE9A11}"/>
              </a:ext>
            </a:extLst>
          </p:cNvPr>
          <p:cNvSpPr txBox="1"/>
          <p:nvPr userDrawn="1"/>
        </p:nvSpPr>
        <p:spPr>
          <a:xfrm>
            <a:off x="613046" y="6506172"/>
            <a:ext cx="1354823" cy="153888"/>
          </a:xfrm>
          <a:prstGeom prst="rect">
            <a:avLst/>
          </a:prstGeom>
          <a:noFill/>
        </p:spPr>
        <p:txBody>
          <a:bodyPr vert="horz" wrap="square" lIns="0" tIns="0" rIns="0" bIns="0" rtlCol="0" anchor="b" anchorCtr="0">
            <a:spAutoFit/>
          </a:bodyPr>
          <a:lstStyle/>
          <a:p>
            <a:pPr algn="l"/>
            <a:r>
              <a:rPr lang="en-US" sz="1000" dirty="0">
                <a:solidFill>
                  <a:schemeClr val="bg1"/>
                </a:solidFill>
              </a:rPr>
              <a:t>T-Mobile Confidential</a:t>
            </a:r>
          </a:p>
        </p:txBody>
      </p:sp>
      <p:pic>
        <p:nvPicPr>
          <p:cNvPr id="12" name="Logo">
            <a:extLst>
              <a:ext uri="{FF2B5EF4-FFF2-40B4-BE49-F238E27FC236}">
                <a16:creationId xmlns:a16="http://schemas.microsoft.com/office/drawing/2014/main" id="{8F3E733A-B3E6-4C22-B567-BBF90B4E61C8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49385" y="613478"/>
            <a:ext cx="1095804" cy="337174"/>
          </a:xfrm>
          <a:prstGeom prst="rect">
            <a:avLst/>
          </a:prstGeom>
        </p:spPr>
      </p:pic>
      <p:sp>
        <p:nvSpPr>
          <p:cNvPr id="13" name="Tagline">
            <a:extLst>
              <a:ext uri="{FF2B5EF4-FFF2-40B4-BE49-F238E27FC236}">
                <a16:creationId xmlns:a16="http://schemas.microsoft.com/office/drawing/2014/main" id="{D77C5730-44FA-4C7B-AB3B-CA9B85B30DD8}"/>
              </a:ext>
            </a:extLst>
          </p:cNvPr>
          <p:cNvSpPr txBox="1"/>
          <p:nvPr userDrawn="1"/>
        </p:nvSpPr>
        <p:spPr>
          <a:xfrm>
            <a:off x="4001476" y="560861"/>
            <a:ext cx="7577745" cy="26161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1700" kern="1200" cap="all" baseline="0" dirty="0">
                <a:solidFill>
                  <a:schemeClr val="accent1"/>
                </a:solidFill>
                <a:latin typeface="+mj-lt"/>
                <a:ea typeface="+mn-ea"/>
                <a:cs typeface="+mn-cs"/>
              </a:rPr>
              <a:t>Delivering the future of wireless.</a:t>
            </a:r>
          </a:p>
        </p:txBody>
      </p:sp>
      <p:pic>
        <p:nvPicPr>
          <p:cNvPr id="9" name="Bars" descr="A close up of a logo&#10;&#10;Description automatically generated">
            <a:extLst>
              <a:ext uri="{FF2B5EF4-FFF2-40B4-BE49-F238E27FC236}">
                <a16:creationId xmlns:a16="http://schemas.microsoft.com/office/drawing/2014/main" id="{534C93B1-86E5-4B0F-BF6E-58DE89025E61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" y="893"/>
            <a:ext cx="12192000" cy="68562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4970285"/>
      </p:ext>
    </p:extLst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*DARK Title Slide - photo">
    <p:bg>
      <p:bgPr>
        <a:solidFill>
          <a:srgbClr val="DDDDDD">
            <a:alpha val="8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9E84651D-DA33-4086-A980-A1D03AE26D0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>
            <a:off x="119170" y="-2941"/>
            <a:ext cx="12191999" cy="6856213"/>
          </a:xfrm>
          <a:prstGeom prst="rect">
            <a:avLst/>
          </a:prstGeom>
        </p:spPr>
      </p:pic>
      <p:sp>
        <p:nvSpPr>
          <p:cNvPr id="117" name="Title 1">
            <a:extLst>
              <a:ext uri="{FF2B5EF4-FFF2-40B4-BE49-F238E27FC236}">
                <a16:creationId xmlns:a16="http://schemas.microsoft.com/office/drawing/2014/main" id="{4ABECCA9-1C1F-4AD5-8289-CCDB7826621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5181" y="2840055"/>
            <a:ext cx="4169663" cy="932236"/>
          </a:xfrm>
        </p:spPr>
        <p:txBody>
          <a:bodyPr/>
          <a:lstStyle>
            <a:lvl1pPr algn="l">
              <a:defRPr sz="40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8" name="Subtitle 2">
            <a:extLst>
              <a:ext uri="{FF2B5EF4-FFF2-40B4-BE49-F238E27FC236}">
                <a16:creationId xmlns:a16="http://schemas.microsoft.com/office/drawing/2014/main" id="{98FBF283-FCFB-48CB-8F31-F904B30E37F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6108" y="3867221"/>
            <a:ext cx="4169100" cy="476003"/>
          </a:xfrm>
        </p:spPr>
        <p:txBody>
          <a:bodyPr/>
          <a:lstStyle>
            <a:lvl1pPr marL="0" indent="0" algn="l">
              <a:buNone/>
              <a:defRPr sz="2800"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354AA50-2A18-4A44-9739-9A302CFE9A11}"/>
              </a:ext>
            </a:extLst>
          </p:cNvPr>
          <p:cNvSpPr txBox="1"/>
          <p:nvPr userDrawn="1"/>
        </p:nvSpPr>
        <p:spPr>
          <a:xfrm>
            <a:off x="613046" y="6506172"/>
            <a:ext cx="1354823" cy="153888"/>
          </a:xfrm>
          <a:prstGeom prst="rect">
            <a:avLst/>
          </a:prstGeom>
          <a:noFill/>
        </p:spPr>
        <p:txBody>
          <a:bodyPr vert="horz" wrap="square" lIns="0" tIns="0" rIns="0" bIns="0" rtlCol="0" anchor="b" anchorCtr="0">
            <a:spAutoFit/>
          </a:bodyPr>
          <a:lstStyle/>
          <a:p>
            <a:pPr algn="l"/>
            <a:r>
              <a:rPr lang="en-US" sz="1000" dirty="0">
                <a:solidFill>
                  <a:schemeClr val="bg1"/>
                </a:solidFill>
              </a:rPr>
              <a:t>Confidential</a:t>
            </a:r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8F3E733A-B3E6-4C22-B567-BBF90B4E61C8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44660" y="613478"/>
            <a:ext cx="1095804" cy="337174"/>
          </a:xfrm>
          <a:prstGeom prst="rect">
            <a:avLst/>
          </a:prstGeom>
        </p:spPr>
      </p:pic>
      <p:sp>
        <p:nvSpPr>
          <p:cNvPr id="10" name="Picture Placeholder 6">
            <a:extLst>
              <a:ext uri="{FF2B5EF4-FFF2-40B4-BE49-F238E27FC236}">
                <a16:creationId xmlns:a16="http://schemas.microsoft.com/office/drawing/2014/main" id="{6202E458-4A9A-4A1D-8C4A-E42CFDB258A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437416" y="622165"/>
            <a:ext cx="6372409" cy="5612330"/>
          </a:xfrm>
          <a:solidFill>
            <a:schemeClr val="accent2"/>
          </a:solidFill>
          <a:ln w="38100">
            <a:solidFill>
              <a:schemeClr val="accent1"/>
            </a:solidFill>
          </a:ln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D339B1E4-8E2E-4E4F-8F04-83AEE7C4A070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1546820" y="103804"/>
            <a:ext cx="526010" cy="643964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7F2D7A6C-EFA8-45C6-B7A1-702D42DD05A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 t="1" b="24568"/>
          <a:stretch/>
        </p:blipFill>
        <p:spPr>
          <a:xfrm>
            <a:off x="10931515" y="6475970"/>
            <a:ext cx="1003356" cy="190752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EC632D2E-4134-4DE1-8E27-FA05F58518EF}"/>
              </a:ext>
            </a:extLst>
          </p:cNvPr>
          <p:cNvSpPr/>
          <p:nvPr userDrawn="1"/>
        </p:nvSpPr>
        <p:spPr>
          <a:xfrm>
            <a:off x="10674387" y="6635712"/>
            <a:ext cx="1517613" cy="21756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accent1"/>
                </a:solidFill>
                <a:latin typeface="TeleNeo Office Medium" panose="020B0604040202090203" pitchFamily="34" charset="0"/>
              </a:rPr>
              <a:t>Device &amp; Technology</a:t>
            </a:r>
          </a:p>
        </p:txBody>
      </p:sp>
    </p:spTree>
    <p:extLst>
      <p:ext uri="{BB962C8B-B14F-4D97-AF65-F5344CB8AC3E}">
        <p14:creationId xmlns:p14="http://schemas.microsoft.com/office/powerpoint/2010/main" val="3911551239"/>
      </p:ext>
    </p:extLst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*DARK SECTION BREA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FBD7C53-8BFB-4B09-AB1D-D3E5070059A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893"/>
            <a:ext cx="12191999" cy="6856214"/>
          </a:xfrm>
          <a:prstGeom prst="rect">
            <a:avLst/>
          </a:prstGeom>
        </p:spPr>
      </p:pic>
      <p:sp>
        <p:nvSpPr>
          <p:cNvPr id="117" name="Title 1">
            <a:extLst>
              <a:ext uri="{FF2B5EF4-FFF2-40B4-BE49-F238E27FC236}">
                <a16:creationId xmlns:a16="http://schemas.microsoft.com/office/drawing/2014/main" id="{4ABECCA9-1C1F-4AD5-8289-CCDB7826621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90603" y="1878096"/>
            <a:ext cx="5739657" cy="932236"/>
          </a:xfrm>
        </p:spPr>
        <p:txBody>
          <a:bodyPr/>
          <a:lstStyle>
            <a:lvl1pPr algn="l">
              <a:defRPr sz="40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8" name="Subtitle 2">
            <a:extLst>
              <a:ext uri="{FF2B5EF4-FFF2-40B4-BE49-F238E27FC236}">
                <a16:creationId xmlns:a16="http://schemas.microsoft.com/office/drawing/2014/main" id="{98FBF283-FCFB-48CB-8F31-F904B30E37F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91029" y="2933598"/>
            <a:ext cx="5744769" cy="476003"/>
          </a:xfrm>
        </p:spPr>
        <p:txBody>
          <a:bodyPr/>
          <a:lstStyle>
            <a:lvl1pPr marL="0" indent="0" algn="l">
              <a:buNone/>
              <a:defRPr sz="2800"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932EA2B-9E96-4F2D-8960-D7787A50419E}"/>
              </a:ext>
            </a:extLst>
          </p:cNvPr>
          <p:cNvSpPr txBox="1"/>
          <p:nvPr userDrawn="1"/>
        </p:nvSpPr>
        <p:spPr>
          <a:xfrm>
            <a:off x="613046" y="6506172"/>
            <a:ext cx="1354823" cy="153888"/>
          </a:xfrm>
          <a:prstGeom prst="rect">
            <a:avLst/>
          </a:prstGeom>
          <a:noFill/>
        </p:spPr>
        <p:txBody>
          <a:bodyPr vert="horz" wrap="square" lIns="0" tIns="0" rIns="0" bIns="0" rtlCol="0" anchor="b" anchorCtr="0">
            <a:spAutoFit/>
          </a:bodyPr>
          <a:lstStyle/>
          <a:p>
            <a:pPr algn="l"/>
            <a:r>
              <a:rPr lang="en-US" sz="1000" dirty="0">
                <a:solidFill>
                  <a:schemeClr val="tx1"/>
                </a:solidFill>
              </a:rPr>
              <a:t>T-Mobile Confidential</a:t>
            </a:r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E84116C8-90CD-48BA-91B8-6A56204CEA4B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49385" y="613478"/>
            <a:ext cx="1095804" cy="33717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1A75EF1-057B-4A79-A8DC-2909D1269747}"/>
              </a:ext>
            </a:extLst>
          </p:cNvPr>
          <p:cNvSpPr txBox="1"/>
          <p:nvPr userDrawn="1"/>
        </p:nvSpPr>
        <p:spPr>
          <a:xfrm>
            <a:off x="4001476" y="560861"/>
            <a:ext cx="7577745" cy="26161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1700" kern="1200" cap="all" baseline="0" dirty="0">
                <a:solidFill>
                  <a:schemeClr val="accent1"/>
                </a:solidFill>
                <a:latin typeface="+mj-lt"/>
                <a:ea typeface="+mn-ea"/>
                <a:cs typeface="+mn-cs"/>
              </a:rPr>
              <a:t>Delivering the future of wireless.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B7F44ED-23AE-4671-A413-0DA2E62654E2}"/>
              </a:ext>
            </a:extLst>
          </p:cNvPr>
          <p:cNvSpPr txBox="1"/>
          <p:nvPr userDrawn="1"/>
        </p:nvSpPr>
        <p:spPr>
          <a:xfrm>
            <a:off x="165082" y="6574521"/>
            <a:ext cx="1354823" cy="153888"/>
          </a:xfrm>
          <a:prstGeom prst="rect">
            <a:avLst/>
          </a:prstGeom>
          <a:noFill/>
        </p:spPr>
        <p:txBody>
          <a:bodyPr vert="horz" wrap="square" lIns="0" tIns="0" rIns="0" bIns="0" rtlCol="0" anchor="b" anchorCtr="0">
            <a:spAutoFit/>
          </a:bodyPr>
          <a:lstStyle/>
          <a:p>
            <a:pPr algn="l"/>
            <a:r>
              <a:rPr lang="en-US" sz="1000" dirty="0">
                <a:solidFill>
                  <a:schemeClr val="bg1"/>
                </a:solidFill>
              </a:rPr>
              <a:t>Confidential</a:t>
            </a: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2943B82D-DD50-4679-BFD6-8130CAF9692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 t="1" b="24568"/>
          <a:stretch/>
        </p:blipFill>
        <p:spPr>
          <a:xfrm>
            <a:off x="10931515" y="6475970"/>
            <a:ext cx="1003356" cy="190752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A3358EA8-1E26-401D-BC4C-7C2ADF298FBB}"/>
              </a:ext>
            </a:extLst>
          </p:cNvPr>
          <p:cNvSpPr/>
          <p:nvPr userDrawn="1"/>
        </p:nvSpPr>
        <p:spPr>
          <a:xfrm>
            <a:off x="10674387" y="6635712"/>
            <a:ext cx="1517613" cy="21756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accent1"/>
                </a:solidFill>
                <a:latin typeface="TeleNeo Office Medium" panose="020B0604040202090203" pitchFamily="34" charset="0"/>
              </a:rPr>
              <a:t>Device &amp; Technology</a:t>
            </a:r>
          </a:p>
        </p:txBody>
      </p:sp>
    </p:spTree>
    <p:extLst>
      <p:ext uri="{BB962C8B-B14F-4D97-AF65-F5344CB8AC3E}">
        <p14:creationId xmlns:p14="http://schemas.microsoft.com/office/powerpoint/2010/main" val="4252193035"/>
      </p:ext>
    </p:extLst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*DARK SECTION BREA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29D685E7-61DE-48F2-9F85-1713117BF3A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1786"/>
            <a:ext cx="12188824" cy="6856214"/>
          </a:xfrm>
          <a:prstGeom prst="rect">
            <a:avLst/>
          </a:prstGeom>
        </p:spPr>
      </p:pic>
      <p:sp>
        <p:nvSpPr>
          <p:cNvPr id="117" name="Title 1">
            <a:extLst>
              <a:ext uri="{FF2B5EF4-FFF2-40B4-BE49-F238E27FC236}">
                <a16:creationId xmlns:a16="http://schemas.microsoft.com/office/drawing/2014/main" id="{4ABECCA9-1C1F-4AD5-8289-CCDB7826621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90603" y="1878096"/>
            <a:ext cx="5739657" cy="932236"/>
          </a:xfrm>
        </p:spPr>
        <p:txBody>
          <a:bodyPr/>
          <a:lstStyle>
            <a:lvl1pPr algn="l">
              <a:defRPr sz="4000" b="1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8" name="Subtitle 2">
            <a:extLst>
              <a:ext uri="{FF2B5EF4-FFF2-40B4-BE49-F238E27FC236}">
                <a16:creationId xmlns:a16="http://schemas.microsoft.com/office/drawing/2014/main" id="{98FBF283-FCFB-48CB-8F31-F904B30E37F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91029" y="2933598"/>
            <a:ext cx="5744769" cy="476003"/>
          </a:xfrm>
        </p:spPr>
        <p:txBody>
          <a:bodyPr/>
          <a:lstStyle>
            <a:lvl1pPr marL="0" indent="0" algn="l">
              <a:buNone/>
              <a:defRPr sz="2800">
                <a:solidFill>
                  <a:schemeClr val="accent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932EA2B-9E96-4F2D-8960-D7787A50419E}"/>
              </a:ext>
            </a:extLst>
          </p:cNvPr>
          <p:cNvSpPr txBox="1"/>
          <p:nvPr userDrawn="1"/>
        </p:nvSpPr>
        <p:spPr>
          <a:xfrm>
            <a:off x="613046" y="6506172"/>
            <a:ext cx="1354823" cy="153888"/>
          </a:xfrm>
          <a:prstGeom prst="rect">
            <a:avLst/>
          </a:prstGeom>
          <a:noFill/>
        </p:spPr>
        <p:txBody>
          <a:bodyPr vert="horz" wrap="square" lIns="0" tIns="0" rIns="0" bIns="0" rtlCol="0" anchor="b" anchorCtr="0">
            <a:spAutoFit/>
          </a:bodyPr>
          <a:lstStyle/>
          <a:p>
            <a:pPr algn="l"/>
            <a:r>
              <a:rPr lang="en-US" sz="1000" dirty="0">
                <a:solidFill>
                  <a:schemeClr val="tx1"/>
                </a:solidFill>
              </a:rPr>
              <a:t>T-Mobile Confidential</a:t>
            </a:r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E84116C8-90CD-48BA-91B8-6A56204CEA4B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49385" y="613478"/>
            <a:ext cx="1095804" cy="33717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1A75EF1-057B-4A79-A8DC-2909D1269747}"/>
              </a:ext>
            </a:extLst>
          </p:cNvPr>
          <p:cNvSpPr txBox="1"/>
          <p:nvPr userDrawn="1"/>
        </p:nvSpPr>
        <p:spPr>
          <a:xfrm>
            <a:off x="4001476" y="560861"/>
            <a:ext cx="7577745" cy="26161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1700" kern="1200" cap="all" baseline="0" dirty="0">
                <a:solidFill>
                  <a:schemeClr val="accent1"/>
                </a:solidFill>
                <a:latin typeface="+mj-lt"/>
                <a:ea typeface="+mn-ea"/>
                <a:cs typeface="+mn-cs"/>
              </a:rPr>
              <a:t>Delivering the future of wireless.</a:t>
            </a: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E0E4A46A-FB66-445A-BA2A-293A7F6FCC8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 t="1" b="24568"/>
          <a:stretch/>
        </p:blipFill>
        <p:spPr>
          <a:xfrm>
            <a:off x="10931515" y="6509944"/>
            <a:ext cx="1003356" cy="190752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2C020070-E963-4E29-AD3C-443F2C02CC0C}"/>
              </a:ext>
            </a:extLst>
          </p:cNvPr>
          <p:cNvSpPr/>
          <p:nvPr userDrawn="1"/>
        </p:nvSpPr>
        <p:spPr>
          <a:xfrm>
            <a:off x="10674387" y="6669686"/>
            <a:ext cx="1517613" cy="21756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accent1"/>
                </a:solidFill>
                <a:latin typeface="TeleNeo Office Medium" panose="020B0604040202090203" pitchFamily="34" charset="0"/>
              </a:rPr>
              <a:t>Device &amp; Technology</a:t>
            </a:r>
          </a:p>
        </p:txBody>
      </p:sp>
    </p:spTree>
    <p:extLst>
      <p:ext uri="{BB962C8B-B14F-4D97-AF65-F5344CB8AC3E}">
        <p14:creationId xmlns:p14="http://schemas.microsoft.com/office/powerpoint/2010/main" val="2910220732"/>
      </p:ext>
    </p:extLst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*DARK SECTION BREAK - photo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F1CB3E3F-D23B-403D-8834-3175CB904DD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893"/>
            <a:ext cx="12191999" cy="6856214"/>
          </a:xfrm>
          <a:prstGeom prst="rect">
            <a:avLst/>
          </a:prstGeom>
        </p:spPr>
      </p:pic>
      <p:sp>
        <p:nvSpPr>
          <p:cNvPr id="117" name="Title 1">
            <a:extLst>
              <a:ext uri="{FF2B5EF4-FFF2-40B4-BE49-F238E27FC236}">
                <a16:creationId xmlns:a16="http://schemas.microsoft.com/office/drawing/2014/main" id="{4ABECCA9-1C1F-4AD5-8289-CCDB7826621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90603" y="1878097"/>
            <a:ext cx="5868304" cy="932236"/>
          </a:xfrm>
        </p:spPr>
        <p:txBody>
          <a:bodyPr/>
          <a:lstStyle>
            <a:lvl1pPr algn="l">
              <a:defRPr sz="40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8" name="Subtitle 2">
            <a:extLst>
              <a:ext uri="{FF2B5EF4-FFF2-40B4-BE49-F238E27FC236}">
                <a16:creationId xmlns:a16="http://schemas.microsoft.com/office/drawing/2014/main" id="{98FBF283-FCFB-48CB-8F31-F904B30E37F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91030" y="2933599"/>
            <a:ext cx="5867877" cy="476003"/>
          </a:xfrm>
        </p:spPr>
        <p:txBody>
          <a:bodyPr/>
          <a:lstStyle>
            <a:lvl1pPr marL="0" indent="0" algn="l">
              <a:buNone/>
              <a:defRPr sz="2800"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932EA2B-9E96-4F2D-8960-D7787A50419E}"/>
              </a:ext>
            </a:extLst>
          </p:cNvPr>
          <p:cNvSpPr txBox="1"/>
          <p:nvPr userDrawn="1"/>
        </p:nvSpPr>
        <p:spPr>
          <a:xfrm>
            <a:off x="613046" y="6506172"/>
            <a:ext cx="1354823" cy="153888"/>
          </a:xfrm>
          <a:prstGeom prst="rect">
            <a:avLst/>
          </a:prstGeom>
          <a:noFill/>
        </p:spPr>
        <p:txBody>
          <a:bodyPr vert="horz" wrap="square" lIns="0" tIns="0" rIns="0" bIns="0" rtlCol="0" anchor="b" anchorCtr="0">
            <a:spAutoFit/>
          </a:bodyPr>
          <a:lstStyle/>
          <a:p>
            <a:pPr algn="l"/>
            <a:r>
              <a:rPr lang="en-US" sz="1000" dirty="0">
                <a:solidFill>
                  <a:schemeClr val="tx1"/>
                </a:solidFill>
              </a:rPr>
              <a:t>T-Mobile Confidential</a:t>
            </a:r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E84116C8-90CD-48BA-91B8-6A56204CEA4B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49385" y="613478"/>
            <a:ext cx="1095804" cy="337174"/>
          </a:xfrm>
          <a:prstGeom prst="rect">
            <a:avLst/>
          </a:prstGeom>
        </p:spPr>
      </p:pic>
      <p:sp>
        <p:nvSpPr>
          <p:cNvPr id="10" name="Picture Placeholder 6">
            <a:extLst>
              <a:ext uri="{FF2B5EF4-FFF2-40B4-BE49-F238E27FC236}">
                <a16:creationId xmlns:a16="http://schemas.microsoft.com/office/drawing/2014/main" id="{734CD9C4-9828-48D9-A0E1-CE9B58B3A40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9708177" y="1867358"/>
            <a:ext cx="1892793" cy="1885950"/>
          </a:xfrm>
          <a:solidFill>
            <a:schemeClr val="accent2"/>
          </a:solidFill>
          <a:ln w="38100">
            <a:solidFill>
              <a:schemeClr val="accent1"/>
            </a:solidFill>
          </a:ln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  <p:sp>
        <p:nvSpPr>
          <p:cNvPr id="11" name="Picture Placeholder 6">
            <a:extLst>
              <a:ext uri="{FF2B5EF4-FFF2-40B4-BE49-F238E27FC236}">
                <a16:creationId xmlns:a16="http://schemas.microsoft.com/office/drawing/2014/main" id="{9E071A9F-2ADC-4254-B0A1-DB78A9BDFFF7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8027015" y="2467782"/>
            <a:ext cx="1290191" cy="1285527"/>
          </a:xfrm>
          <a:solidFill>
            <a:schemeClr val="accent2"/>
          </a:solidFill>
          <a:ln w="38100">
            <a:solidFill>
              <a:schemeClr val="accent1"/>
            </a:solidFill>
          </a:ln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  <p:sp>
        <p:nvSpPr>
          <p:cNvPr id="12" name="Picture Placeholder 6">
            <a:extLst>
              <a:ext uri="{FF2B5EF4-FFF2-40B4-BE49-F238E27FC236}">
                <a16:creationId xmlns:a16="http://schemas.microsoft.com/office/drawing/2014/main" id="{B3241678-8649-4ED7-AF32-6F8848EDA229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0233866" y="4150516"/>
            <a:ext cx="1367105" cy="1285527"/>
          </a:xfrm>
          <a:solidFill>
            <a:schemeClr val="accent2"/>
          </a:solidFill>
          <a:ln w="38100">
            <a:solidFill>
              <a:schemeClr val="accent1"/>
            </a:solidFill>
          </a:ln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B66DABB-E910-4EEE-83D0-363FF9BB314B}"/>
              </a:ext>
            </a:extLst>
          </p:cNvPr>
          <p:cNvSpPr txBox="1"/>
          <p:nvPr userDrawn="1"/>
        </p:nvSpPr>
        <p:spPr>
          <a:xfrm>
            <a:off x="4001476" y="560861"/>
            <a:ext cx="7577745" cy="26161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1700" kern="1200" cap="all" baseline="0" dirty="0">
                <a:solidFill>
                  <a:schemeClr val="accent1"/>
                </a:solidFill>
                <a:latin typeface="+mj-lt"/>
                <a:ea typeface="+mn-ea"/>
                <a:cs typeface="+mn-cs"/>
              </a:rPr>
              <a:t>Delivering the future of wireless.</a:t>
            </a:r>
          </a:p>
        </p:txBody>
      </p:sp>
      <p:pic>
        <p:nvPicPr>
          <p:cNvPr id="17" name="Graphic 16">
            <a:extLst>
              <a:ext uri="{FF2B5EF4-FFF2-40B4-BE49-F238E27FC236}">
                <a16:creationId xmlns:a16="http://schemas.microsoft.com/office/drawing/2014/main" id="{98826E80-4463-40A8-8D09-D5DA979DF30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 t="1" b="24568"/>
          <a:stretch/>
        </p:blipFill>
        <p:spPr>
          <a:xfrm>
            <a:off x="10931515" y="6475970"/>
            <a:ext cx="1003356" cy="190752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5D1E5CED-F0AE-4846-8C55-B0975910A60F}"/>
              </a:ext>
            </a:extLst>
          </p:cNvPr>
          <p:cNvSpPr/>
          <p:nvPr userDrawn="1"/>
        </p:nvSpPr>
        <p:spPr>
          <a:xfrm>
            <a:off x="10674387" y="6635712"/>
            <a:ext cx="1517613" cy="21756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accent1"/>
                </a:solidFill>
                <a:latin typeface="TeleNeo Office Medium" panose="020B0604040202090203" pitchFamily="34" charset="0"/>
              </a:rPr>
              <a:t>Device &amp; Technology</a:t>
            </a:r>
          </a:p>
        </p:txBody>
      </p:sp>
    </p:spTree>
    <p:extLst>
      <p:ext uri="{BB962C8B-B14F-4D97-AF65-F5344CB8AC3E}">
        <p14:creationId xmlns:p14="http://schemas.microsoft.com/office/powerpoint/2010/main" val="4108136459"/>
      </p:ext>
    </p:extLst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00 - Cover - No Imag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 descr="A picture containing drawing&#10;&#10;Description automatically generated">
            <a:extLst>
              <a:ext uri="{FF2B5EF4-FFF2-40B4-BE49-F238E27FC236}">
                <a16:creationId xmlns:a16="http://schemas.microsoft.com/office/drawing/2014/main" id="{E03EE133-AF4F-8940-B338-38F557309C2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itle 1"/>
          <p:cNvSpPr>
            <a:spLocks noGrp="1"/>
          </p:cNvSpPr>
          <p:nvPr>
            <p:ph type="ctrTitle" hasCustomPrompt="1"/>
          </p:nvPr>
        </p:nvSpPr>
        <p:spPr>
          <a:xfrm>
            <a:off x="4914481" y="2530074"/>
            <a:ext cx="9067111" cy="1138773"/>
          </a:xfrm>
          <a:prstGeom prst="rect">
            <a:avLst/>
          </a:prstGeom>
        </p:spPr>
        <p:txBody>
          <a:bodyPr wrap="square">
            <a:spAutoFit/>
          </a:bodyPr>
          <a:lstStyle>
            <a:lvl1pPr algn="l">
              <a:lnSpc>
                <a:spcPct val="75000"/>
              </a:lnSpc>
              <a:defRPr sz="8800" b="0" i="0">
                <a:solidFill>
                  <a:schemeClr val="bg1"/>
                </a:solidFill>
                <a:latin typeface="Tele-GroteskUlt" pitchFamily="2" charset="0"/>
                <a:cs typeface="Tele-GroteskUlt" pitchFamily="2" charset="0"/>
              </a:defRPr>
            </a:lvl1pPr>
          </a:lstStyle>
          <a:p>
            <a:r>
              <a:rPr lang="en-US"/>
              <a:t>COVER SLIDE</a:t>
            </a:r>
          </a:p>
        </p:txBody>
      </p:sp>
      <p:sp>
        <p:nvSpPr>
          <p:cNvPr id="8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5060637" y="3758540"/>
            <a:ext cx="4999312" cy="73152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0"/>
              </a:spcBef>
              <a:buNone/>
              <a:defRPr sz="3200" b="0" i="0">
                <a:solidFill>
                  <a:schemeClr val="bg1"/>
                </a:solidFill>
                <a:latin typeface="+mn-lt"/>
                <a:cs typeface="Tele-GroteskFet" pitchFamily="2" charset="0"/>
              </a:defRPr>
            </a:lvl1pPr>
            <a:lvl2pPr marL="45785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571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35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3143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929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715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501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6287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SPEAKER NAME &amp; DATE</a:t>
            </a:r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4B0450DF-41FA-3A4B-A2C1-33B827825C0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253828" y="5623229"/>
            <a:ext cx="3860800" cy="202143"/>
          </a:xfrm>
          <a:prstGeom prst="rect">
            <a:avLst/>
          </a:prstGeom>
        </p:spPr>
        <p:txBody>
          <a:bodyPr vert="horz" lIns="68681" tIns="34340" rIns="68681" bIns="34340" rtlCol="0" anchor="ctr"/>
          <a:lstStyle>
            <a:lvl1pPr algn="ctr">
              <a:defRPr sz="1200" b="0" i="0">
                <a:solidFill>
                  <a:schemeClr val="bg1"/>
                </a:solidFill>
                <a:latin typeface="Tele-GroteskHal" pitchFamily="2" charset="0"/>
                <a:cs typeface="Tele-GroteskHal" pitchFamily="2" charset="0"/>
              </a:defRPr>
            </a:lvl1pPr>
          </a:lstStyle>
          <a:p>
            <a:r>
              <a:rPr lang="en-US" dirty="0"/>
              <a:t>T-Mobile Confidential</a:t>
            </a:r>
          </a:p>
        </p:txBody>
      </p:sp>
    </p:spTree>
    <p:extLst>
      <p:ext uri="{BB962C8B-B14F-4D97-AF65-F5344CB8AC3E}">
        <p14:creationId xmlns:p14="http://schemas.microsoft.com/office/powerpoint/2010/main" val="95577300"/>
      </p:ext>
    </p:extLst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11 - Cover - Black Tex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Freeform 26">
            <a:extLst>
              <a:ext uri="{FF2B5EF4-FFF2-40B4-BE49-F238E27FC236}">
                <a16:creationId xmlns:a16="http://schemas.microsoft.com/office/drawing/2014/main" id="{CBB1CE6C-303B-C343-89E8-0A5F93071682}"/>
              </a:ext>
            </a:extLst>
          </p:cNvPr>
          <p:cNvSpPr/>
          <p:nvPr userDrawn="1"/>
        </p:nvSpPr>
        <p:spPr>
          <a:xfrm rot="5164833">
            <a:off x="-3597098" y="616538"/>
            <a:ext cx="10571495" cy="4917759"/>
          </a:xfrm>
          <a:custGeom>
            <a:avLst/>
            <a:gdLst>
              <a:gd name="connsiteX0" fmla="*/ 0 w 6416288"/>
              <a:gd name="connsiteY0" fmla="*/ 3254368 h 3254369"/>
              <a:gd name="connsiteX1" fmla="*/ 3283986 w 6416288"/>
              <a:gd name="connsiteY1" fmla="*/ 0 h 3254369"/>
              <a:gd name="connsiteX2" fmla="*/ 6416288 w 6416288"/>
              <a:gd name="connsiteY2" fmla="*/ 3254369 h 3254369"/>
              <a:gd name="connsiteX3" fmla="*/ 4405916 w 6416288"/>
              <a:gd name="connsiteY3" fmla="*/ 3254369 h 3254369"/>
              <a:gd name="connsiteX4" fmla="*/ 3283984 w 6416288"/>
              <a:gd name="connsiteY4" fmla="*/ 2088714 h 3254369"/>
              <a:gd name="connsiteX5" fmla="*/ 2107721 w 6416288"/>
              <a:gd name="connsiteY5" fmla="*/ 3254368 h 3254369"/>
              <a:gd name="connsiteX6" fmla="*/ 0 w 6416288"/>
              <a:gd name="connsiteY6" fmla="*/ 3254368 h 32543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416288" h="3254369">
                <a:moveTo>
                  <a:pt x="0" y="3254368"/>
                </a:moveTo>
                <a:lnTo>
                  <a:pt x="3283986" y="0"/>
                </a:lnTo>
                <a:lnTo>
                  <a:pt x="6416288" y="3254369"/>
                </a:lnTo>
                <a:lnTo>
                  <a:pt x="4405916" y="3254369"/>
                </a:lnTo>
                <a:lnTo>
                  <a:pt x="3283984" y="2088714"/>
                </a:lnTo>
                <a:lnTo>
                  <a:pt x="2107721" y="3254368"/>
                </a:lnTo>
                <a:lnTo>
                  <a:pt x="0" y="3254368"/>
                </a:lnTo>
                <a:close/>
              </a:path>
            </a:pathLst>
          </a:custGeom>
          <a:solidFill>
            <a:srgbClr val="E200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00876EC2-0A8D-4904-B4FF-20F6E96F936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503081" y="3381766"/>
            <a:ext cx="9067111" cy="1231107"/>
          </a:xfrm>
          <a:prstGeom prst="rect">
            <a:avLst/>
          </a:prstGeom>
        </p:spPr>
        <p:txBody>
          <a:bodyPr wrap="square">
            <a:spAutoFit/>
          </a:bodyPr>
          <a:lstStyle>
            <a:lvl1pPr algn="l">
              <a:lnSpc>
                <a:spcPct val="75000"/>
              </a:lnSpc>
              <a:defRPr sz="9600" b="0" i="0">
                <a:solidFill>
                  <a:srgbClr val="E20074"/>
                </a:solidFill>
                <a:latin typeface="Tele-GroteskUlt" pitchFamily="2" charset="0"/>
                <a:cs typeface="Tele-GroteskUlt" pitchFamily="2" charset="0"/>
              </a:defRPr>
            </a:lvl1pPr>
          </a:lstStyle>
          <a:p>
            <a:r>
              <a:rPr lang="en-US"/>
              <a:t>COVER SLIDE</a:t>
            </a:r>
          </a:p>
        </p:txBody>
      </p:sp>
      <p:sp>
        <p:nvSpPr>
          <p:cNvPr id="11" name="Subtitle 2">
            <a:extLst>
              <a:ext uri="{FF2B5EF4-FFF2-40B4-BE49-F238E27FC236}">
                <a16:creationId xmlns:a16="http://schemas.microsoft.com/office/drawing/2014/main" id="{A143D62D-D967-49B7-8847-02FB34CFB388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635975" y="4734004"/>
            <a:ext cx="4999312" cy="73152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0"/>
              </a:spcBef>
              <a:buNone/>
              <a:defRPr sz="3733" b="0" i="0">
                <a:solidFill>
                  <a:schemeClr val="tx2"/>
                </a:solidFill>
                <a:latin typeface="+mn-lt"/>
                <a:cs typeface="Tele-GroteskFet" pitchFamily="2" charset="0"/>
              </a:defRPr>
            </a:lvl1pPr>
            <a:lvl2pPr marL="45785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571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35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3143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929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715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501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6287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SPEAKER NAME &amp; DATE</a:t>
            </a:r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7DBD896D-2878-7D44-B8A2-7CF098EC4A2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001469" y="6523839"/>
            <a:ext cx="3860800" cy="202143"/>
          </a:xfrm>
          <a:prstGeom prst="rect">
            <a:avLst/>
          </a:prstGeom>
        </p:spPr>
        <p:txBody>
          <a:bodyPr vert="horz" lIns="68681" tIns="34340" rIns="68681" bIns="34340" rtlCol="0" anchor="ctr"/>
          <a:lstStyle>
            <a:lvl1pPr algn="r">
              <a:defRPr sz="1200" b="0" i="0">
                <a:solidFill>
                  <a:schemeClr val="accent1"/>
                </a:solidFill>
                <a:latin typeface="Tele-GroteskHal" pitchFamily="2" charset="0"/>
                <a:cs typeface="Tele-GroteskHal" pitchFamily="2" charset="0"/>
              </a:defRPr>
            </a:lvl1pPr>
          </a:lstStyle>
          <a:p>
            <a:r>
              <a:rPr lang="en-US" dirty="0"/>
              <a:t>T-Mobile Confidential</a:t>
            </a:r>
          </a:p>
        </p:txBody>
      </p:sp>
      <p:sp>
        <p:nvSpPr>
          <p:cNvPr id="31" name="Picture Placeholder 30">
            <a:extLst>
              <a:ext uri="{FF2B5EF4-FFF2-40B4-BE49-F238E27FC236}">
                <a16:creationId xmlns:a16="http://schemas.microsoft.com/office/drawing/2014/main" id="{59D03E56-2DB5-164F-9338-6F65CA502AA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-1256570" y="-687093"/>
            <a:ext cx="5207907" cy="8474447"/>
          </a:xfrm>
          <a:custGeom>
            <a:avLst/>
            <a:gdLst>
              <a:gd name="connsiteX0" fmla="*/ 0 w 3160899"/>
              <a:gd name="connsiteY0" fmla="*/ 0 h 5143500"/>
              <a:gd name="connsiteX1" fmla="*/ 806960 w 3160899"/>
              <a:gd name="connsiteY1" fmla="*/ 0 h 5143500"/>
              <a:gd name="connsiteX2" fmla="*/ 3160899 w 3160899"/>
              <a:gd name="connsiteY2" fmla="*/ 2254262 h 5143500"/>
              <a:gd name="connsiteX3" fmla="*/ 732515 w 3160899"/>
              <a:gd name="connsiteY3" fmla="*/ 5143500 h 5143500"/>
              <a:gd name="connsiteX4" fmla="*/ 339110 w 3160899"/>
              <a:gd name="connsiteY4" fmla="*/ 5143500 h 5143500"/>
              <a:gd name="connsiteX5" fmla="*/ 235468 w 3160899"/>
              <a:gd name="connsiteY5" fmla="*/ 3571502 h 5143500"/>
              <a:gd name="connsiteX6" fmla="*/ 1235932 w 3160899"/>
              <a:gd name="connsiteY6" fmla="*/ 2381173 h 5143500"/>
              <a:gd name="connsiteX7" fmla="*/ 84278 w 3160899"/>
              <a:gd name="connsiteY7" fmla="*/ 1278285 h 5143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160899" h="5143500">
                <a:moveTo>
                  <a:pt x="0" y="0"/>
                </a:moveTo>
                <a:lnTo>
                  <a:pt x="806960" y="0"/>
                </a:lnTo>
                <a:lnTo>
                  <a:pt x="3160899" y="2254262"/>
                </a:lnTo>
                <a:lnTo>
                  <a:pt x="732515" y="5143500"/>
                </a:lnTo>
                <a:lnTo>
                  <a:pt x="339110" y="5143500"/>
                </a:lnTo>
                <a:lnTo>
                  <a:pt x="235468" y="3571502"/>
                </a:lnTo>
                <a:lnTo>
                  <a:pt x="1235932" y="2381173"/>
                </a:lnTo>
                <a:lnTo>
                  <a:pt x="84278" y="1278285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8C86DFA-CE32-0A49-AAD3-9B85D627AE3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860170" y="6400986"/>
            <a:ext cx="4471660" cy="457015"/>
          </a:xfrm>
          <a:prstGeom prst="rect">
            <a:avLst/>
          </a:prstGeom>
        </p:spPr>
      </p:pic>
      <p:pic>
        <p:nvPicPr>
          <p:cNvPr id="9" name="Picture 8" descr="A picture containing text, clock, gauge&#10;&#10;Description automatically generated">
            <a:extLst>
              <a:ext uri="{FF2B5EF4-FFF2-40B4-BE49-F238E27FC236}">
                <a16:creationId xmlns:a16="http://schemas.microsoft.com/office/drawing/2014/main" id="{CC9D650C-98DC-4544-8F62-CD529EC1F1B2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43129" y="222288"/>
            <a:ext cx="400462" cy="4366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3933319"/>
      </p:ext>
    </p:extLst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00 - Cover - No Imag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ctrTitle" hasCustomPrompt="1"/>
          </p:nvPr>
        </p:nvSpPr>
        <p:spPr>
          <a:xfrm>
            <a:off x="601537" y="2382561"/>
            <a:ext cx="9067111" cy="954108"/>
          </a:xfrm>
          <a:prstGeom prst="rect">
            <a:avLst/>
          </a:prstGeom>
        </p:spPr>
        <p:txBody>
          <a:bodyPr wrap="square">
            <a:spAutoFit/>
          </a:bodyPr>
          <a:lstStyle>
            <a:lvl1pPr algn="l">
              <a:lnSpc>
                <a:spcPct val="75000"/>
              </a:lnSpc>
              <a:defRPr sz="7200" b="0" i="0">
                <a:solidFill>
                  <a:schemeClr val="bg1"/>
                </a:solidFill>
                <a:latin typeface="Tele-GroteskUlt" pitchFamily="2" charset="0"/>
                <a:cs typeface="Tele-GroteskUlt" pitchFamily="2" charset="0"/>
              </a:defRPr>
            </a:lvl1pPr>
          </a:lstStyle>
          <a:p>
            <a:r>
              <a:rPr lang="en-US"/>
              <a:t>COVER SLIDE</a:t>
            </a:r>
          </a:p>
        </p:txBody>
      </p:sp>
      <p:sp>
        <p:nvSpPr>
          <p:cNvPr id="8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771543" y="3519084"/>
            <a:ext cx="4999312" cy="73152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0"/>
              </a:spcBef>
              <a:buNone/>
              <a:defRPr sz="2400" b="0" i="0">
                <a:solidFill>
                  <a:schemeClr val="bg1"/>
                </a:solidFill>
                <a:latin typeface="+mn-lt"/>
                <a:cs typeface="Tele-GroteskFet" pitchFamily="2" charset="0"/>
              </a:defRPr>
            </a:lvl1pPr>
            <a:lvl2pPr marL="45785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571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35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3143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929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715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501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6287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SPEAKER NAME &amp; DATE</a:t>
            </a:r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4B0450DF-41FA-3A4B-A2C1-33B827825C0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4432" y="6503949"/>
            <a:ext cx="3860800" cy="202143"/>
          </a:xfrm>
          <a:prstGeom prst="rect">
            <a:avLst/>
          </a:prstGeom>
        </p:spPr>
        <p:txBody>
          <a:bodyPr vert="horz" lIns="68681" tIns="34340" rIns="68681" bIns="34340" rtlCol="0" anchor="ctr"/>
          <a:lstStyle>
            <a:lvl1pPr algn="ctr">
              <a:defRPr sz="1200" b="0" i="0">
                <a:solidFill>
                  <a:schemeClr val="bg1"/>
                </a:solidFill>
                <a:latin typeface="Tele-GroteskHal" pitchFamily="2" charset="0"/>
                <a:cs typeface="Tele-GroteskHal" pitchFamily="2" charset="0"/>
              </a:defRPr>
            </a:lvl1pPr>
          </a:lstStyle>
          <a:p>
            <a:r>
              <a:rPr lang="en-US" dirty="0"/>
              <a:t>T-Mobile Confidential</a:t>
            </a:r>
          </a:p>
        </p:txBody>
      </p:sp>
      <p:sp>
        <p:nvSpPr>
          <p:cNvPr id="33" name="Picture Placeholder 32">
            <a:extLst>
              <a:ext uri="{FF2B5EF4-FFF2-40B4-BE49-F238E27FC236}">
                <a16:creationId xmlns:a16="http://schemas.microsoft.com/office/drawing/2014/main" id="{56A6889A-8050-9B46-86AD-B485AD474DE1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905240" y="0"/>
            <a:ext cx="5286760" cy="6858000"/>
          </a:xfrm>
          <a:custGeom>
            <a:avLst/>
            <a:gdLst>
              <a:gd name="connsiteX0" fmla="*/ 3965070 w 3965070"/>
              <a:gd name="connsiteY0" fmla="*/ 2841509 h 5143500"/>
              <a:gd name="connsiteX1" fmla="*/ 3965070 w 3965070"/>
              <a:gd name="connsiteY1" fmla="*/ 3685635 h 5143500"/>
              <a:gd name="connsiteX2" fmla="*/ 2113964 w 3965070"/>
              <a:gd name="connsiteY2" fmla="*/ 5143500 h 5143500"/>
              <a:gd name="connsiteX3" fmla="*/ 1792212 w 3965070"/>
              <a:gd name="connsiteY3" fmla="*/ 5143500 h 5143500"/>
              <a:gd name="connsiteX4" fmla="*/ 1788459 w 3965070"/>
              <a:gd name="connsiteY4" fmla="*/ 4555731 h 5143500"/>
              <a:gd name="connsiteX5" fmla="*/ 3965070 w 3965070"/>
              <a:gd name="connsiteY5" fmla="*/ 1784765 h 5143500"/>
              <a:gd name="connsiteX6" fmla="*/ 3965070 w 3965070"/>
              <a:gd name="connsiteY6" fmla="*/ 2628891 h 5143500"/>
              <a:gd name="connsiteX7" fmla="*/ 2210681 w 3965070"/>
              <a:gd name="connsiteY7" fmla="*/ 4010586 h 5143500"/>
              <a:gd name="connsiteX8" fmla="*/ 2205318 w 3965070"/>
              <a:gd name="connsiteY8" fmla="*/ 3170684 h 5143500"/>
              <a:gd name="connsiteX9" fmla="*/ 3965070 w 3965070"/>
              <a:gd name="connsiteY9" fmla="*/ 733596 h 5143500"/>
              <a:gd name="connsiteX10" fmla="*/ 3965070 w 3965070"/>
              <a:gd name="connsiteY10" fmla="*/ 1577722 h 5143500"/>
              <a:gd name="connsiteX11" fmla="*/ 449116 w 3965070"/>
              <a:gd name="connsiteY11" fmla="*/ 4346763 h 5143500"/>
              <a:gd name="connsiteX12" fmla="*/ 443753 w 3965070"/>
              <a:gd name="connsiteY12" fmla="*/ 3506861 h 5143500"/>
              <a:gd name="connsiteX13" fmla="*/ 3556792 w 3965070"/>
              <a:gd name="connsiteY13" fmla="*/ 0 h 5143500"/>
              <a:gd name="connsiteX14" fmla="*/ 3965070 w 3965070"/>
              <a:gd name="connsiteY14" fmla="*/ 0 h 5143500"/>
              <a:gd name="connsiteX15" fmla="*/ 3965070 w 3965070"/>
              <a:gd name="connsiteY15" fmla="*/ 522581 h 5143500"/>
              <a:gd name="connsiteX16" fmla="*/ 953381 w 3965070"/>
              <a:gd name="connsiteY16" fmla="*/ 2894480 h 5143500"/>
              <a:gd name="connsiteX17" fmla="*/ 948018 w 3965070"/>
              <a:gd name="connsiteY17" fmla="*/ 2054579 h 5143500"/>
              <a:gd name="connsiteX18" fmla="*/ 2198992 w 3965070"/>
              <a:gd name="connsiteY18" fmla="*/ 0 h 5143500"/>
              <a:gd name="connsiteX19" fmla="*/ 3270810 w 3965070"/>
              <a:gd name="connsiteY19" fmla="*/ 0 h 5143500"/>
              <a:gd name="connsiteX20" fmla="*/ 5363 w 3965070"/>
              <a:gd name="connsiteY20" fmla="*/ 2571750 h 5143500"/>
              <a:gd name="connsiteX21" fmla="*/ 0 w 3965070"/>
              <a:gd name="connsiteY21" fmla="*/ 1731849 h 5143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</a:cxnLst>
            <a:rect l="l" t="t" r="r" b="b"/>
            <a:pathLst>
              <a:path w="3965070" h="5143500">
                <a:moveTo>
                  <a:pt x="3965070" y="2841509"/>
                </a:moveTo>
                <a:lnTo>
                  <a:pt x="3965070" y="3685635"/>
                </a:lnTo>
                <a:lnTo>
                  <a:pt x="2113964" y="5143500"/>
                </a:lnTo>
                <a:lnTo>
                  <a:pt x="1792212" y="5143500"/>
                </a:lnTo>
                <a:lnTo>
                  <a:pt x="1788459" y="4555731"/>
                </a:lnTo>
                <a:close/>
                <a:moveTo>
                  <a:pt x="3965070" y="1784765"/>
                </a:moveTo>
                <a:lnTo>
                  <a:pt x="3965070" y="2628891"/>
                </a:lnTo>
                <a:lnTo>
                  <a:pt x="2210681" y="4010586"/>
                </a:lnTo>
                <a:lnTo>
                  <a:pt x="2205318" y="3170684"/>
                </a:lnTo>
                <a:close/>
                <a:moveTo>
                  <a:pt x="3965070" y="733596"/>
                </a:moveTo>
                <a:lnTo>
                  <a:pt x="3965070" y="1577722"/>
                </a:lnTo>
                <a:lnTo>
                  <a:pt x="449116" y="4346763"/>
                </a:lnTo>
                <a:lnTo>
                  <a:pt x="443753" y="3506861"/>
                </a:lnTo>
                <a:close/>
                <a:moveTo>
                  <a:pt x="3556792" y="0"/>
                </a:moveTo>
                <a:lnTo>
                  <a:pt x="3965070" y="0"/>
                </a:lnTo>
                <a:lnTo>
                  <a:pt x="3965070" y="522581"/>
                </a:lnTo>
                <a:lnTo>
                  <a:pt x="953381" y="2894480"/>
                </a:lnTo>
                <a:lnTo>
                  <a:pt x="948018" y="2054579"/>
                </a:lnTo>
                <a:close/>
                <a:moveTo>
                  <a:pt x="2198992" y="0"/>
                </a:moveTo>
                <a:lnTo>
                  <a:pt x="3270810" y="0"/>
                </a:lnTo>
                <a:lnTo>
                  <a:pt x="5363" y="2571750"/>
                </a:lnTo>
                <a:lnTo>
                  <a:pt x="0" y="1731849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D1D5F3E1-61E5-C847-A8AA-5409B567BEA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860174" y="6376511"/>
            <a:ext cx="4471652" cy="457015"/>
          </a:xfrm>
          <a:prstGeom prst="rect">
            <a:avLst/>
          </a:prstGeom>
        </p:spPr>
      </p:pic>
      <p:pic>
        <p:nvPicPr>
          <p:cNvPr id="10" name="Picture 9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1174C96A-B0FA-4004-9246-69CC244F340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93445" y="6440391"/>
            <a:ext cx="859042" cy="209988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467E6271-CB88-45B7-AE1E-F26C3C10F754}"/>
              </a:ext>
            </a:extLst>
          </p:cNvPr>
          <p:cNvSpPr/>
          <p:nvPr userDrawn="1"/>
        </p:nvSpPr>
        <p:spPr>
          <a:xfrm>
            <a:off x="10674387" y="6635712"/>
            <a:ext cx="1517613" cy="21756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bg1"/>
                </a:solidFill>
                <a:latin typeface="TeleNeo Office Medium" panose="020B0604040202090203" pitchFamily="34" charset="0"/>
              </a:rPr>
              <a:t>Device &amp; Technology</a:t>
            </a:r>
          </a:p>
        </p:txBody>
      </p:sp>
    </p:spTree>
    <p:extLst>
      <p:ext uri="{BB962C8B-B14F-4D97-AF65-F5344CB8AC3E}">
        <p14:creationId xmlns:p14="http://schemas.microsoft.com/office/powerpoint/2010/main" val="2319472769"/>
      </p:ext>
    </p:extLst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00 - Cover - No Imag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A692ED6D-236B-CC4C-AE67-28EE6C8FCE17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6167120" cy="6858000"/>
          </a:xfrm>
          <a:prstGeom prst="rect">
            <a:avLst/>
          </a:prstGeom>
        </p:spPr>
        <p:txBody>
          <a:bodyPr/>
          <a:lstStyle>
            <a:lvl1pPr marL="457189" indent="-457189">
              <a:buFont typeface="Arial" panose="020B0604020202020204" pitchFamily="34" charset="0"/>
              <a:buChar char="•"/>
              <a:defRPr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icon to add picture and send to back (behind the </a:t>
            </a:r>
            <a:r>
              <a:rPr lang="en-US" dirty="0" err="1"/>
              <a:t>T-mobile</a:t>
            </a:r>
            <a:r>
              <a:rPr lang="en-US" dirty="0"/>
              <a:t> Logo</a:t>
            </a:r>
          </a:p>
        </p:txBody>
      </p:sp>
      <p:sp>
        <p:nvSpPr>
          <p:cNvPr id="7" name="Title 1"/>
          <p:cNvSpPr>
            <a:spLocks noGrp="1"/>
          </p:cNvSpPr>
          <p:nvPr>
            <p:ph type="ctrTitle" hasCustomPrompt="1"/>
          </p:nvPr>
        </p:nvSpPr>
        <p:spPr>
          <a:xfrm>
            <a:off x="601537" y="2382561"/>
            <a:ext cx="9067111" cy="954108"/>
          </a:xfrm>
          <a:prstGeom prst="rect">
            <a:avLst/>
          </a:prstGeom>
        </p:spPr>
        <p:txBody>
          <a:bodyPr wrap="square">
            <a:spAutoFit/>
          </a:bodyPr>
          <a:lstStyle>
            <a:lvl1pPr algn="l">
              <a:lnSpc>
                <a:spcPct val="75000"/>
              </a:lnSpc>
              <a:defRPr sz="7200" b="0" i="0">
                <a:solidFill>
                  <a:schemeClr val="bg1"/>
                </a:solidFill>
                <a:latin typeface="Tele-GroteskUlt" pitchFamily="2" charset="0"/>
                <a:cs typeface="Tele-GroteskUlt" pitchFamily="2" charset="0"/>
              </a:defRPr>
            </a:lvl1pPr>
          </a:lstStyle>
          <a:p>
            <a:r>
              <a:rPr lang="en-US"/>
              <a:t>COVER SLIDE</a:t>
            </a:r>
          </a:p>
        </p:txBody>
      </p:sp>
      <p:sp>
        <p:nvSpPr>
          <p:cNvPr id="8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771543" y="3519084"/>
            <a:ext cx="4999312" cy="73152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0"/>
              </a:spcBef>
              <a:buNone/>
              <a:defRPr sz="2400" b="0" i="0">
                <a:solidFill>
                  <a:schemeClr val="bg1"/>
                </a:solidFill>
                <a:latin typeface="+mn-lt"/>
                <a:cs typeface="Tele-GroteskFet" pitchFamily="2" charset="0"/>
              </a:defRPr>
            </a:lvl1pPr>
            <a:lvl2pPr marL="45785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571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35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3143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929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715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501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6287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SPEAKER NAME &amp; DATE</a:t>
            </a:r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4B0450DF-41FA-3A4B-A2C1-33B827825C0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35091" y="6503949"/>
            <a:ext cx="3860800" cy="202143"/>
          </a:xfrm>
          <a:prstGeom prst="rect">
            <a:avLst/>
          </a:prstGeom>
        </p:spPr>
        <p:txBody>
          <a:bodyPr vert="horz" lIns="68681" tIns="34340" rIns="68681" bIns="34340" rtlCol="0" anchor="ctr"/>
          <a:lstStyle>
            <a:lvl1pPr algn="ctr">
              <a:defRPr sz="1200" b="0" i="0">
                <a:solidFill>
                  <a:schemeClr val="bg1"/>
                </a:solidFill>
                <a:latin typeface="Tele-GroteskHal" pitchFamily="2" charset="0"/>
                <a:cs typeface="Tele-GroteskHal" pitchFamily="2" charset="0"/>
              </a:defRPr>
            </a:lvl1pPr>
          </a:lstStyle>
          <a:p>
            <a:r>
              <a:rPr lang="en-US"/>
              <a:t>T-Mobile Confidential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43AC9D9-7DF3-4C4C-AFE8-C9304DDB542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01537" y="6376511"/>
            <a:ext cx="4471652" cy="457015"/>
          </a:xfrm>
          <a:prstGeom prst="rect">
            <a:avLst/>
          </a:prstGeom>
        </p:spPr>
      </p:pic>
      <p:sp>
        <p:nvSpPr>
          <p:cNvPr id="10" name="Picture Placeholder 32">
            <a:extLst>
              <a:ext uri="{FF2B5EF4-FFF2-40B4-BE49-F238E27FC236}">
                <a16:creationId xmlns:a16="http://schemas.microsoft.com/office/drawing/2014/main" id="{128773B9-162B-448F-9AC9-383FBC0522B7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905240" y="0"/>
            <a:ext cx="5286760" cy="6858000"/>
          </a:xfrm>
          <a:custGeom>
            <a:avLst/>
            <a:gdLst>
              <a:gd name="connsiteX0" fmla="*/ 3965070 w 3965070"/>
              <a:gd name="connsiteY0" fmla="*/ 2841509 h 5143500"/>
              <a:gd name="connsiteX1" fmla="*/ 3965070 w 3965070"/>
              <a:gd name="connsiteY1" fmla="*/ 3685635 h 5143500"/>
              <a:gd name="connsiteX2" fmla="*/ 2113964 w 3965070"/>
              <a:gd name="connsiteY2" fmla="*/ 5143500 h 5143500"/>
              <a:gd name="connsiteX3" fmla="*/ 1792212 w 3965070"/>
              <a:gd name="connsiteY3" fmla="*/ 5143500 h 5143500"/>
              <a:gd name="connsiteX4" fmla="*/ 1788459 w 3965070"/>
              <a:gd name="connsiteY4" fmla="*/ 4555731 h 5143500"/>
              <a:gd name="connsiteX5" fmla="*/ 3965070 w 3965070"/>
              <a:gd name="connsiteY5" fmla="*/ 1784765 h 5143500"/>
              <a:gd name="connsiteX6" fmla="*/ 3965070 w 3965070"/>
              <a:gd name="connsiteY6" fmla="*/ 2628891 h 5143500"/>
              <a:gd name="connsiteX7" fmla="*/ 2210681 w 3965070"/>
              <a:gd name="connsiteY7" fmla="*/ 4010586 h 5143500"/>
              <a:gd name="connsiteX8" fmla="*/ 2205318 w 3965070"/>
              <a:gd name="connsiteY8" fmla="*/ 3170684 h 5143500"/>
              <a:gd name="connsiteX9" fmla="*/ 3965070 w 3965070"/>
              <a:gd name="connsiteY9" fmla="*/ 733596 h 5143500"/>
              <a:gd name="connsiteX10" fmla="*/ 3965070 w 3965070"/>
              <a:gd name="connsiteY10" fmla="*/ 1577722 h 5143500"/>
              <a:gd name="connsiteX11" fmla="*/ 449116 w 3965070"/>
              <a:gd name="connsiteY11" fmla="*/ 4346763 h 5143500"/>
              <a:gd name="connsiteX12" fmla="*/ 443753 w 3965070"/>
              <a:gd name="connsiteY12" fmla="*/ 3506861 h 5143500"/>
              <a:gd name="connsiteX13" fmla="*/ 3556792 w 3965070"/>
              <a:gd name="connsiteY13" fmla="*/ 0 h 5143500"/>
              <a:gd name="connsiteX14" fmla="*/ 3965070 w 3965070"/>
              <a:gd name="connsiteY14" fmla="*/ 0 h 5143500"/>
              <a:gd name="connsiteX15" fmla="*/ 3965070 w 3965070"/>
              <a:gd name="connsiteY15" fmla="*/ 522581 h 5143500"/>
              <a:gd name="connsiteX16" fmla="*/ 953381 w 3965070"/>
              <a:gd name="connsiteY16" fmla="*/ 2894480 h 5143500"/>
              <a:gd name="connsiteX17" fmla="*/ 948018 w 3965070"/>
              <a:gd name="connsiteY17" fmla="*/ 2054579 h 5143500"/>
              <a:gd name="connsiteX18" fmla="*/ 2198992 w 3965070"/>
              <a:gd name="connsiteY18" fmla="*/ 0 h 5143500"/>
              <a:gd name="connsiteX19" fmla="*/ 3270810 w 3965070"/>
              <a:gd name="connsiteY19" fmla="*/ 0 h 5143500"/>
              <a:gd name="connsiteX20" fmla="*/ 5363 w 3965070"/>
              <a:gd name="connsiteY20" fmla="*/ 2571750 h 5143500"/>
              <a:gd name="connsiteX21" fmla="*/ 0 w 3965070"/>
              <a:gd name="connsiteY21" fmla="*/ 1731849 h 5143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</a:cxnLst>
            <a:rect l="l" t="t" r="r" b="b"/>
            <a:pathLst>
              <a:path w="3965070" h="5143500">
                <a:moveTo>
                  <a:pt x="3965070" y="2841509"/>
                </a:moveTo>
                <a:lnTo>
                  <a:pt x="3965070" y="3685635"/>
                </a:lnTo>
                <a:lnTo>
                  <a:pt x="2113964" y="5143500"/>
                </a:lnTo>
                <a:lnTo>
                  <a:pt x="1792212" y="5143500"/>
                </a:lnTo>
                <a:lnTo>
                  <a:pt x="1788459" y="4555731"/>
                </a:lnTo>
                <a:close/>
                <a:moveTo>
                  <a:pt x="3965070" y="1784765"/>
                </a:moveTo>
                <a:lnTo>
                  <a:pt x="3965070" y="2628891"/>
                </a:lnTo>
                <a:lnTo>
                  <a:pt x="2210681" y="4010586"/>
                </a:lnTo>
                <a:lnTo>
                  <a:pt x="2205318" y="3170684"/>
                </a:lnTo>
                <a:close/>
                <a:moveTo>
                  <a:pt x="3965070" y="733596"/>
                </a:moveTo>
                <a:lnTo>
                  <a:pt x="3965070" y="1577722"/>
                </a:lnTo>
                <a:lnTo>
                  <a:pt x="449116" y="4346763"/>
                </a:lnTo>
                <a:lnTo>
                  <a:pt x="443753" y="3506861"/>
                </a:lnTo>
                <a:close/>
                <a:moveTo>
                  <a:pt x="3556792" y="0"/>
                </a:moveTo>
                <a:lnTo>
                  <a:pt x="3965070" y="0"/>
                </a:lnTo>
                <a:lnTo>
                  <a:pt x="3965070" y="522581"/>
                </a:lnTo>
                <a:lnTo>
                  <a:pt x="953381" y="2894480"/>
                </a:lnTo>
                <a:lnTo>
                  <a:pt x="948018" y="2054579"/>
                </a:lnTo>
                <a:close/>
                <a:moveTo>
                  <a:pt x="2198992" y="0"/>
                </a:moveTo>
                <a:lnTo>
                  <a:pt x="3270810" y="0"/>
                </a:lnTo>
                <a:lnTo>
                  <a:pt x="5363" y="2571750"/>
                </a:lnTo>
                <a:lnTo>
                  <a:pt x="0" y="1731849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68408021"/>
      </p:ext>
    </p:extLst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5_00 - Cover - No Ima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picture containing drawing, table&#10;&#10;Description automatically generated">
            <a:extLst>
              <a:ext uri="{FF2B5EF4-FFF2-40B4-BE49-F238E27FC236}">
                <a16:creationId xmlns:a16="http://schemas.microsoft.com/office/drawing/2014/main" id="{AC361BD8-C33E-794E-866E-56DE65CD146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itle 1"/>
          <p:cNvSpPr>
            <a:spLocks noGrp="1"/>
          </p:cNvSpPr>
          <p:nvPr>
            <p:ph type="ctrTitle" hasCustomPrompt="1"/>
          </p:nvPr>
        </p:nvSpPr>
        <p:spPr>
          <a:xfrm>
            <a:off x="431021" y="3888410"/>
            <a:ext cx="9067111" cy="954108"/>
          </a:xfrm>
          <a:prstGeom prst="rect">
            <a:avLst/>
          </a:prstGeom>
        </p:spPr>
        <p:txBody>
          <a:bodyPr wrap="square">
            <a:spAutoFit/>
          </a:bodyPr>
          <a:lstStyle>
            <a:lvl1pPr algn="l">
              <a:lnSpc>
                <a:spcPct val="75000"/>
              </a:lnSpc>
              <a:defRPr sz="7200" b="0" i="0">
                <a:solidFill>
                  <a:schemeClr val="tx2"/>
                </a:solidFill>
                <a:latin typeface="Tele-GroteskUlt" pitchFamily="2" charset="0"/>
                <a:cs typeface="Tele-GroteskUlt" pitchFamily="2" charset="0"/>
              </a:defRPr>
            </a:lvl1pPr>
          </a:lstStyle>
          <a:p>
            <a:r>
              <a:rPr lang="en-US"/>
              <a:t>COVER SLIDE</a:t>
            </a:r>
          </a:p>
        </p:txBody>
      </p:sp>
      <p:sp>
        <p:nvSpPr>
          <p:cNvPr id="8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601027" y="5024933"/>
            <a:ext cx="4999312" cy="73152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0"/>
              </a:spcBef>
              <a:buNone/>
              <a:defRPr sz="2400" b="0" i="0">
                <a:solidFill>
                  <a:schemeClr val="tx2"/>
                </a:solidFill>
                <a:latin typeface="+mn-lt"/>
                <a:cs typeface="Tele-GroteskFet" pitchFamily="2" charset="0"/>
              </a:defRPr>
            </a:lvl1pPr>
            <a:lvl2pPr marL="45785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571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35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3143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929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715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501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6287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SPEAKER NAME &amp; DATE</a:t>
            </a:r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4B0450DF-41FA-3A4B-A2C1-33B827825C0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477965" y="6367097"/>
            <a:ext cx="3860800" cy="202143"/>
          </a:xfrm>
          <a:prstGeom prst="rect">
            <a:avLst/>
          </a:prstGeom>
        </p:spPr>
        <p:txBody>
          <a:bodyPr vert="horz" lIns="68681" tIns="34340" rIns="68681" bIns="34340" rtlCol="0" anchor="ctr"/>
          <a:lstStyle>
            <a:lvl1pPr algn="r">
              <a:defRPr sz="1200" b="0" i="0">
                <a:solidFill>
                  <a:schemeClr val="accent1"/>
                </a:solidFill>
                <a:latin typeface="Tele-GroteskHal" pitchFamily="2" charset="0"/>
                <a:cs typeface="Tele-GroteskHal" pitchFamily="2" charset="0"/>
              </a:defRPr>
            </a:lvl1pPr>
          </a:lstStyle>
          <a:p>
            <a:r>
              <a:rPr lang="en-US"/>
              <a:t>T-Mobile Confidential</a:t>
            </a:r>
          </a:p>
        </p:txBody>
      </p:sp>
      <p:pic>
        <p:nvPicPr>
          <p:cNvPr id="12" name="Picture 11" descr="A picture containing drawing&#10;&#10;Description automatically generated">
            <a:extLst>
              <a:ext uri="{FF2B5EF4-FFF2-40B4-BE49-F238E27FC236}">
                <a16:creationId xmlns:a16="http://schemas.microsoft.com/office/drawing/2014/main" id="{2A6F985C-83D1-1847-866E-416560E6088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743701" y="0"/>
            <a:ext cx="5448300" cy="6858000"/>
          </a:xfrm>
          <a:prstGeom prst="rect">
            <a:avLst/>
          </a:prstGeom>
        </p:spPr>
      </p:pic>
      <p:sp>
        <p:nvSpPr>
          <p:cNvPr id="14" name="Oval 13">
            <a:extLst>
              <a:ext uri="{FF2B5EF4-FFF2-40B4-BE49-F238E27FC236}">
                <a16:creationId xmlns:a16="http://schemas.microsoft.com/office/drawing/2014/main" id="{2BE66BDB-D398-6346-B31A-9B01E719F382}"/>
              </a:ext>
            </a:extLst>
          </p:cNvPr>
          <p:cNvSpPr/>
          <p:nvPr userDrawn="1"/>
        </p:nvSpPr>
        <p:spPr>
          <a:xfrm>
            <a:off x="6394559" y="-154016"/>
            <a:ext cx="9330047" cy="11820939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6094409-B18A-174C-86AE-303FE1206DFC}"/>
              </a:ext>
            </a:extLst>
          </p:cNvPr>
          <p:cNvSpPr/>
          <p:nvPr userDrawn="1"/>
        </p:nvSpPr>
        <p:spPr>
          <a:xfrm>
            <a:off x="6229091" y="3359245"/>
            <a:ext cx="752152" cy="4062896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442F99FA-49C8-F549-B810-4E3A7FBA3B86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743701" y="0"/>
            <a:ext cx="5448300" cy="6904067"/>
          </a:xfrm>
          <a:custGeom>
            <a:avLst/>
            <a:gdLst>
              <a:gd name="connsiteX0" fmla="*/ 2613933 w 4029475"/>
              <a:gd name="connsiteY0" fmla="*/ 0 h 5178050"/>
              <a:gd name="connsiteX1" fmla="*/ 4029475 w 4029475"/>
              <a:gd name="connsiteY1" fmla="*/ 0 h 5178050"/>
              <a:gd name="connsiteX2" fmla="*/ 4029475 w 4029475"/>
              <a:gd name="connsiteY2" fmla="*/ 5178050 h 5178050"/>
              <a:gd name="connsiteX3" fmla="*/ 0 w 4029475"/>
              <a:gd name="connsiteY3" fmla="*/ 5178050 h 5178050"/>
              <a:gd name="connsiteX4" fmla="*/ 0 w 4029475"/>
              <a:gd name="connsiteY4" fmla="*/ 3305455 h 5178050"/>
              <a:gd name="connsiteX5" fmla="*/ 17480 w 4029475"/>
              <a:gd name="connsiteY5" fmla="*/ 3209501 h 5178050"/>
              <a:gd name="connsiteX6" fmla="*/ 2531701 w 4029475"/>
              <a:gd name="connsiteY6" fmla="*/ 24046 h 5178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029475" h="5178050">
                <a:moveTo>
                  <a:pt x="2613933" y="0"/>
                </a:moveTo>
                <a:lnTo>
                  <a:pt x="4029475" y="0"/>
                </a:lnTo>
                <a:lnTo>
                  <a:pt x="4029475" y="5178050"/>
                </a:lnTo>
                <a:lnTo>
                  <a:pt x="0" y="5178050"/>
                </a:lnTo>
                <a:lnTo>
                  <a:pt x="0" y="3305455"/>
                </a:lnTo>
                <a:lnTo>
                  <a:pt x="17480" y="3209501"/>
                </a:lnTo>
                <a:cubicBezTo>
                  <a:pt x="333871" y="1651486"/>
                  <a:pt x="1301989" y="424905"/>
                  <a:pt x="2531701" y="24046"/>
                </a:cubicBez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icon to add image and send to back</a:t>
            </a:r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587EF6E1-30DE-4412-A805-A857D40DA21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 t="1" b="24568"/>
          <a:stretch/>
        </p:blipFill>
        <p:spPr>
          <a:xfrm>
            <a:off x="189624" y="6449688"/>
            <a:ext cx="1003356" cy="190752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CC8C2ADC-DFE3-4A25-86DD-467EB0E4D9E4}"/>
              </a:ext>
            </a:extLst>
          </p:cNvPr>
          <p:cNvSpPr/>
          <p:nvPr userDrawn="1"/>
        </p:nvSpPr>
        <p:spPr>
          <a:xfrm>
            <a:off x="-67504" y="6640440"/>
            <a:ext cx="1517613" cy="21756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accent1"/>
                </a:solidFill>
                <a:latin typeface="TeleNeo Office Medium" panose="020B0604040202090203" pitchFamily="34" charset="0"/>
              </a:rPr>
              <a:t>Device &amp; Technology</a:t>
            </a:r>
          </a:p>
        </p:txBody>
      </p:sp>
    </p:spTree>
    <p:extLst>
      <p:ext uri="{BB962C8B-B14F-4D97-AF65-F5344CB8AC3E}">
        <p14:creationId xmlns:p14="http://schemas.microsoft.com/office/powerpoint/2010/main" val="2744380400"/>
      </p:ext>
    </p:extLst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11 - Cover - Black Tex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7E852513-8B17-9B40-AB83-9714C7EE9590}"/>
              </a:ext>
            </a:extLst>
          </p:cNvPr>
          <p:cNvSpPr/>
          <p:nvPr userDrawn="1"/>
        </p:nvSpPr>
        <p:spPr>
          <a:xfrm>
            <a:off x="0" y="24177"/>
            <a:ext cx="12192000" cy="6858000"/>
          </a:xfrm>
          <a:prstGeom prst="rect">
            <a:avLst/>
          </a:prstGeom>
          <a:solidFill>
            <a:schemeClr val="tx2">
              <a:alpha val="12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00876EC2-0A8D-4904-B4FF-20F6E96F936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846715" y="2472514"/>
            <a:ext cx="9067111" cy="954108"/>
          </a:xfrm>
          <a:prstGeom prst="rect">
            <a:avLst/>
          </a:prstGeom>
        </p:spPr>
        <p:txBody>
          <a:bodyPr wrap="square">
            <a:spAutoFit/>
          </a:bodyPr>
          <a:lstStyle>
            <a:lvl1pPr algn="l">
              <a:lnSpc>
                <a:spcPct val="75000"/>
              </a:lnSpc>
              <a:defRPr sz="7200" b="0" i="0">
                <a:solidFill>
                  <a:schemeClr val="bg1"/>
                </a:solidFill>
                <a:latin typeface="Tele-GroteskUlt" pitchFamily="2" charset="0"/>
                <a:cs typeface="Tele-GroteskUlt" pitchFamily="2" charset="0"/>
              </a:defRPr>
            </a:lvl1pPr>
          </a:lstStyle>
          <a:p>
            <a:r>
              <a:rPr lang="en-US"/>
              <a:t>COVER SLIDE</a:t>
            </a:r>
          </a:p>
        </p:txBody>
      </p:sp>
      <p:sp>
        <p:nvSpPr>
          <p:cNvPr id="11" name="Subtitle 2">
            <a:extLst>
              <a:ext uri="{FF2B5EF4-FFF2-40B4-BE49-F238E27FC236}">
                <a16:creationId xmlns:a16="http://schemas.microsoft.com/office/drawing/2014/main" id="{A143D62D-D967-49B7-8847-02FB34CFB388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2846715" y="3556192"/>
            <a:ext cx="4999312" cy="73152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0"/>
              </a:spcBef>
              <a:buNone/>
              <a:defRPr sz="2400" b="0" i="0">
                <a:solidFill>
                  <a:schemeClr val="bg1"/>
                </a:solidFill>
                <a:latin typeface="+mn-lt"/>
                <a:cs typeface="Tele-GroteskFet" pitchFamily="2" charset="0"/>
              </a:defRPr>
            </a:lvl1pPr>
            <a:lvl2pPr marL="45785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571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35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3143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929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715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501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6287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SPEAKER NAME &amp; DATE</a:t>
            </a:r>
          </a:p>
        </p:txBody>
      </p:sp>
      <p:sp>
        <p:nvSpPr>
          <p:cNvPr id="27" name="Picture Placeholder 26">
            <a:extLst>
              <a:ext uri="{FF2B5EF4-FFF2-40B4-BE49-F238E27FC236}">
                <a16:creationId xmlns:a16="http://schemas.microsoft.com/office/drawing/2014/main" id="{E9649418-55C3-D140-A7A1-B0AD1486E62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-9049173" y="2"/>
            <a:ext cx="4514333" cy="6857999"/>
          </a:xfrm>
          <a:custGeom>
            <a:avLst/>
            <a:gdLst>
              <a:gd name="connsiteX0" fmla="*/ 3385750 w 3385750"/>
              <a:gd name="connsiteY0" fmla="*/ 3911569 h 5143499"/>
              <a:gd name="connsiteX1" fmla="*/ 3385750 w 3385750"/>
              <a:gd name="connsiteY1" fmla="*/ 5143499 h 5143499"/>
              <a:gd name="connsiteX2" fmla="*/ 2413925 w 3385750"/>
              <a:gd name="connsiteY2" fmla="*/ 5143499 h 5143499"/>
              <a:gd name="connsiteX3" fmla="*/ 3385750 w 3385750"/>
              <a:gd name="connsiteY3" fmla="*/ 2869668 h 5143499"/>
              <a:gd name="connsiteX4" fmla="*/ 3385750 w 3385750"/>
              <a:gd name="connsiteY4" fmla="*/ 3365970 h 5143499"/>
              <a:gd name="connsiteX5" fmla="*/ 2367411 w 3385750"/>
              <a:gd name="connsiteY5" fmla="*/ 4656722 h 5143499"/>
              <a:gd name="connsiteX6" fmla="*/ 2383969 w 3385750"/>
              <a:gd name="connsiteY6" fmla="*/ 5143499 h 5143499"/>
              <a:gd name="connsiteX7" fmla="*/ 1951967 w 3385750"/>
              <a:gd name="connsiteY7" fmla="*/ 5143499 h 5143499"/>
              <a:gd name="connsiteX8" fmla="*/ 1954303 w 3385750"/>
              <a:gd name="connsiteY8" fmla="*/ 5101964 h 5143499"/>
              <a:gd name="connsiteX9" fmla="*/ 1921534 w 3385750"/>
              <a:gd name="connsiteY9" fmla="*/ 5143499 h 5143499"/>
              <a:gd name="connsiteX10" fmla="*/ 1592006 w 3385750"/>
              <a:gd name="connsiteY10" fmla="*/ 5143499 h 5143499"/>
              <a:gd name="connsiteX11" fmla="*/ 2314400 w 3385750"/>
              <a:gd name="connsiteY11" fmla="*/ 0 h 5143499"/>
              <a:gd name="connsiteX12" fmla="*/ 2708655 w 3385750"/>
              <a:gd name="connsiteY12" fmla="*/ 0 h 5143499"/>
              <a:gd name="connsiteX13" fmla="*/ 1228250 w 3385750"/>
              <a:gd name="connsiteY13" fmla="*/ 1876424 h 5143499"/>
              <a:gd name="connsiteX14" fmla="*/ 1246048 w 3385750"/>
              <a:gd name="connsiteY14" fmla="*/ 2399604 h 5143499"/>
              <a:gd name="connsiteX15" fmla="*/ 3139009 w 3385750"/>
              <a:gd name="connsiteY15" fmla="*/ 0 h 5143499"/>
              <a:gd name="connsiteX16" fmla="*/ 3385750 w 3385750"/>
              <a:gd name="connsiteY16" fmla="*/ 0 h 5143499"/>
              <a:gd name="connsiteX17" fmla="*/ 3385750 w 3385750"/>
              <a:gd name="connsiteY17" fmla="*/ 155045 h 5143499"/>
              <a:gd name="connsiteX18" fmla="*/ 609095 w 3385750"/>
              <a:gd name="connsiteY18" fmla="*/ 3674474 h 5143499"/>
              <a:gd name="connsiteX19" fmla="*/ 626893 w 3385750"/>
              <a:gd name="connsiteY19" fmla="*/ 4197654 h 5143499"/>
              <a:gd name="connsiteX20" fmla="*/ 3385750 w 3385750"/>
              <a:gd name="connsiteY20" fmla="*/ 700400 h 5143499"/>
              <a:gd name="connsiteX21" fmla="*/ 3385750 w 3385750"/>
              <a:gd name="connsiteY21" fmla="*/ 1233681 h 5143499"/>
              <a:gd name="connsiteX22" fmla="*/ 2018274 w 3385750"/>
              <a:gd name="connsiteY22" fmla="*/ 2966967 h 5143499"/>
              <a:gd name="connsiteX23" fmla="*/ 2036072 w 3385750"/>
              <a:gd name="connsiteY23" fmla="*/ 3490147 h 5143499"/>
              <a:gd name="connsiteX24" fmla="*/ 3385750 w 3385750"/>
              <a:gd name="connsiteY24" fmla="*/ 1779233 h 5143499"/>
              <a:gd name="connsiteX25" fmla="*/ 3385750 w 3385750"/>
              <a:gd name="connsiteY25" fmla="*/ 2324379 h 5143499"/>
              <a:gd name="connsiteX26" fmla="*/ 1161604 w 3385750"/>
              <a:gd name="connsiteY26" fmla="*/ 5143499 h 5143499"/>
              <a:gd name="connsiteX27" fmla="*/ 652120 w 3385750"/>
              <a:gd name="connsiteY27" fmla="*/ 5143499 h 5143499"/>
              <a:gd name="connsiteX28" fmla="*/ 1523101 w 3385750"/>
              <a:gd name="connsiteY28" fmla="*/ 4039404 h 5143499"/>
              <a:gd name="connsiteX29" fmla="*/ 1556102 w 3385750"/>
              <a:gd name="connsiteY29" fmla="*/ 3452724 h 5143499"/>
              <a:gd name="connsiteX30" fmla="*/ 222164 w 3385750"/>
              <a:gd name="connsiteY30" fmla="*/ 5143499 h 5143499"/>
              <a:gd name="connsiteX31" fmla="*/ 0 w 3385750"/>
              <a:gd name="connsiteY31" fmla="*/ 5143499 h 5143499"/>
              <a:gd name="connsiteX32" fmla="*/ 0 w 3385750"/>
              <a:gd name="connsiteY32" fmla="*/ 5038062 h 5143499"/>
              <a:gd name="connsiteX33" fmla="*/ 307171 w 3385750"/>
              <a:gd name="connsiteY33" fmla="*/ 4648678 h 5143499"/>
              <a:gd name="connsiteX34" fmla="*/ 340172 w 3385750"/>
              <a:gd name="connsiteY34" fmla="*/ 4061998 h 5143499"/>
              <a:gd name="connsiteX35" fmla="*/ 0 w 3385750"/>
              <a:gd name="connsiteY35" fmla="*/ 4493169 h 5143499"/>
              <a:gd name="connsiteX36" fmla="*/ 0 w 3385750"/>
              <a:gd name="connsiteY36" fmla="*/ 4000150 h 5143499"/>
              <a:gd name="connsiteX37" fmla="*/ 809866 w 3385750"/>
              <a:gd name="connsiteY37" fmla="*/ 2973526 h 5143499"/>
              <a:gd name="connsiteX38" fmla="*/ 842867 w 3385750"/>
              <a:gd name="connsiteY38" fmla="*/ 2386846 h 5143499"/>
              <a:gd name="connsiteX39" fmla="*/ 0 w 3385750"/>
              <a:gd name="connsiteY39" fmla="*/ 3455186 h 5143499"/>
              <a:gd name="connsiteX40" fmla="*/ 0 w 3385750"/>
              <a:gd name="connsiteY40" fmla="*/ 2933840 h 5143499"/>
              <a:gd name="connsiteX41" fmla="*/ 842192 w 3385750"/>
              <a:gd name="connsiteY41" fmla="*/ 0 h 5143499"/>
              <a:gd name="connsiteX42" fmla="*/ 1170700 w 3385750"/>
              <a:gd name="connsiteY42" fmla="*/ 0 h 5143499"/>
              <a:gd name="connsiteX43" fmla="*/ 1152574 w 3385750"/>
              <a:gd name="connsiteY43" fmla="*/ 22975 h 5143499"/>
              <a:gd name="connsiteX44" fmla="*/ 1170372 w 3385750"/>
              <a:gd name="connsiteY44" fmla="*/ 546155 h 5143499"/>
              <a:gd name="connsiteX45" fmla="*/ 1601214 w 3385750"/>
              <a:gd name="connsiteY45" fmla="*/ 0 h 5143499"/>
              <a:gd name="connsiteX46" fmla="*/ 1884533 w 3385750"/>
              <a:gd name="connsiteY46" fmla="*/ 0 h 5143499"/>
              <a:gd name="connsiteX47" fmla="*/ 0 w 3385750"/>
              <a:gd name="connsiteY47" fmla="*/ 2388659 h 5143499"/>
              <a:gd name="connsiteX48" fmla="*/ 0 w 3385750"/>
              <a:gd name="connsiteY48" fmla="*/ 1931861 h 5143499"/>
              <a:gd name="connsiteX49" fmla="*/ 759708 w 3385750"/>
              <a:gd name="connsiteY49" fmla="*/ 968819 h 5143499"/>
              <a:gd name="connsiteX50" fmla="*/ 792709 w 3385750"/>
              <a:gd name="connsiteY50" fmla="*/ 382139 h 5143499"/>
              <a:gd name="connsiteX51" fmla="*/ 0 w 3385750"/>
              <a:gd name="connsiteY51" fmla="*/ 1386904 h 5143499"/>
              <a:gd name="connsiteX52" fmla="*/ 0 w 3385750"/>
              <a:gd name="connsiteY52" fmla="*/ 1067602 h 5143499"/>
              <a:gd name="connsiteX53" fmla="*/ 0 w 3385750"/>
              <a:gd name="connsiteY53" fmla="*/ 0 h 5143499"/>
              <a:gd name="connsiteX54" fmla="*/ 411758 w 3385750"/>
              <a:gd name="connsiteY54" fmla="*/ 0 h 5143499"/>
              <a:gd name="connsiteX55" fmla="*/ 0 w 3385750"/>
              <a:gd name="connsiteY55" fmla="*/ 521907 h 51434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</a:cxnLst>
            <a:rect l="l" t="t" r="r" b="b"/>
            <a:pathLst>
              <a:path w="3385750" h="5143499">
                <a:moveTo>
                  <a:pt x="3385750" y="3911569"/>
                </a:moveTo>
                <a:lnTo>
                  <a:pt x="3385750" y="5143499"/>
                </a:lnTo>
                <a:lnTo>
                  <a:pt x="2413925" y="5143499"/>
                </a:lnTo>
                <a:close/>
                <a:moveTo>
                  <a:pt x="3385750" y="2869668"/>
                </a:moveTo>
                <a:lnTo>
                  <a:pt x="3385750" y="3365970"/>
                </a:lnTo>
                <a:lnTo>
                  <a:pt x="2367411" y="4656722"/>
                </a:lnTo>
                <a:lnTo>
                  <a:pt x="2383969" y="5143499"/>
                </a:lnTo>
                <a:lnTo>
                  <a:pt x="1951967" y="5143499"/>
                </a:lnTo>
                <a:lnTo>
                  <a:pt x="1954303" y="5101964"/>
                </a:lnTo>
                <a:lnTo>
                  <a:pt x="1921534" y="5143499"/>
                </a:lnTo>
                <a:lnTo>
                  <a:pt x="1592006" y="5143499"/>
                </a:lnTo>
                <a:close/>
                <a:moveTo>
                  <a:pt x="2314400" y="0"/>
                </a:moveTo>
                <a:lnTo>
                  <a:pt x="2708655" y="0"/>
                </a:lnTo>
                <a:lnTo>
                  <a:pt x="1228250" y="1876424"/>
                </a:lnTo>
                <a:lnTo>
                  <a:pt x="1246048" y="2399604"/>
                </a:lnTo>
                <a:lnTo>
                  <a:pt x="3139009" y="0"/>
                </a:lnTo>
                <a:lnTo>
                  <a:pt x="3385750" y="0"/>
                </a:lnTo>
                <a:lnTo>
                  <a:pt x="3385750" y="155045"/>
                </a:lnTo>
                <a:lnTo>
                  <a:pt x="609095" y="3674474"/>
                </a:lnTo>
                <a:lnTo>
                  <a:pt x="626893" y="4197654"/>
                </a:lnTo>
                <a:lnTo>
                  <a:pt x="3385750" y="700400"/>
                </a:lnTo>
                <a:lnTo>
                  <a:pt x="3385750" y="1233681"/>
                </a:lnTo>
                <a:lnTo>
                  <a:pt x="2018274" y="2966967"/>
                </a:lnTo>
                <a:lnTo>
                  <a:pt x="2036072" y="3490147"/>
                </a:lnTo>
                <a:lnTo>
                  <a:pt x="3385750" y="1779233"/>
                </a:lnTo>
                <a:lnTo>
                  <a:pt x="3385750" y="2324379"/>
                </a:lnTo>
                <a:lnTo>
                  <a:pt x="1161604" y="5143499"/>
                </a:lnTo>
                <a:lnTo>
                  <a:pt x="652120" y="5143499"/>
                </a:lnTo>
                <a:lnTo>
                  <a:pt x="1523101" y="4039404"/>
                </a:lnTo>
                <a:lnTo>
                  <a:pt x="1556102" y="3452724"/>
                </a:lnTo>
                <a:lnTo>
                  <a:pt x="222164" y="5143499"/>
                </a:lnTo>
                <a:lnTo>
                  <a:pt x="0" y="5143499"/>
                </a:lnTo>
                <a:lnTo>
                  <a:pt x="0" y="5038062"/>
                </a:lnTo>
                <a:lnTo>
                  <a:pt x="307171" y="4648678"/>
                </a:lnTo>
                <a:lnTo>
                  <a:pt x="340172" y="4061998"/>
                </a:lnTo>
                <a:lnTo>
                  <a:pt x="0" y="4493169"/>
                </a:lnTo>
                <a:lnTo>
                  <a:pt x="0" y="4000150"/>
                </a:lnTo>
                <a:lnTo>
                  <a:pt x="809866" y="2973526"/>
                </a:lnTo>
                <a:lnTo>
                  <a:pt x="842867" y="2386846"/>
                </a:lnTo>
                <a:lnTo>
                  <a:pt x="0" y="3455186"/>
                </a:lnTo>
                <a:lnTo>
                  <a:pt x="0" y="2933840"/>
                </a:lnTo>
                <a:close/>
                <a:moveTo>
                  <a:pt x="842192" y="0"/>
                </a:moveTo>
                <a:lnTo>
                  <a:pt x="1170700" y="0"/>
                </a:lnTo>
                <a:lnTo>
                  <a:pt x="1152574" y="22975"/>
                </a:lnTo>
                <a:lnTo>
                  <a:pt x="1170372" y="546155"/>
                </a:lnTo>
                <a:lnTo>
                  <a:pt x="1601214" y="0"/>
                </a:lnTo>
                <a:lnTo>
                  <a:pt x="1884533" y="0"/>
                </a:lnTo>
                <a:lnTo>
                  <a:pt x="0" y="2388659"/>
                </a:lnTo>
                <a:lnTo>
                  <a:pt x="0" y="1931861"/>
                </a:lnTo>
                <a:lnTo>
                  <a:pt x="759708" y="968819"/>
                </a:lnTo>
                <a:lnTo>
                  <a:pt x="792709" y="382139"/>
                </a:lnTo>
                <a:lnTo>
                  <a:pt x="0" y="1386904"/>
                </a:lnTo>
                <a:lnTo>
                  <a:pt x="0" y="1067602"/>
                </a:lnTo>
                <a:close/>
                <a:moveTo>
                  <a:pt x="0" y="0"/>
                </a:moveTo>
                <a:lnTo>
                  <a:pt x="411758" y="0"/>
                </a:lnTo>
                <a:lnTo>
                  <a:pt x="0" y="521907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424E768-67FE-6A41-AB66-DF019475C69B}"/>
              </a:ext>
            </a:extLst>
          </p:cNvPr>
          <p:cNvSpPr/>
          <p:nvPr userDrawn="1"/>
        </p:nvSpPr>
        <p:spPr>
          <a:xfrm>
            <a:off x="1322239" y="1385787"/>
            <a:ext cx="202239" cy="408166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/>
          </a:p>
        </p:txBody>
      </p:sp>
      <p:sp>
        <p:nvSpPr>
          <p:cNvPr id="12" name="Picture Placeholder 32">
            <a:extLst>
              <a:ext uri="{FF2B5EF4-FFF2-40B4-BE49-F238E27FC236}">
                <a16:creationId xmlns:a16="http://schemas.microsoft.com/office/drawing/2014/main" id="{C68BC5F7-F1CB-4550-8ED8-D75E36CEABF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669988" y="-2379"/>
            <a:ext cx="5286760" cy="6858000"/>
          </a:xfrm>
          <a:custGeom>
            <a:avLst/>
            <a:gdLst>
              <a:gd name="connsiteX0" fmla="*/ 3965070 w 3965070"/>
              <a:gd name="connsiteY0" fmla="*/ 2841509 h 5143500"/>
              <a:gd name="connsiteX1" fmla="*/ 3965070 w 3965070"/>
              <a:gd name="connsiteY1" fmla="*/ 3685635 h 5143500"/>
              <a:gd name="connsiteX2" fmla="*/ 2113964 w 3965070"/>
              <a:gd name="connsiteY2" fmla="*/ 5143500 h 5143500"/>
              <a:gd name="connsiteX3" fmla="*/ 1792212 w 3965070"/>
              <a:gd name="connsiteY3" fmla="*/ 5143500 h 5143500"/>
              <a:gd name="connsiteX4" fmla="*/ 1788459 w 3965070"/>
              <a:gd name="connsiteY4" fmla="*/ 4555731 h 5143500"/>
              <a:gd name="connsiteX5" fmla="*/ 3965070 w 3965070"/>
              <a:gd name="connsiteY5" fmla="*/ 1784765 h 5143500"/>
              <a:gd name="connsiteX6" fmla="*/ 3965070 w 3965070"/>
              <a:gd name="connsiteY6" fmla="*/ 2628891 h 5143500"/>
              <a:gd name="connsiteX7" fmla="*/ 2210681 w 3965070"/>
              <a:gd name="connsiteY7" fmla="*/ 4010586 h 5143500"/>
              <a:gd name="connsiteX8" fmla="*/ 2205318 w 3965070"/>
              <a:gd name="connsiteY8" fmla="*/ 3170684 h 5143500"/>
              <a:gd name="connsiteX9" fmla="*/ 3965070 w 3965070"/>
              <a:gd name="connsiteY9" fmla="*/ 733596 h 5143500"/>
              <a:gd name="connsiteX10" fmla="*/ 3965070 w 3965070"/>
              <a:gd name="connsiteY10" fmla="*/ 1577722 h 5143500"/>
              <a:gd name="connsiteX11" fmla="*/ 449116 w 3965070"/>
              <a:gd name="connsiteY11" fmla="*/ 4346763 h 5143500"/>
              <a:gd name="connsiteX12" fmla="*/ 443753 w 3965070"/>
              <a:gd name="connsiteY12" fmla="*/ 3506861 h 5143500"/>
              <a:gd name="connsiteX13" fmla="*/ 3556792 w 3965070"/>
              <a:gd name="connsiteY13" fmla="*/ 0 h 5143500"/>
              <a:gd name="connsiteX14" fmla="*/ 3965070 w 3965070"/>
              <a:gd name="connsiteY14" fmla="*/ 0 h 5143500"/>
              <a:gd name="connsiteX15" fmla="*/ 3965070 w 3965070"/>
              <a:gd name="connsiteY15" fmla="*/ 522581 h 5143500"/>
              <a:gd name="connsiteX16" fmla="*/ 953381 w 3965070"/>
              <a:gd name="connsiteY16" fmla="*/ 2894480 h 5143500"/>
              <a:gd name="connsiteX17" fmla="*/ 948018 w 3965070"/>
              <a:gd name="connsiteY17" fmla="*/ 2054579 h 5143500"/>
              <a:gd name="connsiteX18" fmla="*/ 2198992 w 3965070"/>
              <a:gd name="connsiteY18" fmla="*/ 0 h 5143500"/>
              <a:gd name="connsiteX19" fmla="*/ 3270810 w 3965070"/>
              <a:gd name="connsiteY19" fmla="*/ 0 h 5143500"/>
              <a:gd name="connsiteX20" fmla="*/ 5363 w 3965070"/>
              <a:gd name="connsiteY20" fmla="*/ 2571750 h 5143500"/>
              <a:gd name="connsiteX21" fmla="*/ 0 w 3965070"/>
              <a:gd name="connsiteY21" fmla="*/ 1731849 h 5143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</a:cxnLst>
            <a:rect l="l" t="t" r="r" b="b"/>
            <a:pathLst>
              <a:path w="3965070" h="5143500">
                <a:moveTo>
                  <a:pt x="3965070" y="2841509"/>
                </a:moveTo>
                <a:lnTo>
                  <a:pt x="3965070" y="3685635"/>
                </a:lnTo>
                <a:lnTo>
                  <a:pt x="2113964" y="5143500"/>
                </a:lnTo>
                <a:lnTo>
                  <a:pt x="1792212" y="5143500"/>
                </a:lnTo>
                <a:lnTo>
                  <a:pt x="1788459" y="4555731"/>
                </a:lnTo>
                <a:close/>
                <a:moveTo>
                  <a:pt x="3965070" y="1784765"/>
                </a:moveTo>
                <a:lnTo>
                  <a:pt x="3965070" y="2628891"/>
                </a:lnTo>
                <a:lnTo>
                  <a:pt x="2210681" y="4010586"/>
                </a:lnTo>
                <a:lnTo>
                  <a:pt x="2205318" y="3170684"/>
                </a:lnTo>
                <a:close/>
                <a:moveTo>
                  <a:pt x="3965070" y="733596"/>
                </a:moveTo>
                <a:lnTo>
                  <a:pt x="3965070" y="1577722"/>
                </a:lnTo>
                <a:lnTo>
                  <a:pt x="449116" y="4346763"/>
                </a:lnTo>
                <a:lnTo>
                  <a:pt x="443753" y="3506861"/>
                </a:lnTo>
                <a:close/>
                <a:moveTo>
                  <a:pt x="3556792" y="0"/>
                </a:moveTo>
                <a:lnTo>
                  <a:pt x="3965070" y="0"/>
                </a:lnTo>
                <a:lnTo>
                  <a:pt x="3965070" y="522581"/>
                </a:lnTo>
                <a:lnTo>
                  <a:pt x="953381" y="2894480"/>
                </a:lnTo>
                <a:lnTo>
                  <a:pt x="948018" y="2054579"/>
                </a:lnTo>
                <a:close/>
                <a:moveTo>
                  <a:pt x="2198992" y="0"/>
                </a:moveTo>
                <a:lnTo>
                  <a:pt x="3270810" y="0"/>
                </a:lnTo>
                <a:lnTo>
                  <a:pt x="5363" y="2571750"/>
                </a:lnTo>
                <a:lnTo>
                  <a:pt x="0" y="1731849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 dirty="0"/>
          </a:p>
        </p:txBody>
      </p:sp>
      <p:pic>
        <p:nvPicPr>
          <p:cNvPr id="13" name="Picture 12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04F2FA27-46AC-435D-BD71-1AC1C9BEF0E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68558" y="6469296"/>
            <a:ext cx="859042" cy="209988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7DCBB231-0A74-4352-9F07-003CA710F12E}"/>
              </a:ext>
            </a:extLst>
          </p:cNvPr>
          <p:cNvSpPr/>
          <p:nvPr userDrawn="1"/>
        </p:nvSpPr>
        <p:spPr>
          <a:xfrm>
            <a:off x="10788161" y="6664617"/>
            <a:ext cx="1517613" cy="21756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bg1"/>
                </a:solidFill>
                <a:latin typeface="TeleNeo Office Medium" panose="020B0604040202090203" pitchFamily="34" charset="0"/>
              </a:rPr>
              <a:t>Device &amp; Technology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4EA481E-033C-48DF-9B3F-AF5BA10026B8}"/>
              </a:ext>
            </a:extLst>
          </p:cNvPr>
          <p:cNvSpPr/>
          <p:nvPr userDrawn="1"/>
        </p:nvSpPr>
        <p:spPr>
          <a:xfrm>
            <a:off x="6865" y="6610422"/>
            <a:ext cx="1517613" cy="21756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baseline="0" dirty="0">
                <a:solidFill>
                  <a:schemeClr val="bg1"/>
                </a:solidFill>
                <a:latin typeface="TeleNeo Office Medium" panose="020B0604040202090203" pitchFamily="34" charset="0"/>
              </a:rPr>
              <a:t>Confidentia</a:t>
            </a:r>
            <a:r>
              <a:rPr lang="en-US" sz="1050" dirty="0">
                <a:solidFill>
                  <a:schemeClr val="bg1"/>
                </a:solidFill>
                <a:latin typeface="TeleNeo Office Medium" panose="020B0604040202090203" pitchFamily="34" charset="0"/>
              </a:rPr>
              <a:t>l</a:t>
            </a:r>
          </a:p>
        </p:txBody>
      </p:sp>
    </p:spTree>
    <p:extLst>
      <p:ext uri="{BB962C8B-B14F-4D97-AF65-F5344CB8AC3E}">
        <p14:creationId xmlns:p14="http://schemas.microsoft.com/office/powerpoint/2010/main" val="2721041819"/>
      </p:ext>
    </p:extLst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00 - Cover - No Imag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ctrTitle" hasCustomPrompt="1"/>
          </p:nvPr>
        </p:nvSpPr>
        <p:spPr>
          <a:xfrm>
            <a:off x="5131887" y="2905780"/>
            <a:ext cx="9067111" cy="1046440"/>
          </a:xfrm>
          <a:prstGeom prst="rect">
            <a:avLst/>
          </a:prstGeom>
        </p:spPr>
        <p:txBody>
          <a:bodyPr wrap="square">
            <a:spAutoFit/>
          </a:bodyPr>
          <a:lstStyle>
            <a:lvl1pPr algn="l">
              <a:lnSpc>
                <a:spcPct val="75000"/>
              </a:lnSpc>
              <a:defRPr sz="8000" b="0" i="0">
                <a:solidFill>
                  <a:schemeClr val="bg1"/>
                </a:solidFill>
                <a:latin typeface="Tele-GroteskUlt" pitchFamily="2" charset="0"/>
                <a:cs typeface="Tele-GroteskUlt" pitchFamily="2" charset="0"/>
              </a:defRPr>
            </a:lvl1pPr>
          </a:lstStyle>
          <a:p>
            <a:r>
              <a:rPr lang="en-US"/>
              <a:t>COVER SLIDE</a:t>
            </a:r>
          </a:p>
        </p:txBody>
      </p:sp>
      <p:sp>
        <p:nvSpPr>
          <p:cNvPr id="8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5131887" y="3997064"/>
            <a:ext cx="4999312" cy="73152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0"/>
              </a:spcBef>
              <a:buNone/>
              <a:defRPr sz="2667" b="0" i="0">
                <a:solidFill>
                  <a:schemeClr val="bg1"/>
                </a:solidFill>
                <a:latin typeface="+mn-lt"/>
                <a:cs typeface="Tele-GroteskFet" pitchFamily="2" charset="0"/>
              </a:defRPr>
            </a:lvl1pPr>
            <a:lvl2pPr marL="45785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571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35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3143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929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715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501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6287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SPEAKER NAME &amp; DATE</a:t>
            </a:r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4B0450DF-41FA-3A4B-A2C1-33B827825C0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283027" y="6469213"/>
            <a:ext cx="3860800" cy="202143"/>
          </a:xfrm>
          <a:prstGeom prst="rect">
            <a:avLst/>
          </a:prstGeom>
        </p:spPr>
        <p:txBody>
          <a:bodyPr vert="horz" lIns="68681" tIns="34340" rIns="68681" bIns="34340" rtlCol="0" anchor="ctr"/>
          <a:lstStyle>
            <a:lvl1pPr algn="l">
              <a:defRPr sz="1200" b="0" i="0">
                <a:solidFill>
                  <a:schemeClr val="bg1"/>
                </a:solidFill>
                <a:latin typeface="Tele-GroteskHal" pitchFamily="2" charset="0"/>
                <a:cs typeface="Tele-GroteskHal" pitchFamily="2" charset="0"/>
              </a:defRPr>
            </a:lvl1pPr>
          </a:lstStyle>
          <a:p>
            <a:r>
              <a:rPr lang="en-US"/>
              <a:t>T-Mobile Confidential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F63D983-7C8F-D445-A314-628625BBF5B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4741333" cy="6858000"/>
          </a:xfrm>
          <a:prstGeom prst="rect">
            <a:avLst/>
          </a:prstGeom>
          <a:solidFill>
            <a:schemeClr val="tx2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B5CDDC80-C2DE-4D46-BE20-F76783F9894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193790" y="4913377"/>
            <a:ext cx="4471652" cy="457015"/>
          </a:xfrm>
          <a:prstGeom prst="rect">
            <a:avLst/>
          </a:prstGeom>
        </p:spPr>
      </p:pic>
      <p:sp>
        <p:nvSpPr>
          <p:cNvPr id="10" name="Picture Placeholder 32">
            <a:extLst>
              <a:ext uri="{FF2B5EF4-FFF2-40B4-BE49-F238E27FC236}">
                <a16:creationId xmlns:a16="http://schemas.microsoft.com/office/drawing/2014/main" id="{F8872E2A-4968-4C97-AB94-C25552A214C1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905240" y="0"/>
            <a:ext cx="5286760" cy="6858000"/>
          </a:xfrm>
          <a:custGeom>
            <a:avLst/>
            <a:gdLst>
              <a:gd name="connsiteX0" fmla="*/ 3965070 w 3965070"/>
              <a:gd name="connsiteY0" fmla="*/ 2841509 h 5143500"/>
              <a:gd name="connsiteX1" fmla="*/ 3965070 w 3965070"/>
              <a:gd name="connsiteY1" fmla="*/ 3685635 h 5143500"/>
              <a:gd name="connsiteX2" fmla="*/ 2113964 w 3965070"/>
              <a:gd name="connsiteY2" fmla="*/ 5143500 h 5143500"/>
              <a:gd name="connsiteX3" fmla="*/ 1792212 w 3965070"/>
              <a:gd name="connsiteY3" fmla="*/ 5143500 h 5143500"/>
              <a:gd name="connsiteX4" fmla="*/ 1788459 w 3965070"/>
              <a:gd name="connsiteY4" fmla="*/ 4555731 h 5143500"/>
              <a:gd name="connsiteX5" fmla="*/ 3965070 w 3965070"/>
              <a:gd name="connsiteY5" fmla="*/ 1784765 h 5143500"/>
              <a:gd name="connsiteX6" fmla="*/ 3965070 w 3965070"/>
              <a:gd name="connsiteY6" fmla="*/ 2628891 h 5143500"/>
              <a:gd name="connsiteX7" fmla="*/ 2210681 w 3965070"/>
              <a:gd name="connsiteY7" fmla="*/ 4010586 h 5143500"/>
              <a:gd name="connsiteX8" fmla="*/ 2205318 w 3965070"/>
              <a:gd name="connsiteY8" fmla="*/ 3170684 h 5143500"/>
              <a:gd name="connsiteX9" fmla="*/ 3965070 w 3965070"/>
              <a:gd name="connsiteY9" fmla="*/ 733596 h 5143500"/>
              <a:gd name="connsiteX10" fmla="*/ 3965070 w 3965070"/>
              <a:gd name="connsiteY10" fmla="*/ 1577722 h 5143500"/>
              <a:gd name="connsiteX11" fmla="*/ 449116 w 3965070"/>
              <a:gd name="connsiteY11" fmla="*/ 4346763 h 5143500"/>
              <a:gd name="connsiteX12" fmla="*/ 443753 w 3965070"/>
              <a:gd name="connsiteY12" fmla="*/ 3506861 h 5143500"/>
              <a:gd name="connsiteX13" fmla="*/ 3556792 w 3965070"/>
              <a:gd name="connsiteY13" fmla="*/ 0 h 5143500"/>
              <a:gd name="connsiteX14" fmla="*/ 3965070 w 3965070"/>
              <a:gd name="connsiteY14" fmla="*/ 0 h 5143500"/>
              <a:gd name="connsiteX15" fmla="*/ 3965070 w 3965070"/>
              <a:gd name="connsiteY15" fmla="*/ 522581 h 5143500"/>
              <a:gd name="connsiteX16" fmla="*/ 953381 w 3965070"/>
              <a:gd name="connsiteY16" fmla="*/ 2894480 h 5143500"/>
              <a:gd name="connsiteX17" fmla="*/ 948018 w 3965070"/>
              <a:gd name="connsiteY17" fmla="*/ 2054579 h 5143500"/>
              <a:gd name="connsiteX18" fmla="*/ 2198992 w 3965070"/>
              <a:gd name="connsiteY18" fmla="*/ 0 h 5143500"/>
              <a:gd name="connsiteX19" fmla="*/ 3270810 w 3965070"/>
              <a:gd name="connsiteY19" fmla="*/ 0 h 5143500"/>
              <a:gd name="connsiteX20" fmla="*/ 5363 w 3965070"/>
              <a:gd name="connsiteY20" fmla="*/ 2571750 h 5143500"/>
              <a:gd name="connsiteX21" fmla="*/ 0 w 3965070"/>
              <a:gd name="connsiteY21" fmla="*/ 1731849 h 5143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</a:cxnLst>
            <a:rect l="l" t="t" r="r" b="b"/>
            <a:pathLst>
              <a:path w="3965070" h="5143500">
                <a:moveTo>
                  <a:pt x="3965070" y="2841509"/>
                </a:moveTo>
                <a:lnTo>
                  <a:pt x="3965070" y="3685635"/>
                </a:lnTo>
                <a:lnTo>
                  <a:pt x="2113964" y="5143500"/>
                </a:lnTo>
                <a:lnTo>
                  <a:pt x="1792212" y="5143500"/>
                </a:lnTo>
                <a:lnTo>
                  <a:pt x="1788459" y="4555731"/>
                </a:lnTo>
                <a:close/>
                <a:moveTo>
                  <a:pt x="3965070" y="1784765"/>
                </a:moveTo>
                <a:lnTo>
                  <a:pt x="3965070" y="2628891"/>
                </a:lnTo>
                <a:lnTo>
                  <a:pt x="2210681" y="4010586"/>
                </a:lnTo>
                <a:lnTo>
                  <a:pt x="2205318" y="3170684"/>
                </a:lnTo>
                <a:close/>
                <a:moveTo>
                  <a:pt x="3965070" y="733596"/>
                </a:moveTo>
                <a:lnTo>
                  <a:pt x="3965070" y="1577722"/>
                </a:lnTo>
                <a:lnTo>
                  <a:pt x="449116" y="4346763"/>
                </a:lnTo>
                <a:lnTo>
                  <a:pt x="443753" y="3506861"/>
                </a:lnTo>
                <a:close/>
                <a:moveTo>
                  <a:pt x="3556792" y="0"/>
                </a:moveTo>
                <a:lnTo>
                  <a:pt x="3965070" y="0"/>
                </a:lnTo>
                <a:lnTo>
                  <a:pt x="3965070" y="522581"/>
                </a:lnTo>
                <a:lnTo>
                  <a:pt x="953381" y="2894480"/>
                </a:lnTo>
                <a:lnTo>
                  <a:pt x="948018" y="2054579"/>
                </a:lnTo>
                <a:close/>
                <a:moveTo>
                  <a:pt x="2198992" y="0"/>
                </a:moveTo>
                <a:lnTo>
                  <a:pt x="3270810" y="0"/>
                </a:lnTo>
                <a:lnTo>
                  <a:pt x="5363" y="2571750"/>
                </a:lnTo>
                <a:lnTo>
                  <a:pt x="0" y="1731849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 dirty="0"/>
          </a:p>
        </p:txBody>
      </p:sp>
      <p:pic>
        <p:nvPicPr>
          <p:cNvPr id="12" name="Picture 11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F403855E-74E3-400C-BAA3-7D94BD4E419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6384" y="6417132"/>
            <a:ext cx="859042" cy="209988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9AF47447-9407-4BBC-B321-578C6B2E001B}"/>
              </a:ext>
            </a:extLst>
          </p:cNvPr>
          <p:cNvSpPr/>
          <p:nvPr userDrawn="1"/>
        </p:nvSpPr>
        <p:spPr>
          <a:xfrm>
            <a:off x="10775987" y="6612453"/>
            <a:ext cx="1517613" cy="21756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bg1"/>
                </a:solidFill>
                <a:latin typeface="TeleNeo Office Medium" panose="020B0604040202090203" pitchFamily="34" charset="0"/>
              </a:rPr>
              <a:t>Device &amp; Technology</a:t>
            </a:r>
          </a:p>
        </p:txBody>
      </p:sp>
    </p:spTree>
    <p:extLst>
      <p:ext uri="{BB962C8B-B14F-4D97-AF65-F5344CB8AC3E}">
        <p14:creationId xmlns:p14="http://schemas.microsoft.com/office/powerpoint/2010/main" val="2894874068"/>
      </p:ext>
    </p:extLst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00 - Cover - No Imag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ctrTitle" hasCustomPrompt="1"/>
          </p:nvPr>
        </p:nvSpPr>
        <p:spPr>
          <a:xfrm>
            <a:off x="1099149" y="3359437"/>
            <a:ext cx="9067111" cy="1231107"/>
          </a:xfrm>
          <a:prstGeom prst="rect">
            <a:avLst/>
          </a:prstGeom>
        </p:spPr>
        <p:txBody>
          <a:bodyPr wrap="square">
            <a:spAutoFit/>
          </a:bodyPr>
          <a:lstStyle>
            <a:lvl1pPr algn="l">
              <a:lnSpc>
                <a:spcPct val="75000"/>
              </a:lnSpc>
              <a:defRPr sz="9600" b="0" i="0">
                <a:solidFill>
                  <a:schemeClr val="bg1"/>
                </a:solidFill>
                <a:latin typeface="Tele-GroteskUlt" pitchFamily="2" charset="0"/>
                <a:cs typeface="Tele-GroteskUlt" pitchFamily="2" charset="0"/>
              </a:defRPr>
            </a:lvl1pPr>
          </a:lstStyle>
          <a:p>
            <a:r>
              <a:rPr lang="en-US"/>
              <a:t>COVER SLIDE</a:t>
            </a:r>
          </a:p>
        </p:txBody>
      </p:sp>
      <p:sp>
        <p:nvSpPr>
          <p:cNvPr id="8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333652" y="4720947"/>
            <a:ext cx="4999312" cy="73152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0"/>
              </a:spcBef>
              <a:buNone/>
              <a:defRPr sz="3733" b="0" i="0">
                <a:solidFill>
                  <a:schemeClr val="bg1"/>
                </a:solidFill>
                <a:latin typeface="+mn-lt"/>
                <a:cs typeface="Tele-GroteskFet" pitchFamily="2" charset="0"/>
              </a:defRPr>
            </a:lvl1pPr>
            <a:lvl2pPr marL="45785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571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35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3143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929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715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501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6287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SPEAKER NAME &amp; DATE</a:t>
            </a:r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4B0450DF-41FA-3A4B-A2C1-33B827825C0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4432" y="6512374"/>
            <a:ext cx="3860800" cy="202143"/>
          </a:xfrm>
          <a:prstGeom prst="rect">
            <a:avLst/>
          </a:prstGeom>
        </p:spPr>
        <p:txBody>
          <a:bodyPr vert="horz" lIns="68681" tIns="34340" rIns="68681" bIns="34340" rtlCol="0" anchor="ctr"/>
          <a:lstStyle>
            <a:lvl1pPr algn="ctr">
              <a:defRPr sz="1200" b="0" i="0">
                <a:solidFill>
                  <a:schemeClr val="bg1"/>
                </a:solidFill>
                <a:latin typeface="Tele-GroteskHal" pitchFamily="2" charset="0"/>
                <a:cs typeface="Tele-GroteskHal" pitchFamily="2" charset="0"/>
              </a:defRPr>
            </a:lvl1pPr>
          </a:lstStyle>
          <a:p>
            <a:r>
              <a:rPr lang="en-US"/>
              <a:t>T-Mobile Confidential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E39A9C5-9940-034D-A257-1BEEBFC29AF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498380" y="617056"/>
            <a:ext cx="3218011" cy="2419685"/>
          </a:xfrm>
          <a:prstGeom prst="parallelogram">
            <a:avLst/>
          </a:prstGeom>
          <a:solidFill>
            <a:schemeClr val="tx2"/>
          </a:solidFill>
          <a:ln w="19050">
            <a:solidFill>
              <a:schemeClr val="bg1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1" name="Picture Placeholder 2">
            <a:extLst>
              <a:ext uri="{FF2B5EF4-FFF2-40B4-BE49-F238E27FC236}">
                <a16:creationId xmlns:a16="http://schemas.microsoft.com/office/drawing/2014/main" id="{9D0B2535-980D-4049-B15F-8D6B1E25B89C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293219" y="617056"/>
            <a:ext cx="3218011" cy="2419685"/>
          </a:xfrm>
          <a:prstGeom prst="parallelogram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2" name="Picture Placeholder 2">
            <a:extLst>
              <a:ext uri="{FF2B5EF4-FFF2-40B4-BE49-F238E27FC236}">
                <a16:creationId xmlns:a16="http://schemas.microsoft.com/office/drawing/2014/main" id="{C3C6D19D-D114-3E4A-827E-401430A7D422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7088057" y="617056"/>
            <a:ext cx="3218011" cy="2419685"/>
          </a:xfrm>
          <a:prstGeom prst="parallelogram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" name="Parallelogram 4">
            <a:extLst>
              <a:ext uri="{FF2B5EF4-FFF2-40B4-BE49-F238E27FC236}">
                <a16:creationId xmlns:a16="http://schemas.microsoft.com/office/drawing/2014/main" id="{AA238B10-1523-0F43-A217-99FB82BBF241}"/>
              </a:ext>
            </a:extLst>
          </p:cNvPr>
          <p:cNvSpPr/>
          <p:nvPr userDrawn="1"/>
        </p:nvSpPr>
        <p:spPr>
          <a:xfrm rot="777662">
            <a:off x="1417187" y="549608"/>
            <a:ext cx="162389" cy="2554579"/>
          </a:xfrm>
          <a:custGeom>
            <a:avLst/>
            <a:gdLst>
              <a:gd name="connsiteX0" fmla="*/ 0 w 156369"/>
              <a:gd name="connsiteY0" fmla="*/ 1903890 h 1903890"/>
              <a:gd name="connsiteX1" fmla="*/ 39092 w 156369"/>
              <a:gd name="connsiteY1" fmla="*/ 0 h 1903890"/>
              <a:gd name="connsiteX2" fmla="*/ 156369 w 156369"/>
              <a:gd name="connsiteY2" fmla="*/ 0 h 1903890"/>
              <a:gd name="connsiteX3" fmla="*/ 117277 w 156369"/>
              <a:gd name="connsiteY3" fmla="*/ 1903890 h 1903890"/>
              <a:gd name="connsiteX4" fmla="*/ 0 w 156369"/>
              <a:gd name="connsiteY4" fmla="*/ 1903890 h 1903890"/>
              <a:gd name="connsiteX0" fmla="*/ 0 w 156369"/>
              <a:gd name="connsiteY0" fmla="*/ 1903890 h 1903890"/>
              <a:gd name="connsiteX1" fmla="*/ 40513 w 156369"/>
              <a:gd name="connsiteY1" fmla="*/ 23229 h 1903890"/>
              <a:gd name="connsiteX2" fmla="*/ 156369 w 156369"/>
              <a:gd name="connsiteY2" fmla="*/ 0 h 1903890"/>
              <a:gd name="connsiteX3" fmla="*/ 117277 w 156369"/>
              <a:gd name="connsiteY3" fmla="*/ 1903890 h 1903890"/>
              <a:gd name="connsiteX4" fmla="*/ 0 w 156369"/>
              <a:gd name="connsiteY4" fmla="*/ 1903890 h 1903890"/>
              <a:gd name="connsiteX0" fmla="*/ 0 w 159832"/>
              <a:gd name="connsiteY0" fmla="*/ 1940021 h 1940021"/>
              <a:gd name="connsiteX1" fmla="*/ 43976 w 159832"/>
              <a:gd name="connsiteY1" fmla="*/ 23229 h 1940021"/>
              <a:gd name="connsiteX2" fmla="*/ 159832 w 159832"/>
              <a:gd name="connsiteY2" fmla="*/ 0 h 1940021"/>
              <a:gd name="connsiteX3" fmla="*/ 120740 w 159832"/>
              <a:gd name="connsiteY3" fmla="*/ 1903890 h 1940021"/>
              <a:gd name="connsiteX4" fmla="*/ 0 w 159832"/>
              <a:gd name="connsiteY4" fmla="*/ 1940021 h 1940021"/>
              <a:gd name="connsiteX0" fmla="*/ 0 w 161253"/>
              <a:gd name="connsiteY0" fmla="*/ 1916792 h 1916792"/>
              <a:gd name="connsiteX1" fmla="*/ 45397 w 161253"/>
              <a:gd name="connsiteY1" fmla="*/ 23229 h 1916792"/>
              <a:gd name="connsiteX2" fmla="*/ 161253 w 161253"/>
              <a:gd name="connsiteY2" fmla="*/ 0 h 1916792"/>
              <a:gd name="connsiteX3" fmla="*/ 122161 w 161253"/>
              <a:gd name="connsiteY3" fmla="*/ 1903890 h 1916792"/>
              <a:gd name="connsiteX4" fmla="*/ 0 w 161253"/>
              <a:gd name="connsiteY4" fmla="*/ 1916792 h 1916792"/>
              <a:gd name="connsiteX0" fmla="*/ 0 w 160690"/>
              <a:gd name="connsiteY0" fmla="*/ 1936293 h 1936293"/>
              <a:gd name="connsiteX1" fmla="*/ 44834 w 160690"/>
              <a:gd name="connsiteY1" fmla="*/ 23229 h 1936293"/>
              <a:gd name="connsiteX2" fmla="*/ 160690 w 160690"/>
              <a:gd name="connsiteY2" fmla="*/ 0 h 1936293"/>
              <a:gd name="connsiteX3" fmla="*/ 121598 w 160690"/>
              <a:gd name="connsiteY3" fmla="*/ 1903890 h 1936293"/>
              <a:gd name="connsiteX4" fmla="*/ 0 w 160690"/>
              <a:gd name="connsiteY4" fmla="*/ 1936293 h 1936293"/>
              <a:gd name="connsiteX0" fmla="*/ 0 w 162897"/>
              <a:gd name="connsiteY0" fmla="*/ 1928836 h 1928836"/>
              <a:gd name="connsiteX1" fmla="*/ 44834 w 162897"/>
              <a:gd name="connsiteY1" fmla="*/ 15772 h 1928836"/>
              <a:gd name="connsiteX2" fmla="*/ 162897 w 162897"/>
              <a:gd name="connsiteY2" fmla="*/ 0 h 1928836"/>
              <a:gd name="connsiteX3" fmla="*/ 121598 w 162897"/>
              <a:gd name="connsiteY3" fmla="*/ 1896433 h 1928836"/>
              <a:gd name="connsiteX4" fmla="*/ 0 w 162897"/>
              <a:gd name="connsiteY4" fmla="*/ 1928836 h 1928836"/>
              <a:gd name="connsiteX0" fmla="*/ 0 w 162897"/>
              <a:gd name="connsiteY0" fmla="*/ 1928836 h 1928836"/>
              <a:gd name="connsiteX1" fmla="*/ 41143 w 162897"/>
              <a:gd name="connsiteY1" fmla="*/ 20358 h 1928836"/>
              <a:gd name="connsiteX2" fmla="*/ 162897 w 162897"/>
              <a:gd name="connsiteY2" fmla="*/ 0 h 1928836"/>
              <a:gd name="connsiteX3" fmla="*/ 121598 w 162897"/>
              <a:gd name="connsiteY3" fmla="*/ 1896433 h 1928836"/>
              <a:gd name="connsiteX4" fmla="*/ 0 w 162897"/>
              <a:gd name="connsiteY4" fmla="*/ 1928836 h 1928836"/>
              <a:gd name="connsiteX0" fmla="*/ 0 w 156621"/>
              <a:gd name="connsiteY0" fmla="*/ 1915934 h 1915934"/>
              <a:gd name="connsiteX1" fmla="*/ 34867 w 156621"/>
              <a:gd name="connsiteY1" fmla="*/ 20358 h 1915934"/>
              <a:gd name="connsiteX2" fmla="*/ 156621 w 156621"/>
              <a:gd name="connsiteY2" fmla="*/ 0 h 1915934"/>
              <a:gd name="connsiteX3" fmla="*/ 115322 w 156621"/>
              <a:gd name="connsiteY3" fmla="*/ 1896433 h 1915934"/>
              <a:gd name="connsiteX4" fmla="*/ 0 w 156621"/>
              <a:gd name="connsiteY4" fmla="*/ 1915934 h 1915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6621" h="1915934">
                <a:moveTo>
                  <a:pt x="0" y="1915934"/>
                </a:moveTo>
                <a:lnTo>
                  <a:pt x="34867" y="20358"/>
                </a:lnTo>
                <a:lnTo>
                  <a:pt x="156621" y="0"/>
                </a:lnTo>
                <a:lnTo>
                  <a:pt x="115322" y="1896433"/>
                </a:lnTo>
                <a:lnTo>
                  <a:pt x="0" y="1915934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40000" dist="23000" dir="5400000" rotWithShape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1276EBA6-9654-194C-8BBA-8A17419A0B9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666398" y="6384937"/>
            <a:ext cx="4471652" cy="457015"/>
          </a:xfrm>
          <a:prstGeom prst="rect">
            <a:avLst/>
          </a:prstGeom>
        </p:spPr>
      </p:pic>
      <p:sp>
        <p:nvSpPr>
          <p:cNvPr id="10" name="Picture Placeholder 32">
            <a:extLst>
              <a:ext uri="{FF2B5EF4-FFF2-40B4-BE49-F238E27FC236}">
                <a16:creationId xmlns:a16="http://schemas.microsoft.com/office/drawing/2014/main" id="{6F4076D8-4EDA-4D14-BA62-5BD8B0EE727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905240" y="0"/>
            <a:ext cx="5286760" cy="6858000"/>
          </a:xfrm>
          <a:custGeom>
            <a:avLst/>
            <a:gdLst>
              <a:gd name="connsiteX0" fmla="*/ 3965070 w 3965070"/>
              <a:gd name="connsiteY0" fmla="*/ 2841509 h 5143500"/>
              <a:gd name="connsiteX1" fmla="*/ 3965070 w 3965070"/>
              <a:gd name="connsiteY1" fmla="*/ 3685635 h 5143500"/>
              <a:gd name="connsiteX2" fmla="*/ 2113964 w 3965070"/>
              <a:gd name="connsiteY2" fmla="*/ 5143500 h 5143500"/>
              <a:gd name="connsiteX3" fmla="*/ 1792212 w 3965070"/>
              <a:gd name="connsiteY3" fmla="*/ 5143500 h 5143500"/>
              <a:gd name="connsiteX4" fmla="*/ 1788459 w 3965070"/>
              <a:gd name="connsiteY4" fmla="*/ 4555731 h 5143500"/>
              <a:gd name="connsiteX5" fmla="*/ 3965070 w 3965070"/>
              <a:gd name="connsiteY5" fmla="*/ 1784765 h 5143500"/>
              <a:gd name="connsiteX6" fmla="*/ 3965070 w 3965070"/>
              <a:gd name="connsiteY6" fmla="*/ 2628891 h 5143500"/>
              <a:gd name="connsiteX7" fmla="*/ 2210681 w 3965070"/>
              <a:gd name="connsiteY7" fmla="*/ 4010586 h 5143500"/>
              <a:gd name="connsiteX8" fmla="*/ 2205318 w 3965070"/>
              <a:gd name="connsiteY8" fmla="*/ 3170684 h 5143500"/>
              <a:gd name="connsiteX9" fmla="*/ 3965070 w 3965070"/>
              <a:gd name="connsiteY9" fmla="*/ 733596 h 5143500"/>
              <a:gd name="connsiteX10" fmla="*/ 3965070 w 3965070"/>
              <a:gd name="connsiteY10" fmla="*/ 1577722 h 5143500"/>
              <a:gd name="connsiteX11" fmla="*/ 449116 w 3965070"/>
              <a:gd name="connsiteY11" fmla="*/ 4346763 h 5143500"/>
              <a:gd name="connsiteX12" fmla="*/ 443753 w 3965070"/>
              <a:gd name="connsiteY12" fmla="*/ 3506861 h 5143500"/>
              <a:gd name="connsiteX13" fmla="*/ 3556792 w 3965070"/>
              <a:gd name="connsiteY13" fmla="*/ 0 h 5143500"/>
              <a:gd name="connsiteX14" fmla="*/ 3965070 w 3965070"/>
              <a:gd name="connsiteY14" fmla="*/ 0 h 5143500"/>
              <a:gd name="connsiteX15" fmla="*/ 3965070 w 3965070"/>
              <a:gd name="connsiteY15" fmla="*/ 522581 h 5143500"/>
              <a:gd name="connsiteX16" fmla="*/ 953381 w 3965070"/>
              <a:gd name="connsiteY16" fmla="*/ 2894480 h 5143500"/>
              <a:gd name="connsiteX17" fmla="*/ 948018 w 3965070"/>
              <a:gd name="connsiteY17" fmla="*/ 2054579 h 5143500"/>
              <a:gd name="connsiteX18" fmla="*/ 2198992 w 3965070"/>
              <a:gd name="connsiteY18" fmla="*/ 0 h 5143500"/>
              <a:gd name="connsiteX19" fmla="*/ 3270810 w 3965070"/>
              <a:gd name="connsiteY19" fmla="*/ 0 h 5143500"/>
              <a:gd name="connsiteX20" fmla="*/ 5363 w 3965070"/>
              <a:gd name="connsiteY20" fmla="*/ 2571750 h 5143500"/>
              <a:gd name="connsiteX21" fmla="*/ 0 w 3965070"/>
              <a:gd name="connsiteY21" fmla="*/ 1731849 h 5143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</a:cxnLst>
            <a:rect l="l" t="t" r="r" b="b"/>
            <a:pathLst>
              <a:path w="3965070" h="5143500">
                <a:moveTo>
                  <a:pt x="3965070" y="2841509"/>
                </a:moveTo>
                <a:lnTo>
                  <a:pt x="3965070" y="3685635"/>
                </a:lnTo>
                <a:lnTo>
                  <a:pt x="2113964" y="5143500"/>
                </a:lnTo>
                <a:lnTo>
                  <a:pt x="1792212" y="5143500"/>
                </a:lnTo>
                <a:lnTo>
                  <a:pt x="1788459" y="4555731"/>
                </a:lnTo>
                <a:close/>
                <a:moveTo>
                  <a:pt x="3965070" y="1784765"/>
                </a:moveTo>
                <a:lnTo>
                  <a:pt x="3965070" y="2628891"/>
                </a:lnTo>
                <a:lnTo>
                  <a:pt x="2210681" y="4010586"/>
                </a:lnTo>
                <a:lnTo>
                  <a:pt x="2205318" y="3170684"/>
                </a:lnTo>
                <a:close/>
                <a:moveTo>
                  <a:pt x="3965070" y="733596"/>
                </a:moveTo>
                <a:lnTo>
                  <a:pt x="3965070" y="1577722"/>
                </a:lnTo>
                <a:lnTo>
                  <a:pt x="449116" y="4346763"/>
                </a:lnTo>
                <a:lnTo>
                  <a:pt x="443753" y="3506861"/>
                </a:lnTo>
                <a:close/>
                <a:moveTo>
                  <a:pt x="3556792" y="0"/>
                </a:moveTo>
                <a:lnTo>
                  <a:pt x="3965070" y="0"/>
                </a:lnTo>
                <a:lnTo>
                  <a:pt x="3965070" y="522581"/>
                </a:lnTo>
                <a:lnTo>
                  <a:pt x="953381" y="2894480"/>
                </a:lnTo>
                <a:lnTo>
                  <a:pt x="948018" y="2054579"/>
                </a:lnTo>
                <a:close/>
                <a:moveTo>
                  <a:pt x="2198992" y="0"/>
                </a:moveTo>
                <a:lnTo>
                  <a:pt x="3270810" y="0"/>
                </a:lnTo>
                <a:lnTo>
                  <a:pt x="5363" y="2571750"/>
                </a:lnTo>
                <a:lnTo>
                  <a:pt x="0" y="1731849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 dirty="0"/>
          </a:p>
        </p:txBody>
      </p:sp>
      <p:pic>
        <p:nvPicPr>
          <p:cNvPr id="14" name="Picture 13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33B5D717-C7D3-4253-8CD5-9E81DBD5B65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6384" y="6417132"/>
            <a:ext cx="859042" cy="209988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B7EE304E-5C42-4E57-833E-92CC2995CA49}"/>
              </a:ext>
            </a:extLst>
          </p:cNvPr>
          <p:cNvSpPr/>
          <p:nvPr userDrawn="1"/>
        </p:nvSpPr>
        <p:spPr>
          <a:xfrm>
            <a:off x="10775987" y="6612453"/>
            <a:ext cx="1517613" cy="21756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bg1"/>
                </a:solidFill>
                <a:latin typeface="TeleNeo Office Medium" panose="020B0604040202090203" pitchFamily="34" charset="0"/>
              </a:rPr>
              <a:t>Device &amp; Technology</a:t>
            </a:r>
          </a:p>
        </p:txBody>
      </p:sp>
    </p:spTree>
    <p:extLst>
      <p:ext uri="{BB962C8B-B14F-4D97-AF65-F5344CB8AC3E}">
        <p14:creationId xmlns:p14="http://schemas.microsoft.com/office/powerpoint/2010/main" val="1238145906"/>
      </p:ext>
    </p:extLst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11 - Cover - Black Tex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6F4A7AF-5AC1-6D4C-B7A2-12A7AFF19E8D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06911" y="0"/>
            <a:ext cx="12192000" cy="68580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00876EC2-0A8D-4904-B4FF-20F6E96F936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520538" y="2359231"/>
            <a:ext cx="9067111" cy="954108"/>
          </a:xfrm>
          <a:prstGeom prst="rect">
            <a:avLst/>
          </a:prstGeom>
        </p:spPr>
        <p:txBody>
          <a:bodyPr wrap="square">
            <a:spAutoFit/>
          </a:bodyPr>
          <a:lstStyle>
            <a:lvl1pPr algn="l">
              <a:lnSpc>
                <a:spcPct val="75000"/>
              </a:lnSpc>
              <a:defRPr sz="7200" b="0" i="0">
                <a:solidFill>
                  <a:schemeClr val="bg1"/>
                </a:solidFill>
                <a:latin typeface="Tele-GroteskUlt" pitchFamily="2" charset="0"/>
                <a:cs typeface="Tele-GroteskUlt" pitchFamily="2" charset="0"/>
              </a:defRPr>
            </a:lvl1pPr>
          </a:lstStyle>
          <a:p>
            <a:r>
              <a:rPr lang="en-US"/>
              <a:t>COVER SLIDE</a:t>
            </a:r>
          </a:p>
        </p:txBody>
      </p:sp>
      <p:sp>
        <p:nvSpPr>
          <p:cNvPr id="11" name="Subtitle 2">
            <a:extLst>
              <a:ext uri="{FF2B5EF4-FFF2-40B4-BE49-F238E27FC236}">
                <a16:creationId xmlns:a16="http://schemas.microsoft.com/office/drawing/2014/main" id="{A143D62D-D967-49B7-8847-02FB34CFB388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2520537" y="3557464"/>
            <a:ext cx="4999312" cy="73152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0"/>
              </a:spcBef>
              <a:buNone/>
              <a:defRPr sz="2400" b="0" i="0">
                <a:solidFill>
                  <a:schemeClr val="bg1"/>
                </a:solidFill>
                <a:latin typeface="+mn-lt"/>
                <a:cs typeface="Tele-GroteskFet" pitchFamily="2" charset="0"/>
              </a:defRPr>
            </a:lvl1pPr>
            <a:lvl2pPr marL="45785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571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35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3143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929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715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501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6287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SPEAKER NAME &amp; DATE</a:t>
            </a:r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7DBD896D-2878-7D44-B8A2-7CF098EC4A2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911" y="6508590"/>
            <a:ext cx="1888144" cy="160065"/>
          </a:xfrm>
          <a:prstGeom prst="rect">
            <a:avLst/>
          </a:prstGeom>
        </p:spPr>
        <p:txBody>
          <a:bodyPr vert="horz" lIns="68681" tIns="34340" rIns="68681" bIns="34340" rtlCol="0" anchor="ctr"/>
          <a:lstStyle>
            <a:lvl1pPr algn="r">
              <a:defRPr sz="1200" b="0" i="0">
                <a:solidFill>
                  <a:schemeClr val="bg1"/>
                </a:solidFill>
                <a:latin typeface="Tele-GroteskHal" pitchFamily="2" charset="0"/>
                <a:cs typeface="Tele-GroteskHal" pitchFamily="2" charset="0"/>
              </a:defRPr>
            </a:lvl1pPr>
          </a:lstStyle>
          <a:p>
            <a:r>
              <a:rPr lang="en-US" dirty="0"/>
              <a:t>T-Mobile Confidential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CB98C4F-7246-E348-BF7D-CCE619907A9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860174" y="6308594"/>
            <a:ext cx="4471652" cy="457015"/>
          </a:xfrm>
          <a:prstGeom prst="rect">
            <a:avLst/>
          </a:prstGeom>
        </p:spPr>
      </p:pic>
      <p:sp>
        <p:nvSpPr>
          <p:cNvPr id="9" name="Picture Placeholder 32">
            <a:extLst>
              <a:ext uri="{FF2B5EF4-FFF2-40B4-BE49-F238E27FC236}">
                <a16:creationId xmlns:a16="http://schemas.microsoft.com/office/drawing/2014/main" id="{3CD8B666-D5D1-4AFD-9286-F4AF2FCA7648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905240" y="0"/>
            <a:ext cx="5286760" cy="6858000"/>
          </a:xfrm>
          <a:custGeom>
            <a:avLst/>
            <a:gdLst>
              <a:gd name="connsiteX0" fmla="*/ 3965070 w 3965070"/>
              <a:gd name="connsiteY0" fmla="*/ 2841509 h 5143500"/>
              <a:gd name="connsiteX1" fmla="*/ 3965070 w 3965070"/>
              <a:gd name="connsiteY1" fmla="*/ 3685635 h 5143500"/>
              <a:gd name="connsiteX2" fmla="*/ 2113964 w 3965070"/>
              <a:gd name="connsiteY2" fmla="*/ 5143500 h 5143500"/>
              <a:gd name="connsiteX3" fmla="*/ 1792212 w 3965070"/>
              <a:gd name="connsiteY3" fmla="*/ 5143500 h 5143500"/>
              <a:gd name="connsiteX4" fmla="*/ 1788459 w 3965070"/>
              <a:gd name="connsiteY4" fmla="*/ 4555731 h 5143500"/>
              <a:gd name="connsiteX5" fmla="*/ 3965070 w 3965070"/>
              <a:gd name="connsiteY5" fmla="*/ 1784765 h 5143500"/>
              <a:gd name="connsiteX6" fmla="*/ 3965070 w 3965070"/>
              <a:gd name="connsiteY6" fmla="*/ 2628891 h 5143500"/>
              <a:gd name="connsiteX7" fmla="*/ 2210681 w 3965070"/>
              <a:gd name="connsiteY7" fmla="*/ 4010586 h 5143500"/>
              <a:gd name="connsiteX8" fmla="*/ 2205318 w 3965070"/>
              <a:gd name="connsiteY8" fmla="*/ 3170684 h 5143500"/>
              <a:gd name="connsiteX9" fmla="*/ 3965070 w 3965070"/>
              <a:gd name="connsiteY9" fmla="*/ 733596 h 5143500"/>
              <a:gd name="connsiteX10" fmla="*/ 3965070 w 3965070"/>
              <a:gd name="connsiteY10" fmla="*/ 1577722 h 5143500"/>
              <a:gd name="connsiteX11" fmla="*/ 449116 w 3965070"/>
              <a:gd name="connsiteY11" fmla="*/ 4346763 h 5143500"/>
              <a:gd name="connsiteX12" fmla="*/ 443753 w 3965070"/>
              <a:gd name="connsiteY12" fmla="*/ 3506861 h 5143500"/>
              <a:gd name="connsiteX13" fmla="*/ 3556792 w 3965070"/>
              <a:gd name="connsiteY13" fmla="*/ 0 h 5143500"/>
              <a:gd name="connsiteX14" fmla="*/ 3965070 w 3965070"/>
              <a:gd name="connsiteY14" fmla="*/ 0 h 5143500"/>
              <a:gd name="connsiteX15" fmla="*/ 3965070 w 3965070"/>
              <a:gd name="connsiteY15" fmla="*/ 522581 h 5143500"/>
              <a:gd name="connsiteX16" fmla="*/ 953381 w 3965070"/>
              <a:gd name="connsiteY16" fmla="*/ 2894480 h 5143500"/>
              <a:gd name="connsiteX17" fmla="*/ 948018 w 3965070"/>
              <a:gd name="connsiteY17" fmla="*/ 2054579 h 5143500"/>
              <a:gd name="connsiteX18" fmla="*/ 2198992 w 3965070"/>
              <a:gd name="connsiteY18" fmla="*/ 0 h 5143500"/>
              <a:gd name="connsiteX19" fmla="*/ 3270810 w 3965070"/>
              <a:gd name="connsiteY19" fmla="*/ 0 h 5143500"/>
              <a:gd name="connsiteX20" fmla="*/ 5363 w 3965070"/>
              <a:gd name="connsiteY20" fmla="*/ 2571750 h 5143500"/>
              <a:gd name="connsiteX21" fmla="*/ 0 w 3965070"/>
              <a:gd name="connsiteY21" fmla="*/ 1731849 h 5143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</a:cxnLst>
            <a:rect l="l" t="t" r="r" b="b"/>
            <a:pathLst>
              <a:path w="3965070" h="5143500">
                <a:moveTo>
                  <a:pt x="3965070" y="2841509"/>
                </a:moveTo>
                <a:lnTo>
                  <a:pt x="3965070" y="3685635"/>
                </a:lnTo>
                <a:lnTo>
                  <a:pt x="2113964" y="5143500"/>
                </a:lnTo>
                <a:lnTo>
                  <a:pt x="1792212" y="5143500"/>
                </a:lnTo>
                <a:lnTo>
                  <a:pt x="1788459" y="4555731"/>
                </a:lnTo>
                <a:close/>
                <a:moveTo>
                  <a:pt x="3965070" y="1784765"/>
                </a:moveTo>
                <a:lnTo>
                  <a:pt x="3965070" y="2628891"/>
                </a:lnTo>
                <a:lnTo>
                  <a:pt x="2210681" y="4010586"/>
                </a:lnTo>
                <a:lnTo>
                  <a:pt x="2205318" y="3170684"/>
                </a:lnTo>
                <a:close/>
                <a:moveTo>
                  <a:pt x="3965070" y="733596"/>
                </a:moveTo>
                <a:lnTo>
                  <a:pt x="3965070" y="1577722"/>
                </a:lnTo>
                <a:lnTo>
                  <a:pt x="449116" y="4346763"/>
                </a:lnTo>
                <a:lnTo>
                  <a:pt x="443753" y="3506861"/>
                </a:lnTo>
                <a:close/>
                <a:moveTo>
                  <a:pt x="3556792" y="0"/>
                </a:moveTo>
                <a:lnTo>
                  <a:pt x="3965070" y="0"/>
                </a:lnTo>
                <a:lnTo>
                  <a:pt x="3965070" y="522581"/>
                </a:lnTo>
                <a:lnTo>
                  <a:pt x="953381" y="2894480"/>
                </a:lnTo>
                <a:lnTo>
                  <a:pt x="948018" y="2054579"/>
                </a:lnTo>
                <a:close/>
                <a:moveTo>
                  <a:pt x="2198992" y="0"/>
                </a:moveTo>
                <a:lnTo>
                  <a:pt x="3270810" y="0"/>
                </a:lnTo>
                <a:lnTo>
                  <a:pt x="5363" y="2571750"/>
                </a:lnTo>
                <a:lnTo>
                  <a:pt x="0" y="1731849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 dirty="0"/>
          </a:p>
        </p:txBody>
      </p:sp>
      <p:pic>
        <p:nvPicPr>
          <p:cNvPr id="12" name="Picture 11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EAEF0D54-B2D7-4329-86BB-9A8B16F55EE8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6384" y="6417132"/>
            <a:ext cx="859042" cy="209988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2141A021-ED7B-43C7-9656-BE8ED70D0DA6}"/>
              </a:ext>
            </a:extLst>
          </p:cNvPr>
          <p:cNvSpPr/>
          <p:nvPr userDrawn="1"/>
        </p:nvSpPr>
        <p:spPr>
          <a:xfrm>
            <a:off x="10775987" y="6612453"/>
            <a:ext cx="1517613" cy="21756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bg1"/>
                </a:solidFill>
                <a:latin typeface="TeleNeo Office Medium" panose="020B0604040202090203" pitchFamily="34" charset="0"/>
              </a:rPr>
              <a:t>Device &amp; Technology</a:t>
            </a:r>
          </a:p>
        </p:txBody>
      </p:sp>
    </p:spTree>
    <p:extLst>
      <p:ext uri="{BB962C8B-B14F-4D97-AF65-F5344CB8AC3E}">
        <p14:creationId xmlns:p14="http://schemas.microsoft.com/office/powerpoint/2010/main" val="12730524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slideLayout" Target="../slideLayouts/slideLayout5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.png"/><Relationship Id="rId5" Type="http://schemas.openxmlformats.org/officeDocument/2006/relationships/theme" Target="../theme/theme2.xml"/><Relationship Id="rId4" Type="http://schemas.openxmlformats.org/officeDocument/2006/relationships/slideLayout" Target="../slideLayouts/slideLayout7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0.xml"/><Relationship Id="rId7" Type="http://schemas.openxmlformats.org/officeDocument/2006/relationships/slideLayout" Target="../slideLayouts/slideLayout14.xml"/><Relationship Id="rId2" Type="http://schemas.openxmlformats.org/officeDocument/2006/relationships/slideLayout" Target="../slideLayouts/slideLayout9.xml"/><Relationship Id="rId1" Type="http://schemas.openxmlformats.org/officeDocument/2006/relationships/slideLayout" Target="../slideLayouts/slideLayout8.xml"/><Relationship Id="rId6" Type="http://schemas.openxmlformats.org/officeDocument/2006/relationships/slideLayout" Target="../slideLayouts/slideLayout13.xml"/><Relationship Id="rId11" Type="http://schemas.openxmlformats.org/officeDocument/2006/relationships/image" Target="../media/image1.png"/><Relationship Id="rId5" Type="http://schemas.openxmlformats.org/officeDocument/2006/relationships/slideLayout" Target="../slideLayouts/slideLayout12.xml"/><Relationship Id="rId10" Type="http://schemas.openxmlformats.org/officeDocument/2006/relationships/image" Target="../media/image19.png"/><Relationship Id="rId4" Type="http://schemas.openxmlformats.org/officeDocument/2006/relationships/slideLayout" Target="../slideLayouts/slideLayout11.xml"/><Relationship Id="rId9" Type="http://schemas.openxmlformats.org/officeDocument/2006/relationships/theme" Target="../theme/theme3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slideLayout" Target="../slideLayouts/slideLayout18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17.xml"/><Relationship Id="rId1" Type="http://schemas.openxmlformats.org/officeDocument/2006/relationships/slideLayout" Target="../slideLayouts/slideLayout16.xml"/><Relationship Id="rId6" Type="http://schemas.openxmlformats.org/officeDocument/2006/relationships/theme" Target="../theme/theme4.xml"/><Relationship Id="rId5" Type="http://schemas.openxmlformats.org/officeDocument/2006/relationships/slideLayout" Target="../slideLayouts/slideLayout20.xml"/><Relationship Id="rId4" Type="http://schemas.openxmlformats.org/officeDocument/2006/relationships/slideLayout" Target="../slideLayouts/slideLayout19.xml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3.xml"/><Relationship Id="rId2" Type="http://schemas.openxmlformats.org/officeDocument/2006/relationships/slideLayout" Target="../slideLayouts/slideLayout22.xml"/><Relationship Id="rId1" Type="http://schemas.openxmlformats.org/officeDocument/2006/relationships/slideLayout" Target="../slideLayouts/slideLayout21.xml"/><Relationship Id="rId6" Type="http://schemas.openxmlformats.org/officeDocument/2006/relationships/image" Target="../media/image19.png"/><Relationship Id="rId5" Type="http://schemas.openxmlformats.org/officeDocument/2006/relationships/image" Target="../media/image1.png"/><Relationship Id="rId4" Type="http://schemas.openxmlformats.org/officeDocument/2006/relationships/theme" Target="../theme/theme5.xml"/></Relationships>
</file>

<file path=ppt/slideMasters/_rels/slideMaster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6.xml"/><Relationship Id="rId2" Type="http://schemas.openxmlformats.org/officeDocument/2006/relationships/slideLayout" Target="../slideLayouts/slideLayout25.xml"/><Relationship Id="rId1" Type="http://schemas.openxmlformats.org/officeDocument/2006/relationships/slideLayout" Target="../slideLayouts/slideLayout24.xml"/><Relationship Id="rId6" Type="http://schemas.openxmlformats.org/officeDocument/2006/relationships/image" Target="../media/image19.png"/><Relationship Id="rId5" Type="http://schemas.openxmlformats.org/officeDocument/2006/relationships/image" Target="../media/image1.png"/><Relationship Id="rId4" Type="http://schemas.openxmlformats.org/officeDocument/2006/relationships/theme" Target="../theme/theme6.xml"/></Relationships>
</file>

<file path=ppt/slideMasters/_rels/slideMaster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9.xml"/><Relationship Id="rId7" Type="http://schemas.openxmlformats.org/officeDocument/2006/relationships/image" Target="../media/image19.png"/><Relationship Id="rId2" Type="http://schemas.openxmlformats.org/officeDocument/2006/relationships/slideLayout" Target="../slideLayouts/slideLayout28.xml"/><Relationship Id="rId1" Type="http://schemas.openxmlformats.org/officeDocument/2006/relationships/slideLayout" Target="../slideLayouts/slideLayout27.xml"/><Relationship Id="rId6" Type="http://schemas.openxmlformats.org/officeDocument/2006/relationships/image" Target="../media/image1.png"/><Relationship Id="rId5" Type="http://schemas.openxmlformats.org/officeDocument/2006/relationships/theme" Target="../theme/theme7.xml"/><Relationship Id="rId4" Type="http://schemas.openxmlformats.org/officeDocument/2006/relationships/slideLayout" Target="../slideLayouts/slideLayout30.xml"/></Relationships>
</file>

<file path=ppt/slideMasters/_rels/slideMaster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slideLayout" Target="../slideLayouts/slideLayout33.xml"/><Relationship Id="rId7" Type="http://schemas.openxmlformats.org/officeDocument/2006/relationships/theme" Target="../theme/theme8.xml"/><Relationship Id="rId2" Type="http://schemas.openxmlformats.org/officeDocument/2006/relationships/slideLayout" Target="../slideLayouts/slideLayout32.xml"/><Relationship Id="rId1" Type="http://schemas.openxmlformats.org/officeDocument/2006/relationships/slideLayout" Target="../slideLayouts/slideLayout31.xml"/><Relationship Id="rId6" Type="http://schemas.openxmlformats.org/officeDocument/2006/relationships/slideLayout" Target="../slideLayouts/slideLayout36.xml"/><Relationship Id="rId5" Type="http://schemas.openxmlformats.org/officeDocument/2006/relationships/slideLayout" Target="../slideLayouts/slideLayout35.xml"/><Relationship Id="rId4" Type="http://schemas.openxmlformats.org/officeDocument/2006/relationships/slideLayout" Target="../slideLayouts/slideLayout34.xml"/><Relationship Id="rId9" Type="http://schemas.openxmlformats.org/officeDocument/2006/relationships/image" Target="../media/image1.png"/></Relationships>
</file>

<file path=ppt/slideMasters/_rels/slideMaster9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4.xml"/><Relationship Id="rId13" Type="http://schemas.openxmlformats.org/officeDocument/2006/relationships/slideLayout" Target="../slideLayouts/slideLayout49.xml"/><Relationship Id="rId18" Type="http://schemas.openxmlformats.org/officeDocument/2006/relationships/image" Target="../media/image34.jpeg"/><Relationship Id="rId3" Type="http://schemas.openxmlformats.org/officeDocument/2006/relationships/slideLayout" Target="../slideLayouts/slideLayout39.xml"/><Relationship Id="rId7" Type="http://schemas.openxmlformats.org/officeDocument/2006/relationships/slideLayout" Target="../slideLayouts/slideLayout43.xml"/><Relationship Id="rId12" Type="http://schemas.openxmlformats.org/officeDocument/2006/relationships/slideLayout" Target="../slideLayouts/slideLayout48.xml"/><Relationship Id="rId17" Type="http://schemas.openxmlformats.org/officeDocument/2006/relationships/theme" Target="../theme/theme9.xml"/><Relationship Id="rId2" Type="http://schemas.openxmlformats.org/officeDocument/2006/relationships/slideLayout" Target="../slideLayouts/slideLayout38.xml"/><Relationship Id="rId16" Type="http://schemas.openxmlformats.org/officeDocument/2006/relationships/slideLayout" Target="../slideLayouts/slideLayout52.xml"/><Relationship Id="rId20" Type="http://schemas.openxmlformats.org/officeDocument/2006/relationships/image" Target="../media/image1.png"/><Relationship Id="rId1" Type="http://schemas.openxmlformats.org/officeDocument/2006/relationships/slideLayout" Target="../slideLayouts/slideLayout37.xml"/><Relationship Id="rId6" Type="http://schemas.openxmlformats.org/officeDocument/2006/relationships/slideLayout" Target="../slideLayouts/slideLayout42.xml"/><Relationship Id="rId11" Type="http://schemas.openxmlformats.org/officeDocument/2006/relationships/slideLayout" Target="../slideLayouts/slideLayout47.xml"/><Relationship Id="rId5" Type="http://schemas.openxmlformats.org/officeDocument/2006/relationships/slideLayout" Target="../slideLayouts/slideLayout41.xml"/><Relationship Id="rId15" Type="http://schemas.openxmlformats.org/officeDocument/2006/relationships/slideLayout" Target="../slideLayouts/slideLayout51.xml"/><Relationship Id="rId10" Type="http://schemas.openxmlformats.org/officeDocument/2006/relationships/slideLayout" Target="../slideLayouts/slideLayout46.xml"/><Relationship Id="rId19" Type="http://schemas.openxmlformats.org/officeDocument/2006/relationships/image" Target="../media/image19.png"/><Relationship Id="rId4" Type="http://schemas.openxmlformats.org/officeDocument/2006/relationships/slideLayout" Target="../slideLayouts/slideLayout40.xml"/><Relationship Id="rId9" Type="http://schemas.openxmlformats.org/officeDocument/2006/relationships/slideLayout" Target="../slideLayouts/slideLayout45.xml"/><Relationship Id="rId14" Type="http://schemas.openxmlformats.org/officeDocument/2006/relationships/slideLayout" Target="../slideLayouts/slideLayout50.xml"/></Relationships>
</file>

<file path=ppt/slideMasters/_rels/slideMaster10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0.xml"/><Relationship Id="rId13" Type="http://schemas.openxmlformats.org/officeDocument/2006/relationships/theme" Target="../theme/theme10.xml"/><Relationship Id="rId3" Type="http://schemas.openxmlformats.org/officeDocument/2006/relationships/slideLayout" Target="../slideLayouts/slideLayout55.xml"/><Relationship Id="rId7" Type="http://schemas.openxmlformats.org/officeDocument/2006/relationships/slideLayout" Target="../slideLayouts/slideLayout59.xml"/><Relationship Id="rId12" Type="http://schemas.openxmlformats.org/officeDocument/2006/relationships/slideLayout" Target="../slideLayouts/slideLayout64.xml"/><Relationship Id="rId17" Type="http://schemas.openxmlformats.org/officeDocument/2006/relationships/image" Target="../media/image19.png"/><Relationship Id="rId2" Type="http://schemas.openxmlformats.org/officeDocument/2006/relationships/slideLayout" Target="../slideLayouts/slideLayout54.xml"/><Relationship Id="rId16" Type="http://schemas.openxmlformats.org/officeDocument/2006/relationships/image" Target="../media/image53.svg"/><Relationship Id="rId1" Type="http://schemas.openxmlformats.org/officeDocument/2006/relationships/slideLayout" Target="../slideLayouts/slideLayout53.xml"/><Relationship Id="rId6" Type="http://schemas.openxmlformats.org/officeDocument/2006/relationships/slideLayout" Target="../slideLayouts/slideLayout58.xml"/><Relationship Id="rId11" Type="http://schemas.openxmlformats.org/officeDocument/2006/relationships/slideLayout" Target="../slideLayouts/slideLayout63.xml"/><Relationship Id="rId5" Type="http://schemas.openxmlformats.org/officeDocument/2006/relationships/slideLayout" Target="../slideLayouts/slideLayout57.xml"/><Relationship Id="rId15" Type="http://schemas.openxmlformats.org/officeDocument/2006/relationships/image" Target="../media/image52.png"/><Relationship Id="rId10" Type="http://schemas.openxmlformats.org/officeDocument/2006/relationships/slideLayout" Target="../slideLayouts/slideLayout62.xml"/><Relationship Id="rId4" Type="http://schemas.openxmlformats.org/officeDocument/2006/relationships/slideLayout" Target="../slideLayouts/slideLayout56.xml"/><Relationship Id="rId9" Type="http://schemas.openxmlformats.org/officeDocument/2006/relationships/slideLayout" Target="../slideLayouts/slideLayout61.xml"/><Relationship Id="rId14" Type="http://schemas.openxmlformats.org/officeDocument/2006/relationships/image" Target="../media/image34.jpeg"/></Relationships>
</file>

<file path=ppt/slideMasters/_rels/slideMaster1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2.xml"/><Relationship Id="rId13" Type="http://schemas.openxmlformats.org/officeDocument/2006/relationships/theme" Target="../theme/theme11.xml"/><Relationship Id="rId3" Type="http://schemas.openxmlformats.org/officeDocument/2006/relationships/slideLayout" Target="../slideLayouts/slideLayout67.xml"/><Relationship Id="rId7" Type="http://schemas.openxmlformats.org/officeDocument/2006/relationships/slideLayout" Target="../slideLayouts/slideLayout71.xml"/><Relationship Id="rId12" Type="http://schemas.openxmlformats.org/officeDocument/2006/relationships/slideLayout" Target="../slideLayouts/slideLayout76.xml"/><Relationship Id="rId17" Type="http://schemas.openxmlformats.org/officeDocument/2006/relationships/image" Target="../media/image53.svg"/><Relationship Id="rId2" Type="http://schemas.openxmlformats.org/officeDocument/2006/relationships/slideLayout" Target="../slideLayouts/slideLayout66.xml"/><Relationship Id="rId16" Type="http://schemas.openxmlformats.org/officeDocument/2006/relationships/image" Target="../media/image52.png"/><Relationship Id="rId1" Type="http://schemas.openxmlformats.org/officeDocument/2006/relationships/slideLayout" Target="../slideLayouts/slideLayout65.xml"/><Relationship Id="rId6" Type="http://schemas.openxmlformats.org/officeDocument/2006/relationships/slideLayout" Target="../slideLayouts/slideLayout70.xml"/><Relationship Id="rId11" Type="http://schemas.openxmlformats.org/officeDocument/2006/relationships/slideLayout" Target="../slideLayouts/slideLayout75.xml"/><Relationship Id="rId5" Type="http://schemas.openxmlformats.org/officeDocument/2006/relationships/slideLayout" Target="../slideLayouts/slideLayout69.xml"/><Relationship Id="rId15" Type="http://schemas.openxmlformats.org/officeDocument/2006/relationships/image" Target="../media/image29.emf"/><Relationship Id="rId10" Type="http://schemas.openxmlformats.org/officeDocument/2006/relationships/slideLayout" Target="../slideLayouts/slideLayout74.xml"/><Relationship Id="rId4" Type="http://schemas.openxmlformats.org/officeDocument/2006/relationships/slideLayout" Target="../slideLayouts/slideLayout68.xml"/><Relationship Id="rId9" Type="http://schemas.openxmlformats.org/officeDocument/2006/relationships/slideLayout" Target="../slideLayouts/slideLayout73.xml"/><Relationship Id="rId14" Type="http://schemas.openxmlformats.org/officeDocument/2006/relationships/image" Target="../media/image34.jpeg"/></Relationships>
</file>

<file path=ppt/slideMasters/_rels/slideMaster1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4.xml"/><Relationship Id="rId13" Type="http://schemas.openxmlformats.org/officeDocument/2006/relationships/theme" Target="../theme/theme12.xml"/><Relationship Id="rId3" Type="http://schemas.openxmlformats.org/officeDocument/2006/relationships/slideLayout" Target="../slideLayouts/slideLayout79.xml"/><Relationship Id="rId7" Type="http://schemas.openxmlformats.org/officeDocument/2006/relationships/slideLayout" Target="../slideLayouts/slideLayout83.xml"/><Relationship Id="rId12" Type="http://schemas.openxmlformats.org/officeDocument/2006/relationships/slideLayout" Target="../slideLayouts/slideLayout88.xml"/><Relationship Id="rId17" Type="http://schemas.openxmlformats.org/officeDocument/2006/relationships/image" Target="../media/image19.png"/><Relationship Id="rId2" Type="http://schemas.openxmlformats.org/officeDocument/2006/relationships/slideLayout" Target="../slideLayouts/slideLayout78.xml"/><Relationship Id="rId16" Type="http://schemas.openxmlformats.org/officeDocument/2006/relationships/image" Target="../media/image53.svg"/><Relationship Id="rId1" Type="http://schemas.openxmlformats.org/officeDocument/2006/relationships/slideLayout" Target="../slideLayouts/slideLayout77.xml"/><Relationship Id="rId6" Type="http://schemas.openxmlformats.org/officeDocument/2006/relationships/slideLayout" Target="../slideLayouts/slideLayout82.xml"/><Relationship Id="rId11" Type="http://schemas.openxmlformats.org/officeDocument/2006/relationships/slideLayout" Target="../slideLayouts/slideLayout87.xml"/><Relationship Id="rId5" Type="http://schemas.openxmlformats.org/officeDocument/2006/relationships/slideLayout" Target="../slideLayouts/slideLayout81.xml"/><Relationship Id="rId15" Type="http://schemas.openxmlformats.org/officeDocument/2006/relationships/image" Target="../media/image52.png"/><Relationship Id="rId10" Type="http://schemas.openxmlformats.org/officeDocument/2006/relationships/slideLayout" Target="../slideLayouts/slideLayout86.xml"/><Relationship Id="rId4" Type="http://schemas.openxmlformats.org/officeDocument/2006/relationships/slideLayout" Target="../slideLayouts/slideLayout80.xml"/><Relationship Id="rId9" Type="http://schemas.openxmlformats.org/officeDocument/2006/relationships/slideLayout" Target="../slideLayouts/slideLayout85.xml"/><Relationship Id="rId14" Type="http://schemas.openxmlformats.org/officeDocument/2006/relationships/image" Target="../media/image34.jpeg"/></Relationships>
</file>

<file path=ppt/slideMasters/_rels/slideMaster1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6.xml"/><Relationship Id="rId13" Type="http://schemas.openxmlformats.org/officeDocument/2006/relationships/image" Target="../media/image56.svg"/><Relationship Id="rId3" Type="http://schemas.openxmlformats.org/officeDocument/2006/relationships/slideLayout" Target="../slideLayouts/slideLayout91.xml"/><Relationship Id="rId7" Type="http://schemas.openxmlformats.org/officeDocument/2006/relationships/slideLayout" Target="../slideLayouts/slideLayout95.xml"/><Relationship Id="rId12" Type="http://schemas.openxmlformats.org/officeDocument/2006/relationships/image" Target="../media/image55.png"/><Relationship Id="rId2" Type="http://schemas.openxmlformats.org/officeDocument/2006/relationships/slideLayout" Target="../slideLayouts/slideLayout90.xml"/><Relationship Id="rId16" Type="http://schemas.openxmlformats.org/officeDocument/2006/relationships/image" Target="../media/image19.png"/><Relationship Id="rId1" Type="http://schemas.openxmlformats.org/officeDocument/2006/relationships/slideLayout" Target="../slideLayouts/slideLayout89.xml"/><Relationship Id="rId6" Type="http://schemas.openxmlformats.org/officeDocument/2006/relationships/slideLayout" Target="../slideLayouts/slideLayout94.xml"/><Relationship Id="rId11" Type="http://schemas.openxmlformats.org/officeDocument/2006/relationships/image" Target="../media/image54.png"/><Relationship Id="rId5" Type="http://schemas.openxmlformats.org/officeDocument/2006/relationships/slideLayout" Target="../slideLayouts/slideLayout93.xml"/><Relationship Id="rId15" Type="http://schemas.openxmlformats.org/officeDocument/2006/relationships/image" Target="../media/image53.svg"/><Relationship Id="rId10" Type="http://schemas.openxmlformats.org/officeDocument/2006/relationships/theme" Target="../theme/theme13.xml"/><Relationship Id="rId4" Type="http://schemas.openxmlformats.org/officeDocument/2006/relationships/slideLayout" Target="../slideLayouts/slideLayout92.xml"/><Relationship Id="rId9" Type="http://schemas.openxmlformats.org/officeDocument/2006/relationships/slideLayout" Target="../slideLayouts/slideLayout97.xml"/><Relationship Id="rId14" Type="http://schemas.openxmlformats.org/officeDocument/2006/relationships/image" Target="../media/image5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66D914CB-46C5-2D4C-B47B-B74369A0A1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43840" y="1168100"/>
            <a:ext cx="11766771" cy="5178272"/>
          </a:xfrm>
          <a:prstGeom prst="rect">
            <a:avLst/>
          </a:prstGeom>
        </p:spPr>
        <p:txBody>
          <a:bodyPr vert="horz" lIns="68681" tIns="34340" rIns="68681" bIns="3434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6" name="Title Placeholder 5">
            <a:extLst>
              <a:ext uri="{FF2B5EF4-FFF2-40B4-BE49-F238E27FC236}">
                <a16:creationId xmlns:a16="http://schemas.microsoft.com/office/drawing/2014/main" id="{68C42915-0F57-014F-A78C-495940B83D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977" y="163420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3F8CD38-33F4-4195-BB28-CB6CA5C6E0CB}"/>
              </a:ext>
            </a:extLst>
          </p:cNvPr>
          <p:cNvSpPr/>
          <p:nvPr userDrawn="1"/>
        </p:nvSpPr>
        <p:spPr>
          <a:xfrm>
            <a:off x="10674387" y="6635712"/>
            <a:ext cx="1517613" cy="21756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accent1"/>
                </a:solidFill>
                <a:latin typeface="TeleNeo Office Medium" panose="020B0604040202090203" pitchFamily="34" charset="0"/>
              </a:rPr>
              <a:t>Device &amp; Technology</a:t>
            </a:r>
          </a:p>
        </p:txBody>
      </p:sp>
      <p:pic>
        <p:nvPicPr>
          <p:cNvPr id="7" name="Picture 6" descr="A picture containing text, clock, gauge&#10;&#10;Description automatically generated">
            <a:extLst>
              <a:ext uri="{FF2B5EF4-FFF2-40B4-BE49-F238E27FC236}">
                <a16:creationId xmlns:a16="http://schemas.microsoft.com/office/drawing/2014/main" id="{7CAA7421-CE58-44FD-8611-464D47602E28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08513" y="6428091"/>
            <a:ext cx="849359" cy="207621"/>
          </a:xfrm>
          <a:prstGeom prst="rect">
            <a:avLst/>
          </a:prstGeom>
        </p:spPr>
      </p:pic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3ACB6819-0E11-48CC-88EE-659799BE14D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4914" y="6572534"/>
            <a:ext cx="1482450" cy="226838"/>
          </a:xfrm>
          <a:prstGeom prst="rect">
            <a:avLst/>
          </a:prstGeom>
          <a:ln>
            <a:noFill/>
          </a:ln>
        </p:spPr>
        <p:txBody>
          <a:bodyPr vert="horz" lIns="68681" tIns="34340" rIns="68681" bIns="34340" rtlCol="0" anchor="ctr"/>
          <a:lstStyle>
            <a:lvl1pPr algn="r">
              <a:defRPr sz="1200" b="0" i="0">
                <a:solidFill>
                  <a:schemeClr val="accent1"/>
                </a:solidFill>
                <a:latin typeface="Tele-GroteskHal" pitchFamily="2" charset="0"/>
                <a:cs typeface="Tele-GroteskHal" pitchFamily="2" charset="0"/>
              </a:defRPr>
            </a:lvl1pPr>
          </a:lstStyle>
          <a:p>
            <a:r>
              <a:rPr lang="en-US" dirty="0"/>
              <a:t>T-Mobile Confidential</a:t>
            </a:r>
          </a:p>
        </p:txBody>
      </p:sp>
    </p:spTree>
    <p:extLst>
      <p:ext uri="{BB962C8B-B14F-4D97-AF65-F5344CB8AC3E}">
        <p14:creationId xmlns:p14="http://schemas.microsoft.com/office/powerpoint/2010/main" val="29612322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58" r:id="rId1"/>
    <p:sldLayoutId id="2147483959" r:id="rId2"/>
    <p:sldLayoutId id="2147483960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6200" b="1" i="0" kern="1200">
          <a:solidFill>
            <a:schemeClr val="tx1"/>
          </a:solidFill>
          <a:latin typeface="TeleNeo Office ExtraBold" panose="020B0504040202090203" pitchFamily="34" charset="77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6200" b="1" i="0" kern="1200">
          <a:solidFill>
            <a:schemeClr val="tx1"/>
          </a:solidFill>
          <a:latin typeface="TeleNeo Office ExtraBold" panose="020B0504040202090203" pitchFamily="34" charset="77"/>
          <a:ea typeface="+mn-ea"/>
          <a:cs typeface="+mn-cs"/>
        </a:defRPr>
      </a:lvl1pPr>
      <a:lvl2pPr marL="685800" marR="0" indent="-228600" algn="l" defTabSz="914400" rtl="0" eaLnBrk="1" fontAlgn="auto" latinLnBrk="0" hangingPunct="1">
        <a:lnSpc>
          <a:spcPct val="90000"/>
        </a:lnSpc>
        <a:spcBef>
          <a:spcPts val="500"/>
        </a:spcBef>
        <a:spcAft>
          <a:spcPts val="0"/>
        </a:spcAft>
        <a:buClrTx/>
        <a:buSzTx/>
        <a:buFont typeface="Arial"/>
        <a:buChar char="•"/>
        <a:tabLst/>
        <a:defRPr sz="4800" b="1" i="0" kern="1200" spc="0">
          <a:solidFill>
            <a:schemeClr val="tx1"/>
          </a:solidFill>
          <a:latin typeface="TeleNeo Office ExtraBold" panose="020B0504040202090203" pitchFamily="34" charset="77"/>
          <a:ea typeface="+mn-ea"/>
          <a:cs typeface="+mn-cs"/>
        </a:defRPr>
      </a:lvl2pPr>
      <a:lvl3pPr marL="1143000" marR="0" indent="-228600" algn="l" defTabSz="914400" rtl="0" eaLnBrk="1" fontAlgn="auto" latinLnBrk="0" hangingPunct="1">
        <a:lnSpc>
          <a:spcPct val="90000"/>
        </a:lnSpc>
        <a:spcBef>
          <a:spcPts val="500"/>
        </a:spcBef>
        <a:spcAft>
          <a:spcPts val="0"/>
        </a:spcAft>
        <a:buClrTx/>
        <a:buSzTx/>
        <a:buFont typeface="Arial"/>
        <a:buChar char="•"/>
        <a:tabLst/>
        <a:defRPr sz="1200" b="1" i="0" kern="1200" spc="300">
          <a:solidFill>
            <a:schemeClr val="tx1"/>
          </a:solidFill>
          <a:latin typeface="TeleNeo Office ExtraBold" panose="020B0504040202090203" pitchFamily="34" charset="77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400" b="0" i="0" kern="1200">
          <a:solidFill>
            <a:schemeClr val="tx1"/>
          </a:solidFill>
          <a:latin typeface="TeleNeo Office" panose="020B0504040202090203" pitchFamily="34" charset="77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" pos="617">
          <p15:clr>
            <a:srgbClr val="F26B43"/>
          </p15:clr>
        </p15:guide>
        <p15:guide id="3" pos="4482">
          <p15:clr>
            <a:srgbClr val="F26B43"/>
          </p15:clr>
        </p15:guide>
        <p15:guide id="4" pos="7055">
          <p15:clr>
            <a:srgbClr val="F26B43"/>
          </p15:clr>
        </p15:guide>
        <p15:guide id="5" pos="1907">
          <p15:clr>
            <a:srgbClr val="F26B43"/>
          </p15:clr>
        </p15:guide>
        <p15:guide id="6" pos="3194">
          <p15:clr>
            <a:srgbClr val="F26B43"/>
          </p15:clr>
        </p15:guide>
        <p15:guide id="7" pos="5769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66D914CB-46C5-2D4C-B47B-B74369A0A1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43840" y="1168100"/>
            <a:ext cx="11766771" cy="5178272"/>
          </a:xfrm>
          <a:prstGeom prst="rect">
            <a:avLst/>
          </a:prstGeom>
        </p:spPr>
        <p:txBody>
          <a:bodyPr vert="horz" lIns="68681" tIns="34340" rIns="68681" bIns="3434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6" name="Title Placeholder 5">
            <a:extLst>
              <a:ext uri="{FF2B5EF4-FFF2-40B4-BE49-F238E27FC236}">
                <a16:creationId xmlns:a16="http://schemas.microsoft.com/office/drawing/2014/main" id="{68C42915-0F57-014F-A78C-495940B83D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977" y="163420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41AC41A-B55D-48EB-BF75-15D88D8739D4}"/>
              </a:ext>
            </a:extLst>
          </p:cNvPr>
          <p:cNvSpPr/>
          <p:nvPr userDrawn="1"/>
        </p:nvSpPr>
        <p:spPr>
          <a:xfrm>
            <a:off x="10674387" y="6635712"/>
            <a:ext cx="1517613" cy="21756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accent1"/>
                </a:solidFill>
                <a:latin typeface="TeleNeo Office Medium" panose="020B0604040202090203" pitchFamily="34" charset="0"/>
              </a:rPr>
              <a:t>Device &amp; Technology</a:t>
            </a:r>
          </a:p>
        </p:txBody>
      </p:sp>
      <p:pic>
        <p:nvPicPr>
          <p:cNvPr id="7" name="Picture 6" descr="A picture containing text, clock, gauge&#10;&#10;Description automatically generated">
            <a:extLst>
              <a:ext uri="{FF2B5EF4-FFF2-40B4-BE49-F238E27FC236}">
                <a16:creationId xmlns:a16="http://schemas.microsoft.com/office/drawing/2014/main" id="{0DB075DF-E8BF-4BEC-B08F-30F5B5BDD25F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08513" y="6428091"/>
            <a:ext cx="849359" cy="207621"/>
          </a:xfrm>
          <a:prstGeom prst="rect">
            <a:avLst/>
          </a:prstGeom>
        </p:spPr>
      </p:pic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D53B01DD-273B-4522-AF5A-A027AF431AE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4914" y="6572534"/>
            <a:ext cx="1482450" cy="226838"/>
          </a:xfrm>
          <a:prstGeom prst="rect">
            <a:avLst/>
          </a:prstGeom>
          <a:ln>
            <a:noFill/>
          </a:ln>
        </p:spPr>
        <p:txBody>
          <a:bodyPr vert="horz" lIns="68681" tIns="34340" rIns="68681" bIns="34340" rtlCol="0" anchor="ctr"/>
          <a:lstStyle>
            <a:lvl1pPr algn="r">
              <a:defRPr sz="1200" b="0" i="0">
                <a:solidFill>
                  <a:schemeClr val="accent1"/>
                </a:solidFill>
                <a:latin typeface="Tele-GroteskHal" pitchFamily="2" charset="0"/>
                <a:cs typeface="Tele-GroteskHal" pitchFamily="2" charset="0"/>
              </a:defRPr>
            </a:lvl1pPr>
          </a:lstStyle>
          <a:p>
            <a:r>
              <a:rPr lang="en-US" dirty="0"/>
              <a:t>T-Mobile Confidential</a:t>
            </a:r>
          </a:p>
        </p:txBody>
      </p:sp>
    </p:spTree>
    <p:extLst>
      <p:ext uri="{BB962C8B-B14F-4D97-AF65-F5344CB8AC3E}">
        <p14:creationId xmlns:p14="http://schemas.microsoft.com/office/powerpoint/2010/main" val="35295223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23" r:id="rId1"/>
    <p:sldLayoutId id="2147483924" r:id="rId2"/>
    <p:sldLayoutId id="2147483925" r:id="rId3"/>
    <p:sldLayoutId id="2147484034" r:id="rId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6200" b="1" i="0" kern="1200">
          <a:solidFill>
            <a:schemeClr val="tx1"/>
          </a:solidFill>
          <a:latin typeface="TeleNeo Office ExtraBold" panose="020B0504040202090203" pitchFamily="34" charset="77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6200" b="1" i="0" kern="1200">
          <a:solidFill>
            <a:schemeClr val="tx1"/>
          </a:solidFill>
          <a:latin typeface="TeleNeo Office ExtraBold" panose="020B0504040202090203" pitchFamily="34" charset="77"/>
          <a:ea typeface="+mn-ea"/>
          <a:cs typeface="+mn-cs"/>
        </a:defRPr>
      </a:lvl1pPr>
      <a:lvl2pPr marL="685800" marR="0" indent="-228600" algn="l" defTabSz="914400" rtl="0" eaLnBrk="1" fontAlgn="auto" latinLnBrk="0" hangingPunct="1">
        <a:lnSpc>
          <a:spcPct val="90000"/>
        </a:lnSpc>
        <a:spcBef>
          <a:spcPts val="500"/>
        </a:spcBef>
        <a:spcAft>
          <a:spcPts val="0"/>
        </a:spcAft>
        <a:buClrTx/>
        <a:buSzTx/>
        <a:buFont typeface="Arial"/>
        <a:buChar char="•"/>
        <a:tabLst/>
        <a:defRPr sz="4800" b="1" i="0" kern="1200" spc="0">
          <a:solidFill>
            <a:schemeClr val="tx1"/>
          </a:solidFill>
          <a:latin typeface="TeleNeo Office ExtraBold" panose="020B0504040202090203" pitchFamily="34" charset="77"/>
          <a:ea typeface="+mn-ea"/>
          <a:cs typeface="+mn-cs"/>
        </a:defRPr>
      </a:lvl2pPr>
      <a:lvl3pPr marL="1143000" marR="0" indent="-228600" algn="l" defTabSz="914400" rtl="0" eaLnBrk="1" fontAlgn="auto" latinLnBrk="0" hangingPunct="1">
        <a:lnSpc>
          <a:spcPct val="90000"/>
        </a:lnSpc>
        <a:spcBef>
          <a:spcPts val="500"/>
        </a:spcBef>
        <a:spcAft>
          <a:spcPts val="0"/>
        </a:spcAft>
        <a:buClrTx/>
        <a:buSzTx/>
        <a:buFont typeface="Arial"/>
        <a:buChar char="•"/>
        <a:tabLst/>
        <a:defRPr sz="1200" b="1" i="0" kern="1200" spc="300">
          <a:solidFill>
            <a:schemeClr val="tx1"/>
          </a:solidFill>
          <a:latin typeface="TeleNeo Office ExtraBold" panose="020B0504040202090203" pitchFamily="34" charset="77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400" b="0" i="0" kern="1200">
          <a:solidFill>
            <a:schemeClr val="tx1"/>
          </a:solidFill>
          <a:latin typeface="TeleNeo Office" panose="020B0504040202090203" pitchFamily="34" charset="77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" pos="617">
          <p15:clr>
            <a:srgbClr val="F26B43"/>
          </p15:clr>
        </p15:guide>
        <p15:guide id="3" pos="4482">
          <p15:clr>
            <a:srgbClr val="F26B43"/>
          </p15:clr>
        </p15:guide>
        <p15:guide id="4" pos="7055">
          <p15:clr>
            <a:srgbClr val="F26B43"/>
          </p15:clr>
        </p15:guide>
        <p15:guide id="5" pos="1907">
          <p15:clr>
            <a:srgbClr val="F26B43"/>
          </p15:clr>
        </p15:guide>
        <p15:guide id="6" pos="3194">
          <p15:clr>
            <a:srgbClr val="F26B43"/>
          </p15:clr>
        </p15:guide>
        <p15:guide id="7" pos="5769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61312D7-627D-4028-9ABE-72503F98245B}"/>
              </a:ext>
            </a:extLst>
          </p:cNvPr>
          <p:cNvSpPr/>
          <p:nvPr userDrawn="1"/>
        </p:nvSpPr>
        <p:spPr>
          <a:xfrm>
            <a:off x="10674387" y="6635712"/>
            <a:ext cx="1517613" cy="21756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accent1"/>
                </a:solidFill>
                <a:latin typeface="TeleNeo Office Medium" panose="020B0604040202090203" pitchFamily="34" charset="0"/>
              </a:rPr>
              <a:t>Device &amp; Technology</a:t>
            </a:r>
          </a:p>
        </p:txBody>
      </p:sp>
      <p:pic>
        <p:nvPicPr>
          <p:cNvPr id="5" name="Picture 4" descr="A picture containing text, clock, gauge&#10;&#10;Description automatically generated">
            <a:extLst>
              <a:ext uri="{FF2B5EF4-FFF2-40B4-BE49-F238E27FC236}">
                <a16:creationId xmlns:a16="http://schemas.microsoft.com/office/drawing/2014/main" id="{51BEFBA9-7055-4B87-B5B7-EE17D5245BBB}"/>
              </a:ext>
            </a:extLst>
          </p:cNvPr>
          <p:cNvPicPr>
            <a:picLocks noChangeAspect="1"/>
          </p:cNvPicPr>
          <p:nvPr userDrawn="1"/>
        </p:nvPicPr>
        <p:blipFill>
          <a:blip r:embed="rId10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7410" y="222288"/>
            <a:ext cx="400462" cy="436615"/>
          </a:xfrm>
          <a:prstGeom prst="rect">
            <a:avLst/>
          </a:prstGeom>
        </p:spPr>
      </p:pic>
      <p:pic>
        <p:nvPicPr>
          <p:cNvPr id="6" name="Picture 5" descr="A picture containing text, clock, gauge&#10;&#10;Description automatically generated">
            <a:extLst>
              <a:ext uri="{FF2B5EF4-FFF2-40B4-BE49-F238E27FC236}">
                <a16:creationId xmlns:a16="http://schemas.microsoft.com/office/drawing/2014/main" id="{7FA6A61D-E6C9-4171-9D5A-53DA8D62F490}"/>
              </a:ext>
            </a:extLst>
          </p:cNvPr>
          <p:cNvPicPr>
            <a:picLocks noChangeAspect="1"/>
          </p:cNvPicPr>
          <p:nvPr userDrawn="1"/>
        </p:nvPicPr>
        <p:blipFill>
          <a:blip r:embed="rId11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08513" y="6428091"/>
            <a:ext cx="849359" cy="20762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7C11D56-20E7-4753-AFE1-CF59926BBD47}"/>
              </a:ext>
            </a:extLst>
          </p:cNvPr>
          <p:cNvSpPr txBox="1"/>
          <p:nvPr userDrawn="1"/>
        </p:nvSpPr>
        <p:spPr>
          <a:xfrm>
            <a:off x="0" y="6599356"/>
            <a:ext cx="2225964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50" dirty="0">
                <a:solidFill>
                  <a:srgbClr val="E20074"/>
                </a:solidFill>
                <a:latin typeface="TeleNeo Office Medium" panose="020B0604040202090203" pitchFamily="34" charset="0"/>
              </a:rPr>
              <a:t>Confidential</a:t>
            </a:r>
          </a:p>
        </p:txBody>
      </p:sp>
    </p:spTree>
    <p:extLst>
      <p:ext uri="{BB962C8B-B14F-4D97-AF65-F5344CB8AC3E}">
        <p14:creationId xmlns:p14="http://schemas.microsoft.com/office/powerpoint/2010/main" val="22475208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7" r:id="rId1"/>
    <p:sldLayoutId id="2147483708" r:id="rId2"/>
    <p:sldLayoutId id="2147483676" r:id="rId3"/>
    <p:sldLayoutId id="2147483798" r:id="rId4"/>
    <p:sldLayoutId id="2147483799" r:id="rId5"/>
    <p:sldLayoutId id="2147483800" r:id="rId6"/>
    <p:sldLayoutId id="2147483672" r:id="rId7"/>
    <p:sldLayoutId id="2147483668" r:id="rId8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6200" b="1" i="0" kern="1200">
          <a:solidFill>
            <a:schemeClr val="tx1"/>
          </a:solidFill>
          <a:latin typeface="TeleNeo Office ExtraBold" panose="020B0504040202090203" pitchFamily="34" charset="77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6200" b="1" i="0" kern="1200">
          <a:solidFill>
            <a:schemeClr val="tx1"/>
          </a:solidFill>
          <a:latin typeface="TeleNeo Office ExtraBold" panose="020B0504040202090203" pitchFamily="34" charset="77"/>
          <a:ea typeface="+mn-ea"/>
          <a:cs typeface="+mn-cs"/>
        </a:defRPr>
      </a:lvl1pPr>
      <a:lvl2pPr marL="685800" marR="0" indent="-228600" algn="l" defTabSz="914400" rtl="0" eaLnBrk="1" fontAlgn="auto" latinLnBrk="0" hangingPunct="1">
        <a:lnSpc>
          <a:spcPct val="90000"/>
        </a:lnSpc>
        <a:spcBef>
          <a:spcPts val="500"/>
        </a:spcBef>
        <a:spcAft>
          <a:spcPts val="0"/>
        </a:spcAft>
        <a:buClrTx/>
        <a:buSzTx/>
        <a:buFont typeface="Arial"/>
        <a:buChar char="•"/>
        <a:tabLst/>
        <a:defRPr sz="4800" b="1" i="0" kern="1200" spc="0">
          <a:solidFill>
            <a:schemeClr val="tx1"/>
          </a:solidFill>
          <a:latin typeface="TeleNeo Office ExtraBold" panose="020B0504040202090203" pitchFamily="34" charset="77"/>
          <a:ea typeface="+mn-ea"/>
          <a:cs typeface="+mn-cs"/>
        </a:defRPr>
      </a:lvl2pPr>
      <a:lvl3pPr marL="1143000" marR="0" indent="-228600" algn="l" defTabSz="914400" rtl="0" eaLnBrk="1" fontAlgn="auto" latinLnBrk="0" hangingPunct="1">
        <a:lnSpc>
          <a:spcPct val="90000"/>
        </a:lnSpc>
        <a:spcBef>
          <a:spcPts val="500"/>
        </a:spcBef>
        <a:spcAft>
          <a:spcPts val="0"/>
        </a:spcAft>
        <a:buClrTx/>
        <a:buSzTx/>
        <a:buFont typeface="Arial"/>
        <a:buChar char="•"/>
        <a:tabLst/>
        <a:defRPr sz="1200" b="1" i="0" kern="1200" spc="300">
          <a:solidFill>
            <a:schemeClr val="tx1"/>
          </a:solidFill>
          <a:latin typeface="TeleNeo Office ExtraBold" panose="020B0504040202090203" pitchFamily="34" charset="77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400" b="0" i="0" kern="1200">
          <a:solidFill>
            <a:schemeClr val="tx1"/>
          </a:solidFill>
          <a:latin typeface="TeleNeo Office" panose="020B0504040202090203" pitchFamily="34" charset="77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" pos="617">
          <p15:clr>
            <a:srgbClr val="F26B43"/>
          </p15:clr>
        </p15:guide>
        <p15:guide id="3" pos="4482">
          <p15:clr>
            <a:srgbClr val="F26B43"/>
          </p15:clr>
        </p15:guide>
        <p15:guide id="4" pos="7055">
          <p15:clr>
            <a:srgbClr val="F26B43"/>
          </p15:clr>
        </p15:guide>
        <p15:guide id="5" pos="1907">
          <p15:clr>
            <a:srgbClr val="F26B43"/>
          </p15:clr>
        </p15:guide>
        <p15:guide id="6" pos="3194">
          <p15:clr>
            <a:srgbClr val="F26B43"/>
          </p15:clr>
        </p15:guide>
        <p15:guide id="7" pos="5769">
          <p15:clr>
            <a:srgbClr val="F26B43"/>
          </p15:clr>
        </p15:guide>
      </p15:sldGuideLst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BB2797E-6B24-4C85-A916-E8D141C57A1D}"/>
              </a:ext>
            </a:extLst>
          </p:cNvPr>
          <p:cNvSpPr/>
          <p:nvPr userDrawn="1"/>
        </p:nvSpPr>
        <p:spPr>
          <a:xfrm>
            <a:off x="10565056" y="6626444"/>
            <a:ext cx="1517613" cy="21756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accent1"/>
                </a:solidFill>
                <a:latin typeface="TeleNeo Office Medium" panose="020B0604040202090203" pitchFamily="34" charset="0"/>
              </a:rPr>
              <a:t>Device &amp; Technology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BA7483EF-B19B-455A-8A9D-6CBC31C9361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9330" y="6572534"/>
            <a:ext cx="1438033" cy="226838"/>
          </a:xfrm>
          <a:prstGeom prst="rect">
            <a:avLst/>
          </a:prstGeom>
        </p:spPr>
        <p:txBody>
          <a:bodyPr vert="horz" lIns="68681" tIns="34340" rIns="68681" bIns="34340" rtlCol="0" anchor="ctr"/>
          <a:lstStyle>
            <a:lvl1pPr algn="r">
              <a:defRPr sz="1200" b="0" i="0">
                <a:solidFill>
                  <a:schemeClr val="accent1"/>
                </a:solidFill>
                <a:latin typeface="Tele-GroteskHal" pitchFamily="2" charset="0"/>
                <a:cs typeface="Tele-GroteskHal" pitchFamily="2" charset="0"/>
              </a:defRPr>
            </a:lvl1pPr>
          </a:lstStyle>
          <a:p>
            <a:r>
              <a:rPr lang="en-US" dirty="0"/>
              <a:t>T-Mobile Confidential</a:t>
            </a:r>
          </a:p>
        </p:txBody>
      </p:sp>
      <p:pic>
        <p:nvPicPr>
          <p:cNvPr id="5" name="Picture 4" descr="A picture containing text, clock, gauge&#10;&#10;Description automatically generated">
            <a:extLst>
              <a:ext uri="{FF2B5EF4-FFF2-40B4-BE49-F238E27FC236}">
                <a16:creationId xmlns:a16="http://schemas.microsoft.com/office/drawing/2014/main" id="{FD1B5EA8-C9AD-49DB-AEA3-F5AE64F80940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99182" y="6436929"/>
            <a:ext cx="849359" cy="207621"/>
          </a:xfrm>
          <a:prstGeom prst="rect">
            <a:avLst/>
          </a:prstGeom>
        </p:spPr>
      </p:pic>
      <p:pic>
        <p:nvPicPr>
          <p:cNvPr id="6" name="Picture 5" descr="A picture containing text, clock, gauge&#10;&#10;Description automatically generated">
            <a:extLst>
              <a:ext uri="{FF2B5EF4-FFF2-40B4-BE49-F238E27FC236}">
                <a16:creationId xmlns:a16="http://schemas.microsoft.com/office/drawing/2014/main" id="{51BA7D73-BE4A-4194-8FD7-B3CC6E201F2B}"/>
              </a:ext>
            </a:extLst>
          </p:cNvPr>
          <p:cNvPicPr>
            <a:picLocks noChangeAspect="1"/>
          </p:cNvPicPr>
          <p:nvPr userDrawn="1"/>
        </p:nvPicPr>
        <p:blipFill>
          <a:blip r:embed="rId8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48310" y="213450"/>
            <a:ext cx="400462" cy="4366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53309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32" r:id="rId1"/>
    <p:sldLayoutId id="2147483933" r:id="rId2"/>
    <p:sldLayoutId id="2147483656" r:id="rId3"/>
    <p:sldLayoutId id="2147483927" r:id="rId4"/>
    <p:sldLayoutId id="2147483934" r:id="rId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6200" b="1" i="0" kern="1200">
          <a:solidFill>
            <a:schemeClr val="tx1"/>
          </a:solidFill>
          <a:latin typeface="TeleNeo Office ExtraBold" panose="020B0504040202090203" pitchFamily="34" charset="77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6200" b="1" i="0" kern="1200">
          <a:solidFill>
            <a:schemeClr val="tx1"/>
          </a:solidFill>
          <a:latin typeface="TeleNeo Office ExtraBold" panose="020B0504040202090203" pitchFamily="34" charset="77"/>
          <a:ea typeface="+mn-ea"/>
          <a:cs typeface="+mn-cs"/>
        </a:defRPr>
      </a:lvl1pPr>
      <a:lvl2pPr marL="685800" marR="0" indent="-228600" algn="l" defTabSz="914400" rtl="0" eaLnBrk="1" fontAlgn="auto" latinLnBrk="0" hangingPunct="1">
        <a:lnSpc>
          <a:spcPct val="90000"/>
        </a:lnSpc>
        <a:spcBef>
          <a:spcPts val="500"/>
        </a:spcBef>
        <a:spcAft>
          <a:spcPts val="0"/>
        </a:spcAft>
        <a:buClrTx/>
        <a:buSzTx/>
        <a:buFont typeface="Arial"/>
        <a:buChar char="•"/>
        <a:tabLst/>
        <a:defRPr sz="4800" b="1" i="0" kern="1200" spc="0">
          <a:solidFill>
            <a:schemeClr val="tx1"/>
          </a:solidFill>
          <a:latin typeface="TeleNeo Office ExtraBold" panose="020B0504040202090203" pitchFamily="34" charset="77"/>
          <a:ea typeface="+mn-ea"/>
          <a:cs typeface="+mn-cs"/>
        </a:defRPr>
      </a:lvl2pPr>
      <a:lvl3pPr marL="1143000" marR="0" indent="-228600" algn="l" defTabSz="914400" rtl="0" eaLnBrk="1" fontAlgn="auto" latinLnBrk="0" hangingPunct="1">
        <a:lnSpc>
          <a:spcPct val="90000"/>
        </a:lnSpc>
        <a:spcBef>
          <a:spcPts val="500"/>
        </a:spcBef>
        <a:spcAft>
          <a:spcPts val="0"/>
        </a:spcAft>
        <a:buClrTx/>
        <a:buSzTx/>
        <a:buFont typeface="Arial"/>
        <a:buChar char="•"/>
        <a:tabLst/>
        <a:defRPr sz="1200" b="1" i="0" kern="1200" spc="300">
          <a:solidFill>
            <a:schemeClr val="tx1"/>
          </a:solidFill>
          <a:latin typeface="TeleNeo Office ExtraBold" panose="020B0504040202090203" pitchFamily="34" charset="77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400" b="0" i="0" kern="1200">
          <a:solidFill>
            <a:schemeClr val="tx1"/>
          </a:solidFill>
          <a:latin typeface="TeleNeo Office" panose="020B0504040202090203" pitchFamily="34" charset="77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" pos="617">
          <p15:clr>
            <a:srgbClr val="F26B43"/>
          </p15:clr>
        </p15:guide>
        <p15:guide id="3" pos="4482">
          <p15:clr>
            <a:srgbClr val="F26B43"/>
          </p15:clr>
        </p15:guide>
        <p15:guide id="4" pos="7055">
          <p15:clr>
            <a:srgbClr val="F26B43"/>
          </p15:clr>
        </p15:guide>
        <p15:guide id="5" pos="1907">
          <p15:clr>
            <a:srgbClr val="F26B43"/>
          </p15:clr>
        </p15:guide>
        <p15:guide id="6" pos="3194">
          <p15:clr>
            <a:srgbClr val="F26B43"/>
          </p15:clr>
        </p15:guide>
        <p15:guide id="7" pos="5769">
          <p15:clr>
            <a:srgbClr val="F26B43"/>
          </p15:clr>
        </p15:guide>
      </p15:sldGuideLst>
    </p:ext>
  </p:extLst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8A1B719A-6B64-4C10-89F7-1F36C908EA3D}"/>
              </a:ext>
            </a:extLst>
          </p:cNvPr>
          <p:cNvSpPr/>
          <p:nvPr userDrawn="1"/>
        </p:nvSpPr>
        <p:spPr>
          <a:xfrm>
            <a:off x="10674387" y="6635712"/>
            <a:ext cx="1517613" cy="21756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accent1"/>
                </a:solidFill>
                <a:latin typeface="TeleNeo Office Medium" panose="020B0604040202090203" pitchFamily="34" charset="0"/>
              </a:rPr>
              <a:t>Device &amp; Technology</a:t>
            </a:r>
          </a:p>
        </p:txBody>
      </p:sp>
      <p:pic>
        <p:nvPicPr>
          <p:cNvPr id="4" name="Picture 3" descr="A picture containing text, clock, gauge&#10;&#10;Description automatically generated">
            <a:extLst>
              <a:ext uri="{FF2B5EF4-FFF2-40B4-BE49-F238E27FC236}">
                <a16:creationId xmlns:a16="http://schemas.microsoft.com/office/drawing/2014/main" id="{CC812778-34B1-4DBE-AA09-DAF72BF033C7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08513" y="6428091"/>
            <a:ext cx="849359" cy="207621"/>
          </a:xfrm>
          <a:prstGeom prst="rect">
            <a:avLst/>
          </a:prstGeom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DA4F54-5495-461E-8B3D-32B3C548347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0" y="6582086"/>
            <a:ext cx="1482450" cy="226838"/>
          </a:xfrm>
          <a:prstGeom prst="rect">
            <a:avLst/>
          </a:prstGeom>
          <a:ln>
            <a:noFill/>
          </a:ln>
        </p:spPr>
        <p:txBody>
          <a:bodyPr vert="horz" lIns="68681" tIns="34340" rIns="68681" bIns="34340" rtlCol="0" anchor="ctr"/>
          <a:lstStyle>
            <a:lvl1pPr algn="r">
              <a:defRPr sz="1200" b="0" i="0">
                <a:solidFill>
                  <a:schemeClr val="accent1"/>
                </a:solidFill>
                <a:latin typeface="Tele-GroteskHal" pitchFamily="2" charset="0"/>
                <a:cs typeface="Tele-GroteskHal" pitchFamily="2" charset="0"/>
              </a:defRPr>
            </a:lvl1pPr>
          </a:lstStyle>
          <a:p>
            <a:r>
              <a:rPr lang="en-US" dirty="0"/>
              <a:t>T-Mobile Confidential</a:t>
            </a:r>
          </a:p>
        </p:txBody>
      </p:sp>
      <p:pic>
        <p:nvPicPr>
          <p:cNvPr id="6" name="Picture 5" descr="A picture containing text, clock, gauge&#10;&#10;Description automatically generated">
            <a:extLst>
              <a:ext uri="{FF2B5EF4-FFF2-40B4-BE49-F238E27FC236}">
                <a16:creationId xmlns:a16="http://schemas.microsoft.com/office/drawing/2014/main" id="{716EEB95-E629-4B23-9E50-455E854E7AC4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48310" y="213450"/>
            <a:ext cx="400462" cy="4366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47097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6" r:id="rId1"/>
    <p:sldLayoutId id="2147483664" r:id="rId2"/>
    <p:sldLayoutId id="2147483665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6200" b="1" i="0" kern="1200">
          <a:solidFill>
            <a:schemeClr val="tx1"/>
          </a:solidFill>
          <a:latin typeface="TeleNeo Office ExtraBold" panose="020B0504040202090203" pitchFamily="34" charset="77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6200" b="1" i="0" kern="1200">
          <a:solidFill>
            <a:schemeClr val="tx1"/>
          </a:solidFill>
          <a:latin typeface="TeleNeo Office ExtraBold" panose="020B0504040202090203" pitchFamily="34" charset="77"/>
          <a:ea typeface="+mn-ea"/>
          <a:cs typeface="+mn-cs"/>
        </a:defRPr>
      </a:lvl1pPr>
      <a:lvl2pPr marL="685800" marR="0" indent="-228600" algn="l" defTabSz="914400" rtl="0" eaLnBrk="1" fontAlgn="auto" latinLnBrk="0" hangingPunct="1">
        <a:lnSpc>
          <a:spcPct val="90000"/>
        </a:lnSpc>
        <a:spcBef>
          <a:spcPts val="500"/>
        </a:spcBef>
        <a:spcAft>
          <a:spcPts val="0"/>
        </a:spcAft>
        <a:buClrTx/>
        <a:buSzTx/>
        <a:buFont typeface="Arial"/>
        <a:buChar char="•"/>
        <a:tabLst/>
        <a:defRPr sz="4800" b="1" i="0" kern="1200" spc="0">
          <a:solidFill>
            <a:schemeClr val="tx1"/>
          </a:solidFill>
          <a:latin typeface="TeleNeo Office ExtraBold" panose="020B0504040202090203" pitchFamily="34" charset="77"/>
          <a:ea typeface="+mn-ea"/>
          <a:cs typeface="+mn-cs"/>
        </a:defRPr>
      </a:lvl2pPr>
      <a:lvl3pPr marL="1143000" marR="0" indent="-228600" algn="l" defTabSz="914400" rtl="0" eaLnBrk="1" fontAlgn="auto" latinLnBrk="0" hangingPunct="1">
        <a:lnSpc>
          <a:spcPct val="90000"/>
        </a:lnSpc>
        <a:spcBef>
          <a:spcPts val="500"/>
        </a:spcBef>
        <a:spcAft>
          <a:spcPts val="0"/>
        </a:spcAft>
        <a:buClrTx/>
        <a:buSzTx/>
        <a:buFont typeface="Arial"/>
        <a:buChar char="•"/>
        <a:tabLst/>
        <a:defRPr sz="1200" b="1" i="0" kern="1200" spc="300">
          <a:solidFill>
            <a:schemeClr val="tx1"/>
          </a:solidFill>
          <a:latin typeface="TeleNeo Office ExtraBold" panose="020B0504040202090203" pitchFamily="34" charset="77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400" b="0" i="0" kern="1200">
          <a:solidFill>
            <a:schemeClr val="tx1"/>
          </a:solidFill>
          <a:latin typeface="TeleNeo Office" panose="020B0504040202090203" pitchFamily="34" charset="77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" pos="617">
          <p15:clr>
            <a:srgbClr val="F26B43"/>
          </p15:clr>
        </p15:guide>
        <p15:guide id="3" pos="4482">
          <p15:clr>
            <a:srgbClr val="F26B43"/>
          </p15:clr>
        </p15:guide>
        <p15:guide id="4" pos="7055">
          <p15:clr>
            <a:srgbClr val="F26B43"/>
          </p15:clr>
        </p15:guide>
        <p15:guide id="5" pos="1907">
          <p15:clr>
            <a:srgbClr val="F26B43"/>
          </p15:clr>
        </p15:guide>
        <p15:guide id="6" pos="3194">
          <p15:clr>
            <a:srgbClr val="F26B43"/>
          </p15:clr>
        </p15:guide>
        <p15:guide id="7" pos="5769">
          <p15:clr>
            <a:srgbClr val="F26B43"/>
          </p15:clr>
        </p15:guide>
      </p15:sldGuideLst>
    </p:ext>
  </p:extLst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3D4BB3FF-FB24-4F20-998E-1D0643275FE2}"/>
              </a:ext>
            </a:extLst>
          </p:cNvPr>
          <p:cNvSpPr/>
          <p:nvPr userDrawn="1"/>
        </p:nvSpPr>
        <p:spPr>
          <a:xfrm>
            <a:off x="10674387" y="6635712"/>
            <a:ext cx="1517613" cy="21756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accent1"/>
                </a:solidFill>
                <a:latin typeface="TeleNeo Office Medium" panose="020B0604040202090203" pitchFamily="34" charset="0"/>
              </a:rPr>
              <a:t>Device &amp; Technology</a:t>
            </a:r>
          </a:p>
        </p:txBody>
      </p:sp>
      <p:pic>
        <p:nvPicPr>
          <p:cNvPr id="6" name="Picture 5" descr="A picture containing text, clock, gauge&#10;&#10;Description automatically generated">
            <a:extLst>
              <a:ext uri="{FF2B5EF4-FFF2-40B4-BE49-F238E27FC236}">
                <a16:creationId xmlns:a16="http://schemas.microsoft.com/office/drawing/2014/main" id="{F67DFD83-1A48-48DB-8D3B-F2AA386DC1D7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08513" y="6428091"/>
            <a:ext cx="849359" cy="207621"/>
          </a:xfrm>
          <a:prstGeom prst="rect">
            <a:avLst/>
          </a:prstGeom>
        </p:spPr>
      </p:pic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FB8AE266-60B1-4ACB-834D-4670EE349EE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0" y="6586334"/>
            <a:ext cx="1482450" cy="226838"/>
          </a:xfrm>
          <a:prstGeom prst="rect">
            <a:avLst/>
          </a:prstGeom>
          <a:ln>
            <a:noFill/>
          </a:ln>
        </p:spPr>
        <p:txBody>
          <a:bodyPr vert="horz" lIns="68681" tIns="34340" rIns="68681" bIns="34340" rtlCol="0" anchor="ctr"/>
          <a:lstStyle>
            <a:lvl1pPr algn="r">
              <a:defRPr sz="1200" b="0" i="0">
                <a:solidFill>
                  <a:schemeClr val="accent1"/>
                </a:solidFill>
                <a:latin typeface="Tele-GroteskHal" pitchFamily="2" charset="0"/>
                <a:cs typeface="Tele-GroteskHal" pitchFamily="2" charset="0"/>
              </a:defRPr>
            </a:lvl1pPr>
          </a:lstStyle>
          <a:p>
            <a:r>
              <a:rPr lang="en-US" dirty="0"/>
              <a:t>T-Mobile Confidential</a:t>
            </a:r>
          </a:p>
        </p:txBody>
      </p:sp>
      <p:pic>
        <p:nvPicPr>
          <p:cNvPr id="8" name="Picture 7" descr="A picture containing text, clock, gauge&#10;&#10;Description automatically generated">
            <a:extLst>
              <a:ext uri="{FF2B5EF4-FFF2-40B4-BE49-F238E27FC236}">
                <a16:creationId xmlns:a16="http://schemas.microsoft.com/office/drawing/2014/main" id="{0BE141E7-C867-44D6-8DB2-83A1195A7EF7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48310" y="213450"/>
            <a:ext cx="400462" cy="4366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03551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41" r:id="rId1"/>
    <p:sldLayoutId id="2147483942" r:id="rId2"/>
    <p:sldLayoutId id="2147483944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6200" b="1" i="0" kern="1200">
          <a:solidFill>
            <a:schemeClr val="tx1"/>
          </a:solidFill>
          <a:latin typeface="TeleNeo Office ExtraBold" panose="020B0504040202090203" pitchFamily="34" charset="77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6200" b="1" i="0" kern="1200">
          <a:solidFill>
            <a:schemeClr val="tx1"/>
          </a:solidFill>
          <a:latin typeface="TeleNeo Office ExtraBold" panose="020B0504040202090203" pitchFamily="34" charset="77"/>
          <a:ea typeface="+mn-ea"/>
          <a:cs typeface="+mn-cs"/>
        </a:defRPr>
      </a:lvl1pPr>
      <a:lvl2pPr marL="685800" marR="0" indent="-228600" algn="l" defTabSz="914400" rtl="0" eaLnBrk="1" fontAlgn="auto" latinLnBrk="0" hangingPunct="1">
        <a:lnSpc>
          <a:spcPct val="90000"/>
        </a:lnSpc>
        <a:spcBef>
          <a:spcPts val="500"/>
        </a:spcBef>
        <a:spcAft>
          <a:spcPts val="0"/>
        </a:spcAft>
        <a:buClrTx/>
        <a:buSzTx/>
        <a:buFont typeface="Arial"/>
        <a:buChar char="•"/>
        <a:tabLst/>
        <a:defRPr sz="4800" b="1" i="0" kern="1200" spc="0">
          <a:solidFill>
            <a:schemeClr val="tx1"/>
          </a:solidFill>
          <a:latin typeface="TeleNeo Office ExtraBold" panose="020B0504040202090203" pitchFamily="34" charset="77"/>
          <a:ea typeface="+mn-ea"/>
          <a:cs typeface="+mn-cs"/>
        </a:defRPr>
      </a:lvl2pPr>
      <a:lvl3pPr marL="1143000" marR="0" indent="-228600" algn="l" defTabSz="914400" rtl="0" eaLnBrk="1" fontAlgn="auto" latinLnBrk="0" hangingPunct="1">
        <a:lnSpc>
          <a:spcPct val="90000"/>
        </a:lnSpc>
        <a:spcBef>
          <a:spcPts val="500"/>
        </a:spcBef>
        <a:spcAft>
          <a:spcPts val="0"/>
        </a:spcAft>
        <a:buClrTx/>
        <a:buSzTx/>
        <a:buFont typeface="Arial"/>
        <a:buChar char="•"/>
        <a:tabLst/>
        <a:defRPr sz="1200" b="1" i="0" kern="1200" spc="300">
          <a:solidFill>
            <a:schemeClr val="tx1"/>
          </a:solidFill>
          <a:latin typeface="TeleNeo Office ExtraBold" panose="020B0504040202090203" pitchFamily="34" charset="77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400" b="0" i="0" kern="1200">
          <a:solidFill>
            <a:schemeClr val="tx1"/>
          </a:solidFill>
          <a:latin typeface="TeleNeo Office" panose="020B0504040202090203" pitchFamily="34" charset="77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" pos="617">
          <p15:clr>
            <a:srgbClr val="F26B43"/>
          </p15:clr>
        </p15:guide>
        <p15:guide id="3" pos="4482">
          <p15:clr>
            <a:srgbClr val="F26B43"/>
          </p15:clr>
        </p15:guide>
        <p15:guide id="4" pos="7055">
          <p15:clr>
            <a:srgbClr val="F26B43"/>
          </p15:clr>
        </p15:guide>
        <p15:guide id="5" pos="1907">
          <p15:clr>
            <a:srgbClr val="F26B43"/>
          </p15:clr>
        </p15:guide>
        <p15:guide id="6" pos="3194">
          <p15:clr>
            <a:srgbClr val="F26B43"/>
          </p15:clr>
        </p15:guide>
        <p15:guide id="7" pos="5769">
          <p15:clr>
            <a:srgbClr val="F26B43"/>
          </p15:clr>
        </p15:guide>
      </p15:sldGuideLst>
    </p:ext>
  </p:extLst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5EF2E685-A369-496C-8CE6-053DFB07CA62}"/>
              </a:ext>
            </a:extLst>
          </p:cNvPr>
          <p:cNvSpPr/>
          <p:nvPr userDrawn="1"/>
        </p:nvSpPr>
        <p:spPr>
          <a:xfrm>
            <a:off x="10934627" y="6619302"/>
            <a:ext cx="1334590" cy="20762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0" dirty="0">
                <a:solidFill>
                  <a:schemeClr val="accent1"/>
                </a:solidFill>
                <a:latin typeface="+mn-lt"/>
              </a:rPr>
              <a:t>Device &amp; Technology</a:t>
            </a:r>
          </a:p>
        </p:txBody>
      </p:sp>
      <p:pic>
        <p:nvPicPr>
          <p:cNvPr id="5" name="Picture 4" descr="A picture containing text, clock, gauge&#10;&#10;Description automatically generated">
            <a:extLst>
              <a:ext uri="{FF2B5EF4-FFF2-40B4-BE49-F238E27FC236}">
                <a16:creationId xmlns:a16="http://schemas.microsoft.com/office/drawing/2014/main" id="{712AEBD1-3DA3-47FD-AEFB-275DEDEBFABB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77243" y="6411681"/>
            <a:ext cx="849359" cy="207621"/>
          </a:xfrm>
          <a:prstGeom prst="rect">
            <a:avLst/>
          </a:prstGeom>
        </p:spPr>
      </p:pic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8B500262-EC4A-4FD7-91C2-96E2F8F7FB8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0" y="6586334"/>
            <a:ext cx="1482450" cy="226838"/>
          </a:xfrm>
          <a:prstGeom prst="rect">
            <a:avLst/>
          </a:prstGeom>
          <a:ln>
            <a:noFill/>
          </a:ln>
        </p:spPr>
        <p:txBody>
          <a:bodyPr vert="horz" lIns="68681" tIns="34340" rIns="68681" bIns="34340" rtlCol="0" anchor="ctr"/>
          <a:lstStyle>
            <a:lvl1pPr algn="r">
              <a:defRPr sz="1200" b="0" i="0">
                <a:solidFill>
                  <a:schemeClr val="accent1"/>
                </a:solidFill>
                <a:latin typeface="Tele-GroteskHal" pitchFamily="2" charset="0"/>
                <a:cs typeface="Tele-GroteskHal" pitchFamily="2" charset="0"/>
              </a:defRPr>
            </a:lvl1pPr>
          </a:lstStyle>
          <a:p>
            <a:r>
              <a:rPr lang="en-US" dirty="0"/>
              <a:t>T-Mobile Confidential</a:t>
            </a:r>
          </a:p>
        </p:txBody>
      </p:sp>
      <p:pic>
        <p:nvPicPr>
          <p:cNvPr id="7" name="Picture 6" descr="A picture containing text, clock, gauge&#10;&#10;Description automatically generated">
            <a:extLst>
              <a:ext uri="{FF2B5EF4-FFF2-40B4-BE49-F238E27FC236}">
                <a16:creationId xmlns:a16="http://schemas.microsoft.com/office/drawing/2014/main" id="{5741F178-5B8E-426F-9456-DFE59B7955AE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48310" y="213450"/>
            <a:ext cx="400462" cy="4366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39990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0" r:id="rId1"/>
    <p:sldLayoutId id="2147483697" r:id="rId2"/>
    <p:sldLayoutId id="2147483947" r:id="rId3"/>
    <p:sldLayoutId id="2147483948" r:id="rId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6200" b="1" i="0" kern="1200">
          <a:solidFill>
            <a:schemeClr val="tx1"/>
          </a:solidFill>
          <a:latin typeface="TeleNeo Office ExtraBold" panose="020B0504040202090203" pitchFamily="34" charset="77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6200" b="1" i="0" kern="1200">
          <a:solidFill>
            <a:schemeClr val="tx1"/>
          </a:solidFill>
          <a:latin typeface="TeleNeo Office ExtraBold" panose="020B0504040202090203" pitchFamily="34" charset="77"/>
          <a:ea typeface="+mn-ea"/>
          <a:cs typeface="+mn-cs"/>
        </a:defRPr>
      </a:lvl1pPr>
      <a:lvl2pPr marL="685800" marR="0" indent="-228600" algn="l" defTabSz="914400" rtl="0" eaLnBrk="1" fontAlgn="auto" latinLnBrk="0" hangingPunct="1">
        <a:lnSpc>
          <a:spcPct val="90000"/>
        </a:lnSpc>
        <a:spcBef>
          <a:spcPts val="500"/>
        </a:spcBef>
        <a:spcAft>
          <a:spcPts val="0"/>
        </a:spcAft>
        <a:buClrTx/>
        <a:buSzTx/>
        <a:buFont typeface="Arial"/>
        <a:buChar char="•"/>
        <a:tabLst/>
        <a:defRPr sz="4800" b="1" i="0" kern="1200" spc="0">
          <a:solidFill>
            <a:schemeClr val="tx1"/>
          </a:solidFill>
          <a:latin typeface="TeleNeo Office ExtraBold" panose="020B0504040202090203" pitchFamily="34" charset="77"/>
          <a:ea typeface="+mn-ea"/>
          <a:cs typeface="+mn-cs"/>
        </a:defRPr>
      </a:lvl2pPr>
      <a:lvl3pPr marL="1143000" marR="0" indent="-228600" algn="l" defTabSz="914400" rtl="0" eaLnBrk="1" fontAlgn="auto" latinLnBrk="0" hangingPunct="1">
        <a:lnSpc>
          <a:spcPct val="90000"/>
        </a:lnSpc>
        <a:spcBef>
          <a:spcPts val="500"/>
        </a:spcBef>
        <a:spcAft>
          <a:spcPts val="0"/>
        </a:spcAft>
        <a:buClrTx/>
        <a:buSzTx/>
        <a:buFont typeface="Arial"/>
        <a:buChar char="•"/>
        <a:tabLst/>
        <a:defRPr sz="1200" b="1" i="0" kern="1200" spc="300">
          <a:solidFill>
            <a:schemeClr val="tx1"/>
          </a:solidFill>
          <a:latin typeface="TeleNeo Office ExtraBold" panose="020B0504040202090203" pitchFamily="34" charset="77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400" b="0" i="0" kern="1200">
          <a:solidFill>
            <a:schemeClr val="tx1"/>
          </a:solidFill>
          <a:latin typeface="TeleNeo Office" panose="020B0504040202090203" pitchFamily="34" charset="77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" pos="617">
          <p15:clr>
            <a:srgbClr val="F26B43"/>
          </p15:clr>
        </p15:guide>
        <p15:guide id="3" pos="4482">
          <p15:clr>
            <a:srgbClr val="F26B43"/>
          </p15:clr>
        </p15:guide>
        <p15:guide id="4" pos="7055">
          <p15:clr>
            <a:srgbClr val="F26B43"/>
          </p15:clr>
        </p15:guide>
        <p15:guide id="5" pos="1907">
          <p15:clr>
            <a:srgbClr val="F26B43"/>
          </p15:clr>
        </p15:guide>
        <p15:guide id="6" pos="3194">
          <p15:clr>
            <a:srgbClr val="F26B43"/>
          </p15:clr>
        </p15:guide>
        <p15:guide id="7" pos="5769">
          <p15:clr>
            <a:srgbClr val="F26B43"/>
          </p15:clr>
        </p15:guide>
      </p15:sldGuideLst>
    </p:ext>
  </p:extLst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247A27D4-762B-47EF-BBC6-4590C72E32C7}"/>
              </a:ext>
            </a:extLst>
          </p:cNvPr>
          <p:cNvSpPr/>
          <p:nvPr userDrawn="1"/>
        </p:nvSpPr>
        <p:spPr>
          <a:xfrm>
            <a:off x="10674387" y="6635712"/>
            <a:ext cx="1517613" cy="21756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accent1"/>
                </a:solidFill>
                <a:latin typeface="TeleNeo Office Medium" panose="020B0604040202090203" pitchFamily="34" charset="0"/>
              </a:rPr>
              <a:t>Device &amp; Technology</a:t>
            </a:r>
          </a:p>
        </p:txBody>
      </p:sp>
      <p:pic>
        <p:nvPicPr>
          <p:cNvPr id="6" name="Picture 5" descr="A picture containing text, clock, gauge&#10;&#10;Description automatically generated">
            <a:extLst>
              <a:ext uri="{FF2B5EF4-FFF2-40B4-BE49-F238E27FC236}">
                <a16:creationId xmlns:a16="http://schemas.microsoft.com/office/drawing/2014/main" id="{EB5038FD-EEAC-4875-8BD6-CB7DA3008F73}"/>
              </a:ext>
            </a:extLst>
          </p:cNvPr>
          <p:cNvPicPr>
            <a:picLocks noChangeAspect="1"/>
          </p:cNvPicPr>
          <p:nvPr userDrawn="1"/>
        </p:nvPicPr>
        <p:blipFill>
          <a:blip r:embed="rId8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48310" y="213450"/>
            <a:ext cx="400462" cy="436615"/>
          </a:xfrm>
          <a:prstGeom prst="rect">
            <a:avLst/>
          </a:prstGeom>
        </p:spPr>
      </p:pic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60BC412C-F1B5-4E5C-A35F-489E94D678D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0" y="6586334"/>
            <a:ext cx="1482450" cy="226838"/>
          </a:xfrm>
          <a:prstGeom prst="rect">
            <a:avLst/>
          </a:prstGeom>
          <a:ln>
            <a:noFill/>
          </a:ln>
        </p:spPr>
        <p:txBody>
          <a:bodyPr vert="horz" lIns="68681" tIns="34340" rIns="68681" bIns="34340" rtlCol="0" anchor="ctr"/>
          <a:lstStyle>
            <a:lvl1pPr algn="r">
              <a:defRPr sz="1200" b="0" i="0">
                <a:solidFill>
                  <a:schemeClr val="accent1"/>
                </a:solidFill>
                <a:latin typeface="Tele-GroteskHal" pitchFamily="2" charset="0"/>
                <a:cs typeface="Tele-GroteskHal" pitchFamily="2" charset="0"/>
              </a:defRPr>
            </a:lvl1pPr>
          </a:lstStyle>
          <a:p>
            <a:r>
              <a:rPr lang="en-US" dirty="0"/>
              <a:t>T-Mobile Confidential</a:t>
            </a:r>
          </a:p>
        </p:txBody>
      </p:sp>
      <p:pic>
        <p:nvPicPr>
          <p:cNvPr id="8" name="Picture 7" descr="A picture containing text, clock, gauge&#10;&#10;Description automatically generated">
            <a:extLst>
              <a:ext uri="{FF2B5EF4-FFF2-40B4-BE49-F238E27FC236}">
                <a16:creationId xmlns:a16="http://schemas.microsoft.com/office/drawing/2014/main" id="{6A54781F-BA7F-44E1-A5C6-3A3B17199204}"/>
              </a:ext>
            </a:extLst>
          </p:cNvPr>
          <p:cNvPicPr>
            <a:picLocks noChangeAspect="1"/>
          </p:cNvPicPr>
          <p:nvPr userDrawn="1"/>
        </p:nvPicPr>
        <p:blipFill>
          <a:blip r:embed="rId9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08513" y="6428091"/>
            <a:ext cx="849359" cy="2076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58204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  <p:sldLayoutId id="2147483954" r:id="rId2"/>
    <p:sldLayoutId id="2147483955" r:id="rId3"/>
    <p:sldLayoutId id="2147483705" r:id="rId4"/>
    <p:sldLayoutId id="2147483706" r:id="rId5"/>
    <p:sldLayoutId id="2147483956" r:id="rId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6200" b="1" i="0" kern="1200">
          <a:solidFill>
            <a:schemeClr val="tx1"/>
          </a:solidFill>
          <a:latin typeface="TeleNeo Office ExtraBold" panose="020B0504040202090203" pitchFamily="34" charset="77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6200" b="1" i="0" kern="1200">
          <a:solidFill>
            <a:schemeClr val="tx1"/>
          </a:solidFill>
          <a:latin typeface="TeleNeo Office ExtraBold" panose="020B0504040202090203" pitchFamily="34" charset="77"/>
          <a:ea typeface="+mn-ea"/>
          <a:cs typeface="+mn-cs"/>
        </a:defRPr>
      </a:lvl1pPr>
      <a:lvl2pPr marL="685800" marR="0" indent="-228600" algn="l" defTabSz="914400" rtl="0" eaLnBrk="1" fontAlgn="auto" latinLnBrk="0" hangingPunct="1">
        <a:lnSpc>
          <a:spcPct val="90000"/>
        </a:lnSpc>
        <a:spcBef>
          <a:spcPts val="500"/>
        </a:spcBef>
        <a:spcAft>
          <a:spcPts val="0"/>
        </a:spcAft>
        <a:buClrTx/>
        <a:buSzTx/>
        <a:buFont typeface="Arial"/>
        <a:buChar char="•"/>
        <a:tabLst/>
        <a:defRPr sz="4800" b="1" i="0" kern="1200" spc="0">
          <a:solidFill>
            <a:schemeClr val="tx1"/>
          </a:solidFill>
          <a:latin typeface="TeleNeo Office ExtraBold" panose="020B0504040202090203" pitchFamily="34" charset="77"/>
          <a:ea typeface="+mn-ea"/>
          <a:cs typeface="+mn-cs"/>
        </a:defRPr>
      </a:lvl2pPr>
      <a:lvl3pPr marL="1143000" marR="0" indent="-228600" algn="l" defTabSz="914400" rtl="0" eaLnBrk="1" fontAlgn="auto" latinLnBrk="0" hangingPunct="1">
        <a:lnSpc>
          <a:spcPct val="90000"/>
        </a:lnSpc>
        <a:spcBef>
          <a:spcPts val="500"/>
        </a:spcBef>
        <a:spcAft>
          <a:spcPts val="0"/>
        </a:spcAft>
        <a:buClrTx/>
        <a:buSzTx/>
        <a:buFont typeface="Arial"/>
        <a:buChar char="•"/>
        <a:tabLst/>
        <a:defRPr sz="1200" b="1" i="0" kern="1200" spc="300">
          <a:solidFill>
            <a:schemeClr val="tx1"/>
          </a:solidFill>
          <a:latin typeface="TeleNeo Office ExtraBold" panose="020B0504040202090203" pitchFamily="34" charset="77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400" b="0" i="0" kern="1200">
          <a:solidFill>
            <a:schemeClr val="tx1"/>
          </a:solidFill>
          <a:latin typeface="TeleNeo Office" panose="020B0504040202090203" pitchFamily="34" charset="77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" pos="617">
          <p15:clr>
            <a:srgbClr val="F26B43"/>
          </p15:clr>
        </p15:guide>
        <p15:guide id="3" pos="4482">
          <p15:clr>
            <a:srgbClr val="F26B43"/>
          </p15:clr>
        </p15:guide>
        <p15:guide id="4" pos="7055">
          <p15:clr>
            <a:srgbClr val="F26B43"/>
          </p15:clr>
        </p15:guide>
        <p15:guide id="5" pos="1907">
          <p15:clr>
            <a:srgbClr val="F26B43"/>
          </p15:clr>
        </p15:guide>
        <p15:guide id="6" pos="3194">
          <p15:clr>
            <a:srgbClr val="F26B43"/>
          </p15:clr>
        </p15:guide>
        <p15:guide id="7" pos="5769">
          <p15:clr>
            <a:srgbClr val="F26B43"/>
          </p15:clr>
        </p15:guide>
      </p15:sldGuideLst>
    </p:ext>
  </p:extLst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D3AF441D-3696-4F78-AFB4-844D1708D170}"/>
              </a:ext>
            </a:extLst>
          </p:cNvPr>
          <p:cNvPicPr>
            <a:picLocks noChangeAspect="1"/>
          </p:cNvPicPr>
          <p:nvPr userDrawn="1"/>
        </p:nvPicPr>
        <p:blipFill>
          <a:blip r:embed="rId18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225"/>
            <a:ext cx="12191999" cy="6856213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 userDrawn="1">
            <p:ph type="title"/>
          </p:nvPr>
        </p:nvSpPr>
        <p:spPr>
          <a:xfrm>
            <a:off x="548782" y="457954"/>
            <a:ext cx="11059787" cy="81482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 userDrawn="1">
            <p:ph type="body" idx="1"/>
          </p:nvPr>
        </p:nvSpPr>
        <p:spPr>
          <a:xfrm>
            <a:off x="548783" y="1536196"/>
            <a:ext cx="11059787" cy="4441747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8" name="Slide Number Placeholder 5">
            <a:extLst>
              <a:ext uri="{FF2B5EF4-FFF2-40B4-BE49-F238E27FC236}">
                <a16:creationId xmlns:a16="http://schemas.microsoft.com/office/drawing/2014/main" id="{D65B12C3-89E2-4D8E-A713-EC838303A332}"/>
              </a:ext>
            </a:extLst>
          </p:cNvPr>
          <p:cNvSpPr>
            <a:spLocks noGrp="1"/>
          </p:cNvSpPr>
          <p:nvPr userDrawn="1">
            <p:ph type="sldNum" sz="quarter" idx="4"/>
          </p:nvPr>
        </p:nvSpPr>
        <p:spPr>
          <a:xfrm>
            <a:off x="5906141" y="6259506"/>
            <a:ext cx="379717" cy="337174"/>
          </a:xfrm>
          <a:prstGeom prst="rect">
            <a:avLst/>
          </a:prstGeom>
        </p:spPr>
        <p:txBody>
          <a:bodyPr lIns="0" tIns="0" rIns="0" bIns="0" anchor="b" anchorCtr="0"/>
          <a:lstStyle>
            <a:lvl1pPr algn="ctr">
              <a:defRPr sz="1000">
                <a:solidFill>
                  <a:schemeClr val="bg1"/>
                </a:solidFill>
              </a:defRPr>
            </a:lvl1pPr>
          </a:lstStyle>
          <a:p>
            <a:fld id="{D354CF67-C5F0-4CAE-8117-D09CFBB1DF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5C88A18-20B7-4C6A-9E37-45F78CBC2336}"/>
              </a:ext>
            </a:extLst>
          </p:cNvPr>
          <p:cNvSpPr txBox="1"/>
          <p:nvPr userDrawn="1"/>
        </p:nvSpPr>
        <p:spPr>
          <a:xfrm>
            <a:off x="548784" y="6442791"/>
            <a:ext cx="1354823" cy="153888"/>
          </a:xfrm>
          <a:prstGeom prst="rect">
            <a:avLst/>
          </a:prstGeom>
          <a:noFill/>
        </p:spPr>
        <p:txBody>
          <a:bodyPr vert="horz" wrap="square" lIns="0" tIns="0" rIns="0" bIns="0" rtlCol="0" anchor="b" anchorCtr="0">
            <a:spAutoFit/>
          </a:bodyPr>
          <a:lstStyle/>
          <a:p>
            <a:pPr algn="l"/>
            <a:r>
              <a:rPr lang="en-US" sz="1000">
                <a:solidFill>
                  <a:schemeClr val="bg1"/>
                </a:solidFill>
              </a:rPr>
              <a:t>T-Mobile Confidential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6A6A491-9F98-4766-A102-070F4ECDC74D}"/>
              </a:ext>
            </a:extLst>
          </p:cNvPr>
          <p:cNvSpPr/>
          <p:nvPr userDrawn="1"/>
        </p:nvSpPr>
        <p:spPr>
          <a:xfrm>
            <a:off x="10674387" y="6635712"/>
            <a:ext cx="1517613" cy="21756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accent1"/>
                </a:solidFill>
                <a:latin typeface="TeleNeo Office Medium" panose="020B0604040202090203" pitchFamily="34" charset="0"/>
              </a:rPr>
              <a:t>Device &amp; Technology</a:t>
            </a:r>
          </a:p>
        </p:txBody>
      </p:sp>
      <p:pic>
        <p:nvPicPr>
          <p:cNvPr id="10" name="Picture 9" descr="A picture containing text, clock, gauge&#10;&#10;Description automatically generated">
            <a:extLst>
              <a:ext uri="{FF2B5EF4-FFF2-40B4-BE49-F238E27FC236}">
                <a16:creationId xmlns:a16="http://schemas.microsoft.com/office/drawing/2014/main" id="{3C407F8F-D7C8-46AE-A097-7579AC6D6A37}"/>
              </a:ext>
            </a:extLst>
          </p:cNvPr>
          <p:cNvPicPr>
            <a:picLocks noChangeAspect="1"/>
          </p:cNvPicPr>
          <p:nvPr userDrawn="1"/>
        </p:nvPicPr>
        <p:blipFill>
          <a:blip r:embed="rId19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00053" y="121086"/>
            <a:ext cx="400462" cy="436615"/>
          </a:xfrm>
          <a:prstGeom prst="rect">
            <a:avLst/>
          </a:prstGeom>
        </p:spPr>
      </p:pic>
      <p:pic>
        <p:nvPicPr>
          <p:cNvPr id="11" name="Picture 10" descr="A picture containing text, clock, gauge&#10;&#10;Description automatically generated">
            <a:extLst>
              <a:ext uri="{FF2B5EF4-FFF2-40B4-BE49-F238E27FC236}">
                <a16:creationId xmlns:a16="http://schemas.microsoft.com/office/drawing/2014/main" id="{98D823CF-0B8B-4648-9C68-7733FFED41A3}"/>
              </a:ext>
            </a:extLst>
          </p:cNvPr>
          <p:cNvPicPr>
            <a:picLocks noChangeAspect="1"/>
          </p:cNvPicPr>
          <p:nvPr userDrawn="1"/>
        </p:nvPicPr>
        <p:blipFill>
          <a:blip r:embed="rId20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08513" y="6417765"/>
            <a:ext cx="849359" cy="2076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2238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65" r:id="rId1"/>
    <p:sldLayoutId id="2147483966" r:id="rId2"/>
    <p:sldLayoutId id="2147483967" r:id="rId3"/>
    <p:sldLayoutId id="2147483968" r:id="rId4"/>
    <p:sldLayoutId id="2147483969" r:id="rId5"/>
    <p:sldLayoutId id="2147483970" r:id="rId6"/>
    <p:sldLayoutId id="2147483971" r:id="rId7"/>
    <p:sldLayoutId id="2147483972" r:id="rId8"/>
    <p:sldLayoutId id="2147483973" r:id="rId9"/>
    <p:sldLayoutId id="2147483974" r:id="rId10"/>
    <p:sldLayoutId id="2147483975" r:id="rId11"/>
    <p:sldLayoutId id="2147483976" r:id="rId12"/>
    <p:sldLayoutId id="2147484030" r:id="rId13"/>
    <p:sldLayoutId id="2147484031" r:id="rId14"/>
    <p:sldLayoutId id="2147484032" r:id="rId15"/>
    <p:sldLayoutId id="2147484033" r:id="rId16"/>
  </p:sldLayoutIdLst>
  <p:hf hdr="0" ft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2800" b="0" kern="1200" cap="all" baseline="0">
          <a:solidFill>
            <a:schemeClr val="accent1"/>
          </a:solidFill>
          <a:latin typeface="+mj-lt"/>
          <a:ea typeface="TeleGrotesk Next Ultra" pitchFamily="2" charset="0"/>
          <a:cs typeface="TeleGrotesk Next Ultra" pitchFamily="2" charset="0"/>
        </a:defRPr>
      </a:lvl1pPr>
    </p:titleStyle>
    <p:bodyStyle>
      <a:lvl1pPr marL="223838" indent="-223838" algn="l" defTabSz="914400" rtl="0" eaLnBrk="1" latinLnBrk="0" hangingPunct="1">
        <a:lnSpc>
          <a:spcPct val="95000"/>
        </a:lnSpc>
        <a:spcBef>
          <a:spcPts val="600"/>
        </a:spcBef>
        <a:spcAft>
          <a:spcPts val="600"/>
        </a:spcAft>
        <a:buClr>
          <a:schemeClr val="accent1"/>
        </a:buClr>
        <a:buFont typeface="Wingdings" panose="05000000000000000000" pitchFamily="2" charset="2"/>
        <a:buChar char="§"/>
        <a:defRPr sz="2200" kern="1200">
          <a:solidFill>
            <a:schemeClr val="bg1"/>
          </a:solidFill>
          <a:latin typeface="+mn-lt"/>
          <a:ea typeface="TeleGrotesk Next" pitchFamily="2" charset="0"/>
          <a:cs typeface="TeleGrotesk Next" pitchFamily="2" charset="0"/>
        </a:defRPr>
      </a:lvl1pPr>
      <a:lvl2pPr marL="465138" indent="-227013" algn="l" defTabSz="914400" rtl="0" eaLnBrk="1" latinLnBrk="0" hangingPunct="1">
        <a:lnSpc>
          <a:spcPct val="95000"/>
        </a:lnSpc>
        <a:spcBef>
          <a:spcPts val="0"/>
        </a:spcBef>
        <a:spcAft>
          <a:spcPts val="600"/>
        </a:spcAft>
        <a:buClr>
          <a:schemeClr val="bg1"/>
        </a:buClr>
        <a:buFont typeface="Arial" panose="020B0604020202020204" pitchFamily="34" charset="0"/>
        <a:buChar char="–"/>
        <a:defRPr sz="2000" kern="1200">
          <a:solidFill>
            <a:schemeClr val="bg1"/>
          </a:solidFill>
          <a:latin typeface="+mn-lt"/>
          <a:ea typeface="TeleGrotesk Next" pitchFamily="2" charset="0"/>
          <a:cs typeface="TeleGrotesk Next" pitchFamily="2" charset="0"/>
        </a:defRPr>
      </a:lvl2pPr>
      <a:lvl3pPr marL="625475" indent="-160338" algn="l" defTabSz="914400" rtl="0" eaLnBrk="1" latinLnBrk="0" hangingPunct="1">
        <a:lnSpc>
          <a:spcPct val="95000"/>
        </a:lnSpc>
        <a:spcBef>
          <a:spcPts val="0"/>
        </a:spcBef>
        <a:spcAft>
          <a:spcPts val="600"/>
        </a:spcAft>
        <a:buClr>
          <a:schemeClr val="bg1"/>
        </a:buClr>
        <a:buFont typeface="Wingdings" panose="05000000000000000000" pitchFamily="2" charset="2"/>
        <a:buChar char="§"/>
        <a:defRPr sz="1800" kern="1200">
          <a:solidFill>
            <a:schemeClr val="bg1"/>
          </a:solidFill>
          <a:latin typeface="+mn-lt"/>
          <a:ea typeface="TeleGrotesk Next" pitchFamily="2" charset="0"/>
          <a:cs typeface="TeleGrotesk Next" pitchFamily="2" charset="0"/>
        </a:defRPr>
      </a:lvl3pPr>
      <a:lvl4pPr marL="833438" indent="-200025" algn="l" defTabSz="914400" rtl="0" eaLnBrk="1" latinLnBrk="0" hangingPunct="1">
        <a:lnSpc>
          <a:spcPct val="95000"/>
        </a:lnSpc>
        <a:spcBef>
          <a:spcPts val="0"/>
        </a:spcBef>
        <a:spcAft>
          <a:spcPts val="600"/>
        </a:spcAft>
        <a:buClr>
          <a:schemeClr val="bg1"/>
        </a:buClr>
        <a:buFont typeface="Arial" panose="020B0604020202020204" pitchFamily="34" charset="0"/>
        <a:buChar char="–"/>
        <a:defRPr sz="1600" kern="1200">
          <a:solidFill>
            <a:schemeClr val="bg1"/>
          </a:solidFill>
          <a:latin typeface="+mn-lt"/>
          <a:ea typeface="TeleGrotesk Next" pitchFamily="2" charset="0"/>
          <a:cs typeface="TeleGrotesk Next" pitchFamily="2" charset="0"/>
        </a:defRPr>
      </a:lvl4pPr>
      <a:lvl5pPr marL="1027113" indent="-193675" algn="l" defTabSz="914400" rtl="0" eaLnBrk="1" latinLnBrk="0" hangingPunct="1">
        <a:lnSpc>
          <a:spcPct val="95000"/>
        </a:lnSpc>
        <a:spcBef>
          <a:spcPts val="0"/>
        </a:spcBef>
        <a:spcAft>
          <a:spcPts val="600"/>
        </a:spcAft>
        <a:buClr>
          <a:schemeClr val="bg1"/>
        </a:buClr>
        <a:buFont typeface="Wingdings" panose="05000000000000000000" pitchFamily="2" charset="2"/>
        <a:buChar char="§"/>
        <a:defRPr sz="1600" kern="1200">
          <a:solidFill>
            <a:schemeClr val="bg1"/>
          </a:solidFill>
          <a:latin typeface="+mn-lt"/>
          <a:ea typeface="TeleGrotesk Next" pitchFamily="2" charset="0"/>
          <a:cs typeface="TeleGrotesk Next" pitchFamily="2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D3AF441D-3696-4F78-AFB4-844D1708D170}"/>
              </a:ext>
            </a:extLst>
          </p:cNvPr>
          <p:cNvPicPr>
            <a:picLocks noChangeAspect="1"/>
          </p:cNvPicPr>
          <p:nvPr userDrawn="1"/>
        </p:nvPicPr>
        <p:blipFill>
          <a:blip r:embed="rId1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787"/>
            <a:ext cx="12191999" cy="6856213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 userDrawn="1">
            <p:ph type="title"/>
          </p:nvPr>
        </p:nvSpPr>
        <p:spPr>
          <a:xfrm>
            <a:off x="548783" y="384264"/>
            <a:ext cx="11059787" cy="81482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 userDrawn="1">
            <p:ph type="body" idx="1"/>
          </p:nvPr>
        </p:nvSpPr>
        <p:spPr>
          <a:xfrm>
            <a:off x="548783" y="1536196"/>
            <a:ext cx="11059787" cy="4441747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8" name="Slide Number Placeholder 5">
            <a:extLst>
              <a:ext uri="{FF2B5EF4-FFF2-40B4-BE49-F238E27FC236}">
                <a16:creationId xmlns:a16="http://schemas.microsoft.com/office/drawing/2014/main" id="{D65B12C3-89E2-4D8E-A713-EC838303A332}"/>
              </a:ext>
            </a:extLst>
          </p:cNvPr>
          <p:cNvSpPr>
            <a:spLocks noGrp="1"/>
          </p:cNvSpPr>
          <p:nvPr userDrawn="1">
            <p:ph type="sldNum" sz="quarter" idx="4"/>
          </p:nvPr>
        </p:nvSpPr>
        <p:spPr>
          <a:xfrm>
            <a:off x="5906141" y="6259506"/>
            <a:ext cx="379717" cy="337174"/>
          </a:xfrm>
          <a:prstGeom prst="rect">
            <a:avLst/>
          </a:prstGeom>
        </p:spPr>
        <p:txBody>
          <a:bodyPr lIns="0" tIns="0" rIns="0" bIns="0" anchor="b" anchorCtr="0"/>
          <a:lstStyle>
            <a:lvl1pPr algn="ctr">
              <a:defRPr sz="1000">
                <a:solidFill>
                  <a:schemeClr val="bg1"/>
                </a:solidFill>
              </a:defRPr>
            </a:lvl1pPr>
          </a:lstStyle>
          <a:p>
            <a:fld id="{D354CF67-C5F0-4CAE-8117-D09CFBB1DF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5C88A18-20B7-4C6A-9E37-45F78CBC2336}"/>
              </a:ext>
            </a:extLst>
          </p:cNvPr>
          <p:cNvSpPr txBox="1"/>
          <p:nvPr userDrawn="1"/>
        </p:nvSpPr>
        <p:spPr>
          <a:xfrm>
            <a:off x="548784" y="6442791"/>
            <a:ext cx="1354823" cy="153888"/>
          </a:xfrm>
          <a:prstGeom prst="rect">
            <a:avLst/>
          </a:prstGeom>
          <a:noFill/>
        </p:spPr>
        <p:txBody>
          <a:bodyPr vert="horz" wrap="square" lIns="0" tIns="0" rIns="0" bIns="0" rtlCol="0" anchor="b" anchorCtr="0">
            <a:spAutoFit/>
          </a:bodyPr>
          <a:lstStyle/>
          <a:p>
            <a:pPr algn="l"/>
            <a:r>
              <a:rPr lang="en-US" sz="1000">
                <a:solidFill>
                  <a:schemeClr val="bg1"/>
                </a:solidFill>
              </a:rPr>
              <a:t>T-Mobile Confidential</a:t>
            </a:r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EF615515-69C8-400E-82D2-AAF02721175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5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rcRect t="1" b="24568"/>
          <a:stretch/>
        </p:blipFill>
        <p:spPr>
          <a:xfrm>
            <a:off x="10931515" y="6444960"/>
            <a:ext cx="1003356" cy="190752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CAC0FE60-2343-4180-B035-3033DFBE1B74}"/>
              </a:ext>
            </a:extLst>
          </p:cNvPr>
          <p:cNvSpPr/>
          <p:nvPr userDrawn="1"/>
        </p:nvSpPr>
        <p:spPr>
          <a:xfrm>
            <a:off x="10674387" y="6635712"/>
            <a:ext cx="1517613" cy="21756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accent1"/>
                </a:solidFill>
                <a:latin typeface="TeleNeo Office Medium" panose="020B0604040202090203" pitchFamily="34" charset="0"/>
              </a:rPr>
              <a:t>Device &amp; Technology</a:t>
            </a:r>
          </a:p>
        </p:txBody>
      </p:sp>
      <p:pic>
        <p:nvPicPr>
          <p:cNvPr id="10" name="Picture 9" descr="A picture containing text, clock, gauge&#10;&#10;Description automatically generated">
            <a:extLst>
              <a:ext uri="{FF2B5EF4-FFF2-40B4-BE49-F238E27FC236}">
                <a16:creationId xmlns:a16="http://schemas.microsoft.com/office/drawing/2014/main" id="{C0F92DE8-AE58-4BFE-B386-9913ECB7C329}"/>
              </a:ext>
            </a:extLst>
          </p:cNvPr>
          <p:cNvPicPr>
            <a:picLocks noChangeAspect="1"/>
          </p:cNvPicPr>
          <p:nvPr userDrawn="1"/>
        </p:nvPicPr>
        <p:blipFill>
          <a:blip r:embed="rId17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43217" y="74904"/>
            <a:ext cx="400462" cy="4366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42364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78" r:id="rId1"/>
    <p:sldLayoutId id="2147483979" r:id="rId2"/>
    <p:sldLayoutId id="2147483980" r:id="rId3"/>
    <p:sldLayoutId id="2147483981" r:id="rId4"/>
    <p:sldLayoutId id="2147483982" r:id="rId5"/>
    <p:sldLayoutId id="2147483983" r:id="rId6"/>
    <p:sldLayoutId id="2147483984" r:id="rId7"/>
    <p:sldLayoutId id="2147483985" r:id="rId8"/>
    <p:sldLayoutId id="2147483986" r:id="rId9"/>
    <p:sldLayoutId id="2147483987" r:id="rId10"/>
    <p:sldLayoutId id="2147483988" r:id="rId11"/>
    <p:sldLayoutId id="2147483989" r:id="rId12"/>
  </p:sldLayoutIdLst>
  <p:hf hdr="0" ft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2800" b="0" kern="1200" cap="all" baseline="0">
          <a:solidFill>
            <a:schemeClr val="accent1"/>
          </a:solidFill>
          <a:latin typeface="+mj-lt"/>
          <a:ea typeface="TeleGrotesk Next Ultra" pitchFamily="2" charset="0"/>
          <a:cs typeface="TeleGrotesk Next Ultra" pitchFamily="2" charset="0"/>
        </a:defRPr>
      </a:lvl1pPr>
    </p:titleStyle>
    <p:bodyStyle>
      <a:lvl1pPr marL="223838" indent="-223838" algn="l" defTabSz="914400" rtl="0" eaLnBrk="1" latinLnBrk="0" hangingPunct="1">
        <a:lnSpc>
          <a:spcPct val="95000"/>
        </a:lnSpc>
        <a:spcBef>
          <a:spcPts val="600"/>
        </a:spcBef>
        <a:spcAft>
          <a:spcPts val="600"/>
        </a:spcAft>
        <a:buClr>
          <a:schemeClr val="accent1"/>
        </a:buClr>
        <a:buFont typeface="Wingdings" panose="05000000000000000000" pitchFamily="2" charset="2"/>
        <a:buChar char="§"/>
        <a:defRPr sz="2200" kern="1200">
          <a:solidFill>
            <a:schemeClr val="bg1"/>
          </a:solidFill>
          <a:latin typeface="+mn-lt"/>
          <a:ea typeface="TeleGrotesk Next" pitchFamily="2" charset="0"/>
          <a:cs typeface="TeleGrotesk Next" pitchFamily="2" charset="0"/>
        </a:defRPr>
      </a:lvl1pPr>
      <a:lvl2pPr marL="465138" indent="-227013" algn="l" defTabSz="914400" rtl="0" eaLnBrk="1" latinLnBrk="0" hangingPunct="1">
        <a:lnSpc>
          <a:spcPct val="95000"/>
        </a:lnSpc>
        <a:spcBef>
          <a:spcPts val="0"/>
        </a:spcBef>
        <a:spcAft>
          <a:spcPts val="600"/>
        </a:spcAft>
        <a:buClr>
          <a:schemeClr val="bg1"/>
        </a:buClr>
        <a:buFont typeface="Arial" panose="020B0604020202020204" pitchFamily="34" charset="0"/>
        <a:buChar char="–"/>
        <a:defRPr sz="2000" kern="1200">
          <a:solidFill>
            <a:schemeClr val="bg1"/>
          </a:solidFill>
          <a:latin typeface="+mn-lt"/>
          <a:ea typeface="TeleGrotesk Next" pitchFamily="2" charset="0"/>
          <a:cs typeface="TeleGrotesk Next" pitchFamily="2" charset="0"/>
        </a:defRPr>
      </a:lvl2pPr>
      <a:lvl3pPr marL="625475" indent="-160338" algn="l" defTabSz="914400" rtl="0" eaLnBrk="1" latinLnBrk="0" hangingPunct="1">
        <a:lnSpc>
          <a:spcPct val="95000"/>
        </a:lnSpc>
        <a:spcBef>
          <a:spcPts val="0"/>
        </a:spcBef>
        <a:spcAft>
          <a:spcPts val="600"/>
        </a:spcAft>
        <a:buClr>
          <a:schemeClr val="bg1"/>
        </a:buClr>
        <a:buFont typeface="Wingdings" panose="05000000000000000000" pitchFamily="2" charset="2"/>
        <a:buChar char="§"/>
        <a:defRPr sz="1800" kern="1200">
          <a:solidFill>
            <a:schemeClr val="bg1"/>
          </a:solidFill>
          <a:latin typeface="+mn-lt"/>
          <a:ea typeface="TeleGrotesk Next" pitchFamily="2" charset="0"/>
          <a:cs typeface="TeleGrotesk Next" pitchFamily="2" charset="0"/>
        </a:defRPr>
      </a:lvl3pPr>
      <a:lvl4pPr marL="833438" indent="-200025" algn="l" defTabSz="914400" rtl="0" eaLnBrk="1" latinLnBrk="0" hangingPunct="1">
        <a:lnSpc>
          <a:spcPct val="95000"/>
        </a:lnSpc>
        <a:spcBef>
          <a:spcPts val="0"/>
        </a:spcBef>
        <a:spcAft>
          <a:spcPts val="600"/>
        </a:spcAft>
        <a:buClr>
          <a:schemeClr val="bg1"/>
        </a:buClr>
        <a:buFont typeface="Arial" panose="020B0604020202020204" pitchFamily="34" charset="0"/>
        <a:buChar char="–"/>
        <a:defRPr sz="1600" kern="1200">
          <a:solidFill>
            <a:schemeClr val="bg1"/>
          </a:solidFill>
          <a:latin typeface="+mn-lt"/>
          <a:ea typeface="TeleGrotesk Next" pitchFamily="2" charset="0"/>
          <a:cs typeface="TeleGrotesk Next" pitchFamily="2" charset="0"/>
        </a:defRPr>
      </a:lvl4pPr>
      <a:lvl5pPr marL="1027113" indent="-193675" algn="l" defTabSz="914400" rtl="0" eaLnBrk="1" latinLnBrk="0" hangingPunct="1">
        <a:lnSpc>
          <a:spcPct val="95000"/>
        </a:lnSpc>
        <a:spcBef>
          <a:spcPts val="0"/>
        </a:spcBef>
        <a:spcAft>
          <a:spcPts val="600"/>
        </a:spcAft>
        <a:buClr>
          <a:schemeClr val="bg1"/>
        </a:buClr>
        <a:buFont typeface="Wingdings" panose="05000000000000000000" pitchFamily="2" charset="2"/>
        <a:buChar char="§"/>
        <a:defRPr sz="1600" kern="1200">
          <a:solidFill>
            <a:schemeClr val="bg1"/>
          </a:solidFill>
          <a:latin typeface="+mn-lt"/>
          <a:ea typeface="TeleGrotesk Next" pitchFamily="2" charset="0"/>
          <a:cs typeface="TeleGrotesk Next" pitchFamily="2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D3AF441D-3696-4F78-AFB4-844D1708D170}"/>
              </a:ext>
            </a:extLst>
          </p:cNvPr>
          <p:cNvPicPr>
            <a:picLocks noChangeAspect="1"/>
          </p:cNvPicPr>
          <p:nvPr userDrawn="1"/>
        </p:nvPicPr>
        <p:blipFill>
          <a:blip r:embed="rId1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225"/>
            <a:ext cx="12191999" cy="6856213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 userDrawn="1">
            <p:ph type="title"/>
          </p:nvPr>
        </p:nvSpPr>
        <p:spPr>
          <a:xfrm>
            <a:off x="548783" y="384264"/>
            <a:ext cx="11059787" cy="81482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 userDrawn="1">
            <p:ph type="body" idx="1"/>
          </p:nvPr>
        </p:nvSpPr>
        <p:spPr>
          <a:xfrm>
            <a:off x="548783" y="1536196"/>
            <a:ext cx="11059787" cy="4441747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8" name="Slide Number Placeholder 5">
            <a:extLst>
              <a:ext uri="{FF2B5EF4-FFF2-40B4-BE49-F238E27FC236}">
                <a16:creationId xmlns:a16="http://schemas.microsoft.com/office/drawing/2014/main" id="{D65B12C3-89E2-4D8E-A713-EC838303A332}"/>
              </a:ext>
            </a:extLst>
          </p:cNvPr>
          <p:cNvSpPr>
            <a:spLocks noGrp="1"/>
          </p:cNvSpPr>
          <p:nvPr userDrawn="1">
            <p:ph type="sldNum" sz="quarter" idx="4"/>
          </p:nvPr>
        </p:nvSpPr>
        <p:spPr>
          <a:xfrm>
            <a:off x="5906141" y="6259506"/>
            <a:ext cx="379717" cy="337174"/>
          </a:xfrm>
          <a:prstGeom prst="rect">
            <a:avLst/>
          </a:prstGeom>
        </p:spPr>
        <p:txBody>
          <a:bodyPr lIns="0" tIns="0" rIns="0" bIns="0" anchor="b" anchorCtr="0"/>
          <a:lstStyle>
            <a:lvl1pPr algn="ctr">
              <a:defRPr sz="1000">
                <a:solidFill>
                  <a:schemeClr val="bg1"/>
                </a:solidFill>
              </a:defRPr>
            </a:lvl1pPr>
          </a:lstStyle>
          <a:p>
            <a:fld id="{D354CF67-C5F0-4CAE-8117-D09CFBB1DF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5C88A18-20B7-4C6A-9E37-45F78CBC2336}"/>
              </a:ext>
            </a:extLst>
          </p:cNvPr>
          <p:cNvSpPr txBox="1"/>
          <p:nvPr userDrawn="1"/>
        </p:nvSpPr>
        <p:spPr>
          <a:xfrm>
            <a:off x="548784" y="6442791"/>
            <a:ext cx="1354823" cy="153888"/>
          </a:xfrm>
          <a:prstGeom prst="rect">
            <a:avLst/>
          </a:prstGeom>
          <a:noFill/>
        </p:spPr>
        <p:txBody>
          <a:bodyPr vert="horz" wrap="square" lIns="0" tIns="0" rIns="0" bIns="0" rtlCol="0" anchor="b" anchorCtr="0">
            <a:spAutoFit/>
          </a:bodyPr>
          <a:lstStyle/>
          <a:p>
            <a:pPr algn="l"/>
            <a:r>
              <a:rPr lang="en-US" sz="1000" dirty="0">
                <a:solidFill>
                  <a:schemeClr val="bg1"/>
                </a:solidFill>
              </a:rPr>
              <a:t>T-Mobile Confidential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A65B8E0-F6AC-40D4-BD16-2298E1A38BE6}"/>
              </a:ext>
            </a:extLst>
          </p:cNvPr>
          <p:cNvPicPr>
            <a:picLocks noChangeAspect="1"/>
          </p:cNvPicPr>
          <p:nvPr userDrawn="1"/>
        </p:nvPicPr>
        <p:blipFill>
          <a:blip r:embed="rId15"/>
          <a:stretch>
            <a:fillRect/>
          </a:stretch>
        </p:blipFill>
        <p:spPr>
          <a:xfrm>
            <a:off x="11639379" y="116779"/>
            <a:ext cx="436979" cy="534969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F48E430F-673B-4761-B0D2-FAE27287F05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6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7"/>
              </a:ext>
            </a:extLst>
          </a:blip>
          <a:srcRect t="1" b="24568"/>
          <a:stretch/>
        </p:blipFill>
        <p:spPr>
          <a:xfrm>
            <a:off x="10931515" y="6477098"/>
            <a:ext cx="1003356" cy="190752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65A7B0E1-A6BC-4E3F-8F1C-66B8645C8783}"/>
              </a:ext>
            </a:extLst>
          </p:cNvPr>
          <p:cNvSpPr/>
          <p:nvPr userDrawn="1"/>
        </p:nvSpPr>
        <p:spPr>
          <a:xfrm>
            <a:off x="10674387" y="6635712"/>
            <a:ext cx="1517613" cy="21756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accent1"/>
                </a:solidFill>
                <a:latin typeface="TeleNeo Office Medium" panose="020B0604040202090203" pitchFamily="34" charset="0"/>
              </a:rPr>
              <a:t>Device &amp; Technology</a:t>
            </a:r>
          </a:p>
        </p:txBody>
      </p:sp>
    </p:spTree>
    <p:extLst>
      <p:ext uri="{BB962C8B-B14F-4D97-AF65-F5344CB8AC3E}">
        <p14:creationId xmlns:p14="http://schemas.microsoft.com/office/powerpoint/2010/main" val="16373019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93" r:id="rId1"/>
    <p:sldLayoutId id="2147483994" r:id="rId2"/>
    <p:sldLayoutId id="2147483995" r:id="rId3"/>
    <p:sldLayoutId id="2147483996" r:id="rId4"/>
    <p:sldLayoutId id="2147483997" r:id="rId5"/>
    <p:sldLayoutId id="2147483998" r:id="rId6"/>
    <p:sldLayoutId id="2147483999" r:id="rId7"/>
    <p:sldLayoutId id="2147484000" r:id="rId8"/>
    <p:sldLayoutId id="2147484001" r:id="rId9"/>
    <p:sldLayoutId id="2147484002" r:id="rId10"/>
    <p:sldLayoutId id="2147484003" r:id="rId11"/>
    <p:sldLayoutId id="2147484004" r:id="rId12"/>
  </p:sldLayoutIdLst>
  <p:hf hdr="0" ft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2800" b="0" kern="1200" cap="all" baseline="0">
          <a:solidFill>
            <a:schemeClr val="accent1"/>
          </a:solidFill>
          <a:latin typeface="+mj-lt"/>
          <a:ea typeface="TeleGrotesk Next Ultra" pitchFamily="2" charset="0"/>
          <a:cs typeface="TeleGrotesk Next Ultra" pitchFamily="2" charset="0"/>
        </a:defRPr>
      </a:lvl1pPr>
    </p:titleStyle>
    <p:bodyStyle>
      <a:lvl1pPr marL="223838" indent="-223838" algn="l" defTabSz="914400" rtl="0" eaLnBrk="1" latinLnBrk="0" hangingPunct="1">
        <a:lnSpc>
          <a:spcPct val="95000"/>
        </a:lnSpc>
        <a:spcBef>
          <a:spcPts val="600"/>
        </a:spcBef>
        <a:spcAft>
          <a:spcPts val="600"/>
        </a:spcAft>
        <a:buClr>
          <a:schemeClr val="accent1"/>
        </a:buClr>
        <a:buFont typeface="Wingdings" panose="05000000000000000000" pitchFamily="2" charset="2"/>
        <a:buChar char="§"/>
        <a:defRPr sz="2200" kern="1200">
          <a:solidFill>
            <a:schemeClr val="bg1"/>
          </a:solidFill>
          <a:latin typeface="+mn-lt"/>
          <a:ea typeface="TeleGrotesk Next" pitchFamily="2" charset="0"/>
          <a:cs typeface="TeleGrotesk Next" pitchFamily="2" charset="0"/>
        </a:defRPr>
      </a:lvl1pPr>
      <a:lvl2pPr marL="465138" indent="-227013" algn="l" defTabSz="914400" rtl="0" eaLnBrk="1" latinLnBrk="0" hangingPunct="1">
        <a:lnSpc>
          <a:spcPct val="95000"/>
        </a:lnSpc>
        <a:spcBef>
          <a:spcPts val="0"/>
        </a:spcBef>
        <a:spcAft>
          <a:spcPts val="600"/>
        </a:spcAft>
        <a:buClr>
          <a:schemeClr val="bg1"/>
        </a:buClr>
        <a:buFont typeface="Arial" panose="020B0604020202020204" pitchFamily="34" charset="0"/>
        <a:buChar char="–"/>
        <a:defRPr sz="2000" kern="1200">
          <a:solidFill>
            <a:schemeClr val="bg1"/>
          </a:solidFill>
          <a:latin typeface="+mn-lt"/>
          <a:ea typeface="TeleGrotesk Next" pitchFamily="2" charset="0"/>
          <a:cs typeface="TeleGrotesk Next" pitchFamily="2" charset="0"/>
        </a:defRPr>
      </a:lvl2pPr>
      <a:lvl3pPr marL="625475" indent="-160338" algn="l" defTabSz="914400" rtl="0" eaLnBrk="1" latinLnBrk="0" hangingPunct="1">
        <a:lnSpc>
          <a:spcPct val="95000"/>
        </a:lnSpc>
        <a:spcBef>
          <a:spcPts val="0"/>
        </a:spcBef>
        <a:spcAft>
          <a:spcPts val="600"/>
        </a:spcAft>
        <a:buClr>
          <a:schemeClr val="bg1"/>
        </a:buClr>
        <a:buFont typeface="Wingdings" panose="05000000000000000000" pitchFamily="2" charset="2"/>
        <a:buChar char="§"/>
        <a:defRPr sz="1800" kern="1200">
          <a:solidFill>
            <a:schemeClr val="bg1"/>
          </a:solidFill>
          <a:latin typeface="+mn-lt"/>
          <a:ea typeface="TeleGrotesk Next" pitchFamily="2" charset="0"/>
          <a:cs typeface="TeleGrotesk Next" pitchFamily="2" charset="0"/>
        </a:defRPr>
      </a:lvl3pPr>
      <a:lvl4pPr marL="833438" indent="-200025" algn="l" defTabSz="914400" rtl="0" eaLnBrk="1" latinLnBrk="0" hangingPunct="1">
        <a:lnSpc>
          <a:spcPct val="95000"/>
        </a:lnSpc>
        <a:spcBef>
          <a:spcPts val="0"/>
        </a:spcBef>
        <a:spcAft>
          <a:spcPts val="600"/>
        </a:spcAft>
        <a:buClr>
          <a:schemeClr val="bg1"/>
        </a:buClr>
        <a:buFont typeface="Arial" panose="020B0604020202020204" pitchFamily="34" charset="0"/>
        <a:buChar char="–"/>
        <a:defRPr sz="1600" kern="1200">
          <a:solidFill>
            <a:schemeClr val="bg1"/>
          </a:solidFill>
          <a:latin typeface="+mn-lt"/>
          <a:ea typeface="TeleGrotesk Next" pitchFamily="2" charset="0"/>
          <a:cs typeface="TeleGrotesk Next" pitchFamily="2" charset="0"/>
        </a:defRPr>
      </a:lvl4pPr>
      <a:lvl5pPr marL="1027113" indent="-193675" algn="l" defTabSz="914400" rtl="0" eaLnBrk="1" latinLnBrk="0" hangingPunct="1">
        <a:lnSpc>
          <a:spcPct val="95000"/>
        </a:lnSpc>
        <a:spcBef>
          <a:spcPts val="0"/>
        </a:spcBef>
        <a:spcAft>
          <a:spcPts val="600"/>
        </a:spcAft>
        <a:buClr>
          <a:schemeClr val="bg1"/>
        </a:buClr>
        <a:buFont typeface="Wingdings" panose="05000000000000000000" pitchFamily="2" charset="2"/>
        <a:buChar char="§"/>
        <a:defRPr sz="1600" kern="1200">
          <a:solidFill>
            <a:schemeClr val="bg1"/>
          </a:solidFill>
          <a:latin typeface="+mn-lt"/>
          <a:ea typeface="TeleGrotesk Next" pitchFamily="2" charset="0"/>
          <a:cs typeface="TeleGrotesk Next" pitchFamily="2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D3AF441D-3696-4F78-AFB4-844D1708D170}"/>
              </a:ext>
            </a:extLst>
          </p:cNvPr>
          <p:cNvPicPr>
            <a:picLocks noChangeAspect="1"/>
          </p:cNvPicPr>
          <p:nvPr userDrawn="1"/>
        </p:nvPicPr>
        <p:blipFill>
          <a:blip r:embed="rId1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225"/>
            <a:ext cx="12191999" cy="6856213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 userDrawn="1">
            <p:ph type="title"/>
          </p:nvPr>
        </p:nvSpPr>
        <p:spPr>
          <a:xfrm>
            <a:off x="548783" y="384264"/>
            <a:ext cx="11059787" cy="81482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 userDrawn="1">
            <p:ph type="body" idx="1"/>
          </p:nvPr>
        </p:nvSpPr>
        <p:spPr>
          <a:xfrm>
            <a:off x="548783" y="1536196"/>
            <a:ext cx="11059787" cy="4441747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8" name="Slide Number Placeholder 5">
            <a:extLst>
              <a:ext uri="{FF2B5EF4-FFF2-40B4-BE49-F238E27FC236}">
                <a16:creationId xmlns:a16="http://schemas.microsoft.com/office/drawing/2014/main" id="{D65B12C3-89E2-4D8E-A713-EC838303A332}"/>
              </a:ext>
            </a:extLst>
          </p:cNvPr>
          <p:cNvSpPr>
            <a:spLocks noGrp="1"/>
          </p:cNvSpPr>
          <p:nvPr userDrawn="1">
            <p:ph type="sldNum" sz="quarter" idx="4"/>
          </p:nvPr>
        </p:nvSpPr>
        <p:spPr>
          <a:xfrm>
            <a:off x="5906141" y="6259506"/>
            <a:ext cx="379717" cy="337174"/>
          </a:xfrm>
          <a:prstGeom prst="rect">
            <a:avLst/>
          </a:prstGeom>
        </p:spPr>
        <p:txBody>
          <a:bodyPr lIns="0" tIns="0" rIns="0" bIns="0" anchor="b" anchorCtr="0"/>
          <a:lstStyle>
            <a:lvl1pPr algn="ctr">
              <a:defRPr sz="1000">
                <a:solidFill>
                  <a:schemeClr val="bg1"/>
                </a:solidFill>
              </a:defRPr>
            </a:lvl1pPr>
          </a:lstStyle>
          <a:p>
            <a:fld id="{D354CF67-C5F0-4CAE-8117-D09CFBB1DF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5C88A18-20B7-4C6A-9E37-45F78CBC2336}"/>
              </a:ext>
            </a:extLst>
          </p:cNvPr>
          <p:cNvSpPr txBox="1"/>
          <p:nvPr userDrawn="1"/>
        </p:nvSpPr>
        <p:spPr>
          <a:xfrm>
            <a:off x="548784" y="6442791"/>
            <a:ext cx="1354823" cy="153888"/>
          </a:xfrm>
          <a:prstGeom prst="rect">
            <a:avLst/>
          </a:prstGeom>
          <a:noFill/>
        </p:spPr>
        <p:txBody>
          <a:bodyPr vert="horz" wrap="square" lIns="0" tIns="0" rIns="0" bIns="0" rtlCol="0" anchor="b" anchorCtr="0">
            <a:spAutoFit/>
          </a:bodyPr>
          <a:lstStyle/>
          <a:p>
            <a:pPr algn="l"/>
            <a:r>
              <a:rPr lang="en-US" sz="1000" dirty="0">
                <a:solidFill>
                  <a:schemeClr val="bg1"/>
                </a:solidFill>
              </a:rPr>
              <a:t>T-Mobile Confidential</a:t>
            </a:r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690DD150-04BF-4E22-927F-D14F781595C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5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rcRect t="1" b="24568"/>
          <a:stretch/>
        </p:blipFill>
        <p:spPr>
          <a:xfrm>
            <a:off x="10931515" y="6475970"/>
            <a:ext cx="1003356" cy="190752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3997CF7A-906D-4282-9899-B95ECB529B86}"/>
              </a:ext>
            </a:extLst>
          </p:cNvPr>
          <p:cNvSpPr/>
          <p:nvPr userDrawn="1"/>
        </p:nvSpPr>
        <p:spPr>
          <a:xfrm>
            <a:off x="10674387" y="6635712"/>
            <a:ext cx="1517613" cy="21756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accent1"/>
                </a:solidFill>
                <a:latin typeface="TeleNeo Office Medium" panose="020B0604040202090203" pitchFamily="34" charset="0"/>
              </a:rPr>
              <a:t>Device &amp; Technology</a:t>
            </a:r>
          </a:p>
        </p:txBody>
      </p:sp>
      <p:pic>
        <p:nvPicPr>
          <p:cNvPr id="10" name="Picture 9" descr="A picture containing text, clock, gauge&#10;&#10;Description automatically generated">
            <a:extLst>
              <a:ext uri="{FF2B5EF4-FFF2-40B4-BE49-F238E27FC236}">
                <a16:creationId xmlns:a16="http://schemas.microsoft.com/office/drawing/2014/main" id="{37784F25-1ABA-4DDF-98D3-1C3F8C193068}"/>
              </a:ext>
            </a:extLst>
          </p:cNvPr>
          <p:cNvPicPr>
            <a:picLocks noChangeAspect="1"/>
          </p:cNvPicPr>
          <p:nvPr userDrawn="1"/>
        </p:nvPicPr>
        <p:blipFill>
          <a:blip r:embed="rId17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08570" y="162790"/>
            <a:ext cx="400462" cy="4366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20680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07" r:id="rId1"/>
    <p:sldLayoutId id="2147484008" r:id="rId2"/>
    <p:sldLayoutId id="2147484009" r:id="rId3"/>
    <p:sldLayoutId id="2147484010" r:id="rId4"/>
    <p:sldLayoutId id="2147484011" r:id="rId5"/>
    <p:sldLayoutId id="2147484012" r:id="rId6"/>
    <p:sldLayoutId id="2147484013" r:id="rId7"/>
    <p:sldLayoutId id="2147484014" r:id="rId8"/>
    <p:sldLayoutId id="2147484015" r:id="rId9"/>
    <p:sldLayoutId id="2147484016" r:id="rId10"/>
    <p:sldLayoutId id="2147484017" r:id="rId11"/>
    <p:sldLayoutId id="2147484018" r:id="rId12"/>
  </p:sldLayoutIdLst>
  <p:hf hdr="0" ft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2800" b="0" kern="1200" cap="all" baseline="0">
          <a:solidFill>
            <a:schemeClr val="accent1"/>
          </a:solidFill>
          <a:latin typeface="+mj-lt"/>
          <a:ea typeface="TeleGrotesk Next Ultra" pitchFamily="2" charset="0"/>
          <a:cs typeface="TeleGrotesk Next Ultra" pitchFamily="2" charset="0"/>
        </a:defRPr>
      </a:lvl1pPr>
    </p:titleStyle>
    <p:bodyStyle>
      <a:lvl1pPr marL="223838" indent="-223838" algn="l" defTabSz="914400" rtl="0" eaLnBrk="1" latinLnBrk="0" hangingPunct="1">
        <a:lnSpc>
          <a:spcPct val="95000"/>
        </a:lnSpc>
        <a:spcBef>
          <a:spcPts val="600"/>
        </a:spcBef>
        <a:spcAft>
          <a:spcPts val="600"/>
        </a:spcAft>
        <a:buClr>
          <a:schemeClr val="accent1"/>
        </a:buClr>
        <a:buFont typeface="Wingdings" panose="05000000000000000000" pitchFamily="2" charset="2"/>
        <a:buChar char="§"/>
        <a:defRPr sz="2200" kern="1200">
          <a:solidFill>
            <a:schemeClr val="bg1"/>
          </a:solidFill>
          <a:latin typeface="+mn-lt"/>
          <a:ea typeface="TeleGrotesk Next" pitchFamily="2" charset="0"/>
          <a:cs typeface="TeleGrotesk Next" pitchFamily="2" charset="0"/>
        </a:defRPr>
      </a:lvl1pPr>
      <a:lvl2pPr marL="465138" indent="-227013" algn="l" defTabSz="914400" rtl="0" eaLnBrk="1" latinLnBrk="0" hangingPunct="1">
        <a:lnSpc>
          <a:spcPct val="95000"/>
        </a:lnSpc>
        <a:spcBef>
          <a:spcPts val="0"/>
        </a:spcBef>
        <a:spcAft>
          <a:spcPts val="600"/>
        </a:spcAft>
        <a:buClr>
          <a:schemeClr val="bg1"/>
        </a:buClr>
        <a:buFont typeface="Arial" panose="020B0604020202020204" pitchFamily="34" charset="0"/>
        <a:buChar char="–"/>
        <a:defRPr sz="2000" kern="1200">
          <a:solidFill>
            <a:schemeClr val="bg1"/>
          </a:solidFill>
          <a:latin typeface="+mn-lt"/>
          <a:ea typeface="TeleGrotesk Next" pitchFamily="2" charset="0"/>
          <a:cs typeface="TeleGrotesk Next" pitchFamily="2" charset="0"/>
        </a:defRPr>
      </a:lvl2pPr>
      <a:lvl3pPr marL="625475" indent="-160338" algn="l" defTabSz="914400" rtl="0" eaLnBrk="1" latinLnBrk="0" hangingPunct="1">
        <a:lnSpc>
          <a:spcPct val="95000"/>
        </a:lnSpc>
        <a:spcBef>
          <a:spcPts val="0"/>
        </a:spcBef>
        <a:spcAft>
          <a:spcPts val="600"/>
        </a:spcAft>
        <a:buClr>
          <a:schemeClr val="bg1"/>
        </a:buClr>
        <a:buFont typeface="Wingdings" panose="05000000000000000000" pitchFamily="2" charset="2"/>
        <a:buChar char="§"/>
        <a:defRPr sz="1800" kern="1200">
          <a:solidFill>
            <a:schemeClr val="bg1"/>
          </a:solidFill>
          <a:latin typeface="+mn-lt"/>
          <a:ea typeface="TeleGrotesk Next" pitchFamily="2" charset="0"/>
          <a:cs typeface="TeleGrotesk Next" pitchFamily="2" charset="0"/>
        </a:defRPr>
      </a:lvl3pPr>
      <a:lvl4pPr marL="833438" indent="-200025" algn="l" defTabSz="914400" rtl="0" eaLnBrk="1" latinLnBrk="0" hangingPunct="1">
        <a:lnSpc>
          <a:spcPct val="95000"/>
        </a:lnSpc>
        <a:spcBef>
          <a:spcPts val="0"/>
        </a:spcBef>
        <a:spcAft>
          <a:spcPts val="600"/>
        </a:spcAft>
        <a:buClr>
          <a:schemeClr val="bg1"/>
        </a:buClr>
        <a:buFont typeface="Arial" panose="020B0604020202020204" pitchFamily="34" charset="0"/>
        <a:buChar char="–"/>
        <a:defRPr sz="1600" kern="1200">
          <a:solidFill>
            <a:schemeClr val="bg1"/>
          </a:solidFill>
          <a:latin typeface="+mn-lt"/>
          <a:ea typeface="TeleGrotesk Next" pitchFamily="2" charset="0"/>
          <a:cs typeface="TeleGrotesk Next" pitchFamily="2" charset="0"/>
        </a:defRPr>
      </a:lvl4pPr>
      <a:lvl5pPr marL="1027113" indent="-193675" algn="l" defTabSz="914400" rtl="0" eaLnBrk="1" latinLnBrk="0" hangingPunct="1">
        <a:lnSpc>
          <a:spcPct val="95000"/>
        </a:lnSpc>
        <a:spcBef>
          <a:spcPts val="0"/>
        </a:spcBef>
        <a:spcAft>
          <a:spcPts val="600"/>
        </a:spcAft>
        <a:buClr>
          <a:schemeClr val="bg1"/>
        </a:buClr>
        <a:buFont typeface="Wingdings" panose="05000000000000000000" pitchFamily="2" charset="2"/>
        <a:buChar char="§"/>
        <a:defRPr sz="1600" kern="1200">
          <a:solidFill>
            <a:schemeClr val="bg1"/>
          </a:solidFill>
          <a:latin typeface="+mn-lt"/>
          <a:ea typeface="TeleGrotesk Next" pitchFamily="2" charset="0"/>
          <a:cs typeface="TeleGrotesk Next" pitchFamily="2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/>
          <p:cNvSpPr txBox="1">
            <a:spLocks/>
          </p:cNvSpPr>
          <p:nvPr userDrawn="1"/>
        </p:nvSpPr>
        <p:spPr>
          <a:xfrm>
            <a:off x="342900" y="1991123"/>
            <a:ext cx="10799235" cy="1289051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343403" rtl="0" eaLnBrk="1" latinLnBrk="0" hangingPunct="1">
              <a:spcBef>
                <a:spcPct val="0"/>
              </a:spcBef>
              <a:buNone/>
              <a:defRPr sz="4000" b="0" i="0" kern="1200">
                <a:solidFill>
                  <a:srgbClr val="E20074"/>
                </a:solidFill>
                <a:latin typeface="Tele-GroteskUlt" pitchFamily="2" charset="0"/>
                <a:ea typeface="+mj-ea"/>
                <a:cs typeface="Tele-GroteskUlt" pitchFamily="2" charset="0"/>
              </a:defRPr>
            </a:lvl1pPr>
          </a:lstStyle>
          <a:p>
            <a:r>
              <a:rPr lang="en-US" sz="5333" dirty="0"/>
              <a:t>Cover</a:t>
            </a:r>
            <a:r>
              <a:rPr lang="en-US" sz="5333" baseline="0" dirty="0"/>
              <a:t> Pages</a:t>
            </a:r>
            <a:endParaRPr lang="en-US" sz="5333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0857323-414A-C94E-B86B-DC4DC4A7ECF7}"/>
              </a:ext>
            </a:extLst>
          </p:cNvPr>
          <p:cNvPicPr>
            <a:picLocks noChangeAspect="1"/>
          </p:cNvPicPr>
          <p:nvPr userDrawn="1"/>
        </p:nvPicPr>
        <p:blipFill>
          <a:blip r:embed="rId11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492322" y="6298571"/>
            <a:ext cx="4662741" cy="447747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423A192A-D6AF-49D8-AB9B-DBD48B33DB8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2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rcRect t="1" b="24568"/>
          <a:stretch/>
        </p:blipFill>
        <p:spPr>
          <a:xfrm>
            <a:off x="10840004" y="6357884"/>
            <a:ext cx="1003356" cy="190752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36F237AD-0AB0-4212-8AF5-FC4757E7FE2C}"/>
              </a:ext>
            </a:extLst>
          </p:cNvPr>
          <p:cNvSpPr/>
          <p:nvPr userDrawn="1"/>
        </p:nvSpPr>
        <p:spPr>
          <a:xfrm>
            <a:off x="10674387" y="6538697"/>
            <a:ext cx="1334590" cy="20762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bg1"/>
                </a:solidFill>
                <a:latin typeface="Tele-GroteskUlt" pitchFamily="2" charset="0"/>
              </a:rPr>
              <a:t>Device &amp; Technology</a:t>
            </a: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1B8DD474-E57C-4C86-B57A-B24F1CF8290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4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rcRect t="1" b="24568"/>
          <a:stretch/>
        </p:blipFill>
        <p:spPr>
          <a:xfrm>
            <a:off x="10931515" y="6444960"/>
            <a:ext cx="1003356" cy="190752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F26E2CBC-1440-4566-BA47-6DAADDB68144}"/>
              </a:ext>
            </a:extLst>
          </p:cNvPr>
          <p:cNvSpPr/>
          <p:nvPr userDrawn="1"/>
        </p:nvSpPr>
        <p:spPr>
          <a:xfrm>
            <a:off x="10674387" y="6635712"/>
            <a:ext cx="1517613" cy="21756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accent1"/>
                </a:solidFill>
                <a:latin typeface="TeleNeo Office Medium" panose="020B0604040202090203" pitchFamily="34" charset="0"/>
              </a:rPr>
              <a:t>Device &amp; Technology</a:t>
            </a:r>
          </a:p>
        </p:txBody>
      </p:sp>
      <p:pic>
        <p:nvPicPr>
          <p:cNvPr id="9" name="Picture 8" descr="A picture containing text, clock, gauge&#10;&#10;Description automatically generated">
            <a:extLst>
              <a:ext uri="{FF2B5EF4-FFF2-40B4-BE49-F238E27FC236}">
                <a16:creationId xmlns:a16="http://schemas.microsoft.com/office/drawing/2014/main" id="{12C0BA6A-3B4C-4A8A-AB78-D149DD9B75B6}"/>
              </a:ext>
            </a:extLst>
          </p:cNvPr>
          <p:cNvPicPr>
            <a:picLocks noChangeAspect="1"/>
          </p:cNvPicPr>
          <p:nvPr userDrawn="1"/>
        </p:nvPicPr>
        <p:blipFill>
          <a:blip r:embed="rId16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43129" y="222288"/>
            <a:ext cx="400462" cy="436615"/>
          </a:xfrm>
          <a:prstGeom prst="rect">
            <a:avLst/>
          </a:prstGeom>
        </p:spPr>
      </p:pic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E6294A29-808F-453D-9C6C-42E228C52CE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0" y="6586334"/>
            <a:ext cx="1482450" cy="226838"/>
          </a:xfrm>
          <a:prstGeom prst="rect">
            <a:avLst/>
          </a:prstGeom>
          <a:ln>
            <a:noFill/>
          </a:ln>
        </p:spPr>
        <p:txBody>
          <a:bodyPr vert="horz" lIns="68681" tIns="34340" rIns="68681" bIns="34340" rtlCol="0" anchor="ctr"/>
          <a:lstStyle>
            <a:lvl1pPr algn="r">
              <a:defRPr sz="1200" b="0" i="0">
                <a:solidFill>
                  <a:schemeClr val="accent1"/>
                </a:solidFill>
                <a:latin typeface="Tele-GroteskHal" pitchFamily="2" charset="0"/>
                <a:cs typeface="Tele-GroteskHal" pitchFamily="2" charset="0"/>
              </a:defRPr>
            </a:lvl1pPr>
          </a:lstStyle>
          <a:p>
            <a:r>
              <a:rPr lang="en-US" dirty="0"/>
              <a:t>T-Mobile Confidential</a:t>
            </a:r>
          </a:p>
        </p:txBody>
      </p:sp>
    </p:spTree>
    <p:extLst>
      <p:ext uri="{BB962C8B-B14F-4D97-AF65-F5344CB8AC3E}">
        <p14:creationId xmlns:p14="http://schemas.microsoft.com/office/powerpoint/2010/main" val="40275902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20" r:id="rId1"/>
    <p:sldLayoutId id="2147484021" r:id="rId2"/>
    <p:sldLayoutId id="2147484022" r:id="rId3"/>
    <p:sldLayoutId id="2147484023" r:id="rId4"/>
    <p:sldLayoutId id="2147484024" r:id="rId5"/>
    <p:sldLayoutId id="2147484025" r:id="rId6"/>
    <p:sldLayoutId id="2147484026" r:id="rId7"/>
    <p:sldLayoutId id="2147484027" r:id="rId8"/>
    <p:sldLayoutId id="2147484028" r:id="rId9"/>
  </p:sldLayoutIdLst>
  <p:hf sldNum="0" hdr="0" dt="0"/>
  <p:txStyles>
    <p:titleStyle>
      <a:lvl1pPr algn="l" defTabSz="457859" rtl="0" eaLnBrk="1" latinLnBrk="0" hangingPunct="1">
        <a:spcBef>
          <a:spcPct val="0"/>
        </a:spcBef>
        <a:buNone/>
        <a:defRPr sz="4267" b="0" i="0" kern="1200">
          <a:solidFill>
            <a:schemeClr val="tx1">
              <a:lumMod val="75000"/>
              <a:lumOff val="25000"/>
            </a:schemeClr>
          </a:solidFill>
          <a:latin typeface="Tele-GroteskFet" pitchFamily="2" charset="0"/>
          <a:ea typeface="+mj-ea"/>
          <a:cs typeface="Tele-GroteskFet" pitchFamily="2" charset="0"/>
        </a:defRPr>
      </a:lvl1pPr>
    </p:titleStyle>
    <p:bodyStyle>
      <a:lvl1pPr marL="343394" indent="-343394" algn="l" defTabSz="457859" rtl="0" eaLnBrk="1" latinLnBrk="0" hangingPunct="1">
        <a:spcBef>
          <a:spcPct val="20000"/>
        </a:spcBef>
        <a:buFont typeface="Wingdings" panose="05000000000000000000" pitchFamily="2" charset="2"/>
        <a:buChar char="§"/>
        <a:defRPr sz="3200" b="0" i="0" kern="1200">
          <a:solidFill>
            <a:schemeClr val="tx1">
              <a:lumMod val="75000"/>
              <a:lumOff val="25000"/>
            </a:schemeClr>
          </a:solidFill>
          <a:latin typeface="Arial" pitchFamily="34" charset="0"/>
          <a:ea typeface="+mn-ea"/>
          <a:cs typeface="Arial" pitchFamily="34" charset="0"/>
        </a:defRPr>
      </a:lvl1pPr>
      <a:lvl2pPr marL="744021" indent="-286162" algn="l" defTabSz="457859" rtl="0" eaLnBrk="1" latinLnBrk="0" hangingPunct="1">
        <a:spcBef>
          <a:spcPct val="20000"/>
        </a:spcBef>
        <a:buFont typeface="Wingdings" panose="05000000000000000000" pitchFamily="2" charset="2"/>
        <a:buChar char="§"/>
        <a:defRPr sz="2400" b="0" i="0" kern="1200">
          <a:solidFill>
            <a:schemeClr val="tx1">
              <a:lumMod val="75000"/>
              <a:lumOff val="25000"/>
            </a:schemeClr>
          </a:solidFill>
          <a:latin typeface="Arial" pitchFamily="34" charset="0"/>
          <a:ea typeface="+mn-ea"/>
          <a:cs typeface="Arial" pitchFamily="34" charset="0"/>
        </a:defRPr>
      </a:lvl2pPr>
      <a:lvl3pPr marL="1144647" indent="-228929" algn="l" defTabSz="457859" rtl="0" eaLnBrk="1" latinLnBrk="0" hangingPunct="1">
        <a:spcBef>
          <a:spcPct val="20000"/>
        </a:spcBef>
        <a:buFont typeface="Wingdings" panose="05000000000000000000" pitchFamily="2" charset="2"/>
        <a:buChar char="§"/>
        <a:defRPr sz="2000" b="0" i="0" kern="1200">
          <a:solidFill>
            <a:schemeClr val="tx1">
              <a:lumMod val="75000"/>
              <a:lumOff val="25000"/>
            </a:schemeClr>
          </a:solidFill>
          <a:latin typeface="Arial" pitchFamily="34" charset="0"/>
          <a:ea typeface="+mn-ea"/>
          <a:cs typeface="Arial" pitchFamily="34" charset="0"/>
        </a:defRPr>
      </a:lvl3pPr>
      <a:lvl4pPr marL="1602507" indent="-228929" algn="l" defTabSz="457859" rtl="0" eaLnBrk="1" latinLnBrk="0" hangingPunct="1">
        <a:spcBef>
          <a:spcPct val="20000"/>
        </a:spcBef>
        <a:buFont typeface="Wingdings" panose="05000000000000000000" pitchFamily="2" charset="2"/>
        <a:buChar char="§"/>
        <a:defRPr sz="1600" b="0" i="0" kern="1200">
          <a:solidFill>
            <a:schemeClr val="tx1">
              <a:lumMod val="75000"/>
              <a:lumOff val="25000"/>
            </a:schemeClr>
          </a:solidFill>
          <a:latin typeface="Arial" pitchFamily="34" charset="0"/>
          <a:ea typeface="+mn-ea"/>
          <a:cs typeface="Arial" pitchFamily="34" charset="0"/>
        </a:defRPr>
      </a:lvl4pPr>
      <a:lvl5pPr marL="2060366" indent="-228929" algn="l" defTabSz="457859" rtl="0" eaLnBrk="1" latinLnBrk="0" hangingPunct="1">
        <a:spcBef>
          <a:spcPct val="20000"/>
        </a:spcBef>
        <a:buFont typeface="Wingdings" panose="05000000000000000000" pitchFamily="2" charset="2"/>
        <a:buChar char="§"/>
        <a:defRPr sz="1600" b="0" i="0" kern="1200">
          <a:solidFill>
            <a:schemeClr val="tx1">
              <a:lumMod val="75000"/>
              <a:lumOff val="25000"/>
            </a:schemeClr>
          </a:solidFill>
          <a:latin typeface="Arial" pitchFamily="34" charset="0"/>
          <a:ea typeface="+mn-ea"/>
          <a:cs typeface="Arial" pitchFamily="34" charset="0"/>
        </a:defRPr>
      </a:lvl5pPr>
      <a:lvl6pPr marL="2518225" indent="-228929" algn="l" defTabSz="457859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6084" indent="-228929" algn="l" defTabSz="457859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33943" indent="-228929" algn="l" defTabSz="457859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91803" indent="-228929" algn="l" defTabSz="457859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859" rtl="0" eaLnBrk="1" latinLnBrk="0" hangingPunct="1">
        <a:defRPr sz="1867" kern="1200">
          <a:solidFill>
            <a:schemeClr val="tx1"/>
          </a:solidFill>
          <a:latin typeface="+mn-lt"/>
          <a:ea typeface="+mn-ea"/>
          <a:cs typeface="+mn-cs"/>
        </a:defRPr>
      </a:lvl1pPr>
      <a:lvl2pPr marL="457859" algn="l" defTabSz="457859" rtl="0" eaLnBrk="1" latinLnBrk="0" hangingPunct="1">
        <a:defRPr sz="1867" kern="1200">
          <a:solidFill>
            <a:schemeClr val="tx1"/>
          </a:solidFill>
          <a:latin typeface="+mn-lt"/>
          <a:ea typeface="+mn-ea"/>
          <a:cs typeface="+mn-cs"/>
        </a:defRPr>
      </a:lvl2pPr>
      <a:lvl3pPr marL="915718" algn="l" defTabSz="457859" rtl="0" eaLnBrk="1" latinLnBrk="0" hangingPunct="1">
        <a:defRPr sz="1867" kern="1200">
          <a:solidFill>
            <a:schemeClr val="tx1"/>
          </a:solidFill>
          <a:latin typeface="+mn-lt"/>
          <a:ea typeface="+mn-ea"/>
          <a:cs typeface="+mn-cs"/>
        </a:defRPr>
      </a:lvl3pPr>
      <a:lvl4pPr marL="1373578" algn="l" defTabSz="457859" rtl="0" eaLnBrk="1" latinLnBrk="0" hangingPunct="1">
        <a:defRPr sz="1867" kern="1200">
          <a:solidFill>
            <a:schemeClr val="tx1"/>
          </a:solidFill>
          <a:latin typeface="+mn-lt"/>
          <a:ea typeface="+mn-ea"/>
          <a:cs typeface="+mn-cs"/>
        </a:defRPr>
      </a:lvl4pPr>
      <a:lvl5pPr marL="1831437" algn="l" defTabSz="457859" rtl="0" eaLnBrk="1" latinLnBrk="0" hangingPunct="1">
        <a:defRPr sz="1867" kern="1200">
          <a:solidFill>
            <a:schemeClr val="tx1"/>
          </a:solidFill>
          <a:latin typeface="+mn-lt"/>
          <a:ea typeface="+mn-ea"/>
          <a:cs typeface="+mn-cs"/>
        </a:defRPr>
      </a:lvl5pPr>
      <a:lvl6pPr marL="2289296" algn="l" defTabSz="457859" rtl="0" eaLnBrk="1" latinLnBrk="0" hangingPunct="1">
        <a:defRPr sz="1867" kern="1200">
          <a:solidFill>
            <a:schemeClr val="tx1"/>
          </a:solidFill>
          <a:latin typeface="+mn-lt"/>
          <a:ea typeface="+mn-ea"/>
          <a:cs typeface="+mn-cs"/>
        </a:defRPr>
      </a:lvl6pPr>
      <a:lvl7pPr marL="2747155" algn="l" defTabSz="457859" rtl="0" eaLnBrk="1" latinLnBrk="0" hangingPunct="1">
        <a:defRPr sz="1867" kern="1200">
          <a:solidFill>
            <a:schemeClr val="tx1"/>
          </a:solidFill>
          <a:latin typeface="+mn-lt"/>
          <a:ea typeface="+mn-ea"/>
          <a:cs typeface="+mn-cs"/>
        </a:defRPr>
      </a:lvl7pPr>
      <a:lvl8pPr marL="3205013" algn="l" defTabSz="457859" rtl="0" eaLnBrk="1" latinLnBrk="0" hangingPunct="1">
        <a:defRPr sz="1867" kern="1200">
          <a:solidFill>
            <a:schemeClr val="tx1"/>
          </a:solidFill>
          <a:latin typeface="+mn-lt"/>
          <a:ea typeface="+mn-ea"/>
          <a:cs typeface="+mn-cs"/>
        </a:defRPr>
      </a:lvl8pPr>
      <a:lvl9pPr marL="3662872" algn="l" defTabSz="457859" rtl="0" eaLnBrk="1" latinLnBrk="0" hangingPunct="1">
        <a:defRPr sz="186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Relationship Id="rId4" Type="http://schemas.openxmlformats.org/officeDocument/2006/relationships/chart" Target="../charts/char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slideLayout" Target="../slideLayouts/slideLayout8.xml"/><Relationship Id="rId1" Type="http://schemas.openxmlformats.org/officeDocument/2006/relationships/themeOverride" Target="../theme/themeOverride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BCC89F55-AFDA-4621-A00C-133ED75E7FE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1538" y="2382560"/>
            <a:ext cx="6772868" cy="1518441"/>
          </a:xfrm>
        </p:spPr>
        <p:txBody>
          <a:bodyPr wrap="square">
            <a:normAutofit/>
          </a:bodyPr>
          <a:lstStyle/>
          <a:p>
            <a:r>
              <a:rPr lang="en-US" sz="4800" b="1" dirty="0"/>
              <a:t>T-Mobile WFC Handover to </a:t>
            </a:r>
            <a:r>
              <a:rPr lang="en-US" sz="4800" b="1" dirty="0" err="1"/>
              <a:t>VoNR</a:t>
            </a:r>
            <a:r>
              <a:rPr lang="en-US" sz="4800" b="1" dirty="0"/>
              <a:t>/LTE</a:t>
            </a:r>
            <a:endParaRPr lang="en-US" sz="4800" dirty="0"/>
          </a:p>
        </p:txBody>
      </p:sp>
      <p:sp>
        <p:nvSpPr>
          <p:cNvPr id="8" name="Subtitle 7">
            <a:extLst>
              <a:ext uri="{FF2B5EF4-FFF2-40B4-BE49-F238E27FC236}">
                <a16:creationId xmlns:a16="http://schemas.microsoft.com/office/drawing/2014/main" id="{985A41EF-944D-4C77-9B9F-D9D839E2F6C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33214" y="3727150"/>
            <a:ext cx="4999312" cy="1600461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 dirty="0"/>
              <a:t>Feb 2022</a:t>
            </a:r>
          </a:p>
          <a:p>
            <a:pPr>
              <a:spcAft>
                <a:spcPts val="600"/>
              </a:spcAft>
            </a:pPr>
            <a:r>
              <a:rPr lang="en-US"/>
              <a:t>Noshad Bagha Uday Dave</a:t>
            </a:r>
            <a:endParaRPr lang="en-US" dirty="0"/>
          </a:p>
        </p:txBody>
      </p:sp>
      <p:sp>
        <p:nvSpPr>
          <p:cNvPr id="19" name="Footer Placeholder 3">
            <a:extLst>
              <a:ext uri="{FF2B5EF4-FFF2-40B4-BE49-F238E27FC236}">
                <a16:creationId xmlns:a16="http://schemas.microsoft.com/office/drawing/2014/main" id="{7D590A7A-BCC0-4337-8783-1AC45227BA0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4432" y="6503949"/>
            <a:ext cx="3860800" cy="202143"/>
          </a:xfrm>
        </p:spPr>
        <p:txBody>
          <a:bodyPr/>
          <a:lstStyle/>
          <a:p>
            <a:pPr>
              <a:spcAft>
                <a:spcPts val="600"/>
              </a:spcAft>
            </a:pPr>
            <a:r>
              <a:rPr lang="en-US"/>
              <a:t>T-Mobile Confidential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C6EA638-8E50-B6F3-4C3F-8E243D3E0DE2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7901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5616169-038A-42D6-BA27-217CF28DF24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41277" y="1251475"/>
            <a:ext cx="11096278" cy="5344920"/>
          </a:xfrm>
        </p:spPr>
        <p:txBody>
          <a:bodyPr numCol="2" spcCol="457200">
            <a:noAutofit/>
          </a:bodyPr>
          <a:lstStyle/>
          <a:p>
            <a:pPr marL="285750" indent="-285750" algn="just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2400" b="0" dirty="0">
                <a:solidFill>
                  <a:schemeClr val="tx1"/>
                </a:solidFill>
                <a:latin typeface="+mj-lt"/>
              </a:rPr>
              <a:t>Profile 1-3: Multi Handover </a:t>
            </a:r>
          </a:p>
          <a:p>
            <a:pPr marL="285750" indent="-285750" algn="just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2400" b="0" dirty="0">
                <a:solidFill>
                  <a:schemeClr val="tx1"/>
                </a:solidFill>
                <a:latin typeface="+mj-lt"/>
              </a:rPr>
              <a:t>Profile 4: IP Impairments</a:t>
            </a:r>
            <a:endParaRPr lang="en-US" sz="2000" b="0" dirty="0">
              <a:solidFill>
                <a:schemeClr val="tx1"/>
              </a:solidFill>
              <a:latin typeface="+mj-lt"/>
            </a:endParaRPr>
          </a:p>
          <a:p>
            <a:pPr marL="285750" indent="-285750" algn="just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2400" b="0" dirty="0">
                <a:solidFill>
                  <a:schemeClr val="tx1"/>
                </a:solidFill>
                <a:latin typeface="+mj-lt"/>
              </a:rPr>
              <a:t>Profile 5: Walk out of the WiFi Coverage </a:t>
            </a:r>
          </a:p>
          <a:p>
            <a:pPr marL="285750" indent="-285750" algn="just">
              <a:lnSpc>
                <a:spcPct val="100000"/>
              </a:lnSpc>
              <a:spcBef>
                <a:spcPts val="600"/>
              </a:spcBef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2400" b="0" dirty="0">
                <a:solidFill>
                  <a:schemeClr val="tx1"/>
                </a:solidFill>
                <a:latin typeface="+mj-lt"/>
              </a:rPr>
              <a:t>Profile 6: Walk in to WFC Coverage</a:t>
            </a:r>
          </a:p>
          <a:p>
            <a:pPr marL="628650" lvl="1" indent="-171450" algn="just">
              <a:buClr>
                <a:schemeClr val="accent1"/>
              </a:buClr>
              <a:buFont typeface="Arial" panose="020B0604020202020204" pitchFamily="34" charset="0"/>
              <a:buChar char="•"/>
            </a:pPr>
            <a:endParaRPr lang="en-US" sz="1200" b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15AAB38-F0F7-4403-83AF-6CB34BCFE2E2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466725"/>
            <a:ext cx="11277600" cy="554038"/>
          </a:xfrm>
          <a:prstGeom prst="rect">
            <a:avLst/>
          </a:prstGeom>
        </p:spPr>
        <p:txBody>
          <a:bodyPr/>
          <a:lstStyle/>
          <a:p>
            <a:r>
              <a:rPr lang="en-US" sz="2800" dirty="0"/>
              <a:t>Handover Tests – WFC </a:t>
            </a:r>
            <a:r>
              <a:rPr lang="en-US" sz="2800" dirty="0">
                <a:sym typeface="Wingdings" panose="05000000000000000000" pitchFamily="2" charset="2"/>
              </a:rPr>
              <a:t> Cellular &amp; Cellular  WFC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884319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4511CA-7F50-462D-9A94-87D747E29975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630238"/>
            <a:ext cx="11277600" cy="554037"/>
          </a:xfrm>
          <a:prstGeom prst="rect">
            <a:avLst/>
          </a:prstGeom>
        </p:spPr>
        <p:txBody>
          <a:bodyPr/>
          <a:lstStyle/>
          <a:p>
            <a:r>
              <a:rPr lang="en-US" sz="2800" dirty="0"/>
              <a:t>Multiple handovers - Profile 1 and 2</a:t>
            </a:r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5F14D7F-9485-476E-9056-623AF34A0979}"/>
              </a:ext>
            </a:extLst>
          </p:cNvPr>
          <p:cNvSpPr txBox="1"/>
          <p:nvPr/>
        </p:nvSpPr>
        <p:spPr>
          <a:xfrm>
            <a:off x="379047" y="1413063"/>
            <a:ext cx="4893538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l"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dirty="0"/>
              <a:t>Testing begins with device connected to TMO Cellular Network</a:t>
            </a:r>
          </a:p>
          <a:p>
            <a:pPr marL="285750" indent="-285750" algn="l">
              <a:buClr>
                <a:schemeClr val="accent1"/>
              </a:buClr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 algn="l"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dirty="0" err="1"/>
              <a:t>WiFi</a:t>
            </a:r>
            <a:r>
              <a:rPr lang="en-US" dirty="0"/>
              <a:t> signal is presented to device for registration before test begins</a:t>
            </a:r>
          </a:p>
          <a:p>
            <a:pPr marL="285750" indent="-285750" algn="l">
              <a:buClr>
                <a:schemeClr val="accent1"/>
              </a:buClr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 algn="l"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dirty="0"/>
              <a:t>Signal is presented at high, mid and low values at various 20 second intervals for RSSI and RSRP</a:t>
            </a:r>
          </a:p>
          <a:p>
            <a:pPr marL="285750" indent="-285750" algn="l">
              <a:buClr>
                <a:schemeClr val="accent1"/>
              </a:buClr>
              <a:buFont typeface="Arial" panose="020B0604020202020204" pitchFamily="34" charset="0"/>
              <a:buChar char="•"/>
            </a:pPr>
            <a:endParaRPr lang="en-US" dirty="0"/>
          </a:p>
          <a:p>
            <a:pPr algn="l">
              <a:buClr>
                <a:schemeClr val="accent1"/>
              </a:buClr>
            </a:pPr>
            <a:r>
              <a:rPr lang="en-US" b="1" dirty="0"/>
              <a:t>KPIs:</a:t>
            </a:r>
          </a:p>
          <a:p>
            <a:pPr marL="285750" indent="-285750" algn="l"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dirty="0"/>
              <a:t>Handover success rate </a:t>
            </a:r>
          </a:p>
          <a:p>
            <a:pPr marL="285750" indent="-285750" algn="l"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dirty="0"/>
              <a:t>Cellular and WFC MOS is averaged together</a:t>
            </a:r>
          </a:p>
          <a:p>
            <a:pPr algn="l"/>
            <a:r>
              <a:rPr lang="en-US" dirty="0">
                <a:solidFill>
                  <a:schemeClr val="accent1"/>
                </a:solidFill>
              </a:rPr>
              <a:t> </a:t>
            </a:r>
          </a:p>
        </p:txBody>
      </p:sp>
      <p:graphicFrame>
        <p:nvGraphicFramePr>
          <p:cNvPr id="12" name="Chart 11">
            <a:extLst>
              <a:ext uri="{FF2B5EF4-FFF2-40B4-BE49-F238E27FC236}">
                <a16:creationId xmlns:a16="http://schemas.microsoft.com/office/drawing/2014/main" id="{57EDF87F-87F9-4F5E-BBC2-57F9054AB21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764748940"/>
              </p:ext>
            </p:extLst>
          </p:nvPr>
        </p:nvGraphicFramePr>
        <p:xfrm>
          <a:off x="6652390" y="766227"/>
          <a:ext cx="4848125" cy="260488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8" name="Chart 17">
            <a:extLst>
              <a:ext uri="{FF2B5EF4-FFF2-40B4-BE49-F238E27FC236}">
                <a16:creationId xmlns:a16="http://schemas.microsoft.com/office/drawing/2014/main" id="{FBE2A963-7552-4076-851D-F492ECA9B71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645437122"/>
              </p:ext>
            </p:extLst>
          </p:nvPr>
        </p:nvGraphicFramePr>
        <p:xfrm>
          <a:off x="6638990" y="3507104"/>
          <a:ext cx="4893538" cy="265258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11908288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4511CA-7F50-462D-9A94-87D747E29975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630238"/>
            <a:ext cx="11277600" cy="554037"/>
          </a:xfrm>
          <a:prstGeom prst="rect">
            <a:avLst/>
          </a:prstGeom>
        </p:spPr>
        <p:txBody>
          <a:bodyPr/>
          <a:lstStyle/>
          <a:p>
            <a:r>
              <a:rPr lang="en-US" sz="2800" dirty="0"/>
              <a:t>Multiple handovers - Profile 3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CC4EFE8-36B8-4D0D-8217-C58AA94488EA}"/>
              </a:ext>
            </a:extLst>
          </p:cNvPr>
          <p:cNvSpPr txBox="1"/>
          <p:nvPr/>
        </p:nvSpPr>
        <p:spPr>
          <a:xfrm>
            <a:off x="457200" y="1588264"/>
            <a:ext cx="5406787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l"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dirty="0"/>
              <a:t>Testing begins with device on active WFC</a:t>
            </a:r>
          </a:p>
          <a:p>
            <a:pPr marL="285750" indent="-285750" algn="l">
              <a:buClr>
                <a:schemeClr val="accent1"/>
              </a:buClr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 algn="l"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dirty="0"/>
              <a:t>TMO Cellular signal is presented to device for registration before test begins</a:t>
            </a:r>
          </a:p>
          <a:p>
            <a:pPr marL="285750" indent="-285750" algn="l">
              <a:buClr>
                <a:schemeClr val="accent1"/>
              </a:buClr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 algn="l"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dirty="0"/>
              <a:t>Signal is presented at mid and low values at various 20 second intervals for RSSI and RSRP</a:t>
            </a:r>
          </a:p>
          <a:p>
            <a:pPr marL="285750" indent="-285750" algn="l">
              <a:buClr>
                <a:schemeClr val="accent1"/>
              </a:buClr>
              <a:buFont typeface="Arial" panose="020B0604020202020204" pitchFamily="34" charset="0"/>
              <a:buChar char="•"/>
            </a:pPr>
            <a:endParaRPr lang="en-US" dirty="0"/>
          </a:p>
          <a:p>
            <a:pPr algn="l">
              <a:buClr>
                <a:schemeClr val="accent1"/>
              </a:buClr>
            </a:pPr>
            <a:r>
              <a:rPr lang="en-US" b="1" dirty="0"/>
              <a:t>KPIs:</a:t>
            </a:r>
          </a:p>
          <a:p>
            <a:pPr marL="285750" indent="-285750" algn="l"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dirty="0"/>
              <a:t>Handover success rate </a:t>
            </a:r>
          </a:p>
          <a:p>
            <a:pPr marL="285750" indent="-285750" algn="l"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dirty="0"/>
              <a:t>Cellular and WFC MOS is averaged together</a:t>
            </a:r>
          </a:p>
        </p:txBody>
      </p:sp>
      <p:graphicFrame>
        <p:nvGraphicFramePr>
          <p:cNvPr id="10" name="Chart 9">
            <a:extLst>
              <a:ext uri="{FF2B5EF4-FFF2-40B4-BE49-F238E27FC236}">
                <a16:creationId xmlns:a16="http://schemas.microsoft.com/office/drawing/2014/main" id="{2112EB44-30F9-4B5D-84B4-7650408F9B4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995210311"/>
              </p:ext>
            </p:extLst>
          </p:nvPr>
        </p:nvGraphicFramePr>
        <p:xfrm>
          <a:off x="6368954" y="996287"/>
          <a:ext cx="4940491" cy="274206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8159484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4511CA-7F50-462D-9A94-87D747E29975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630238"/>
            <a:ext cx="11277600" cy="554037"/>
          </a:xfrm>
          <a:prstGeom prst="rect">
            <a:avLst/>
          </a:prstGeom>
        </p:spPr>
        <p:txBody>
          <a:bodyPr/>
          <a:lstStyle/>
          <a:p>
            <a:r>
              <a:rPr lang="en-US" sz="2800" dirty="0"/>
              <a:t>IP impairment handovers - Profile 4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CC4EFE8-36B8-4D0D-8217-C58AA94488EA}"/>
              </a:ext>
            </a:extLst>
          </p:cNvPr>
          <p:cNvSpPr txBox="1"/>
          <p:nvPr/>
        </p:nvSpPr>
        <p:spPr>
          <a:xfrm>
            <a:off x="450623" y="1350491"/>
            <a:ext cx="4153222" cy="40010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l"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dirty="0"/>
              <a:t>Test</a:t>
            </a:r>
            <a:r>
              <a:rPr lang="en-US" dirty="0">
                <a:latin typeface="+mj-lt"/>
              </a:rPr>
              <a:t>ing begins with device on active WFC</a:t>
            </a:r>
          </a:p>
          <a:p>
            <a:pPr marL="285750" indent="-285750" algn="l"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dirty="0" err="1">
                <a:latin typeface="+mj-lt"/>
              </a:rPr>
              <a:t>WiFi</a:t>
            </a:r>
            <a:r>
              <a:rPr lang="en-US" dirty="0">
                <a:latin typeface="+mj-lt"/>
              </a:rPr>
              <a:t> signal is presented at -65 RSSI while IP impairments are increased every 20 seconds</a:t>
            </a:r>
          </a:p>
          <a:p>
            <a:pPr marL="285750" indent="-285750"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dirty="0">
                <a:latin typeface="+mj-lt"/>
              </a:rPr>
              <a:t>NR/LTE RSRP is static at -115 dBm for duration of test</a:t>
            </a:r>
          </a:p>
          <a:p>
            <a:pPr marL="285750" indent="-285750" algn="l">
              <a:buClr>
                <a:schemeClr val="accent1"/>
              </a:buClr>
              <a:buFont typeface="Arial" panose="020B0604020202020204" pitchFamily="34" charset="0"/>
              <a:buChar char="•"/>
            </a:pPr>
            <a:endParaRPr lang="en-US" dirty="0">
              <a:latin typeface="+mj-lt"/>
            </a:endParaRPr>
          </a:p>
          <a:p>
            <a:pPr algn="l">
              <a:buClr>
                <a:schemeClr val="accent1"/>
              </a:buClr>
            </a:pPr>
            <a:r>
              <a:rPr lang="en-US" b="1" dirty="0">
                <a:latin typeface="+mj-lt"/>
              </a:rPr>
              <a:t>KPIs:</a:t>
            </a:r>
          </a:p>
          <a:p>
            <a:pPr marL="401638" lvl="1" indent="-171450" algn="just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dirty="0">
                <a:latin typeface="+mj-lt"/>
              </a:rPr>
              <a:t>Call Performance (AFR and DCR) </a:t>
            </a:r>
          </a:p>
          <a:p>
            <a:pPr marL="401638" lvl="1" indent="-171450" algn="just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dirty="0">
                <a:latin typeface="+mj-lt"/>
              </a:rPr>
              <a:t> Speech Quality between and after HO (MOS)</a:t>
            </a:r>
          </a:p>
          <a:p>
            <a:pPr algn="l">
              <a:buClr>
                <a:schemeClr val="accent1"/>
              </a:buClr>
            </a:pPr>
            <a:r>
              <a:rPr lang="en-US" dirty="0">
                <a:latin typeface="+mj-lt"/>
              </a:rPr>
              <a:t> </a:t>
            </a:r>
          </a:p>
        </p:txBody>
      </p:sp>
      <p:graphicFrame>
        <p:nvGraphicFramePr>
          <p:cNvPr id="14" name="Chart 13">
            <a:extLst>
              <a:ext uri="{FF2B5EF4-FFF2-40B4-BE49-F238E27FC236}">
                <a16:creationId xmlns:a16="http://schemas.microsoft.com/office/drawing/2014/main" id="{BFF7ED70-6D2A-4AAA-AE55-151599A3D29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561991886"/>
              </p:ext>
            </p:extLst>
          </p:nvPr>
        </p:nvGraphicFramePr>
        <p:xfrm>
          <a:off x="6456852" y="1039033"/>
          <a:ext cx="4893538" cy="274087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322866452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4511CA-7F50-462D-9A94-87D747E29975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630238"/>
            <a:ext cx="11277600" cy="554037"/>
          </a:xfrm>
          <a:prstGeom prst="rect">
            <a:avLst/>
          </a:prstGeom>
        </p:spPr>
        <p:txBody>
          <a:bodyPr/>
          <a:lstStyle/>
          <a:p>
            <a:r>
              <a:rPr lang="en-US" sz="2800" dirty="0"/>
              <a:t>Walk In/Out of </a:t>
            </a:r>
            <a:r>
              <a:rPr lang="en-US" sz="2800" dirty="0" err="1"/>
              <a:t>WiFi</a:t>
            </a:r>
            <a:r>
              <a:rPr lang="en-US" sz="2800" dirty="0"/>
              <a:t> coverage- Profile 5 &amp; 6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CC4EFE8-36B8-4D0D-8217-C58AA94488EA}"/>
              </a:ext>
            </a:extLst>
          </p:cNvPr>
          <p:cNvSpPr txBox="1"/>
          <p:nvPr/>
        </p:nvSpPr>
        <p:spPr>
          <a:xfrm>
            <a:off x="529989" y="1388097"/>
            <a:ext cx="3724182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l"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dirty="0"/>
              <a:t>Testing begins with device on active WFC</a:t>
            </a:r>
          </a:p>
          <a:p>
            <a:pPr marL="285750" indent="-285750" algn="l">
              <a:buClr>
                <a:schemeClr val="accent1"/>
              </a:buClr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 algn="l"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dirty="0"/>
              <a:t>TMO Cellular signal is presented to device for registration before test begins</a:t>
            </a:r>
          </a:p>
          <a:p>
            <a:pPr marL="285750" indent="-285750" algn="l">
              <a:buClr>
                <a:schemeClr val="accent1"/>
              </a:buClr>
              <a:buFont typeface="Arial" panose="020B0604020202020204" pitchFamily="34" charset="0"/>
              <a:buChar char="•"/>
            </a:pPr>
            <a:endParaRPr lang="en-US" dirty="0"/>
          </a:p>
          <a:p>
            <a:pPr algn="l">
              <a:buClr>
                <a:schemeClr val="accent1"/>
              </a:buClr>
            </a:pPr>
            <a:r>
              <a:rPr lang="en-US" b="1" dirty="0"/>
              <a:t>KPIs:</a:t>
            </a:r>
          </a:p>
          <a:p>
            <a:pPr marL="285750" lvl="1" indent="-285750">
              <a:lnSpc>
                <a:spcPct val="10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dirty="0"/>
              <a:t>Speech Latency (Continuous audio file) </a:t>
            </a:r>
          </a:p>
          <a:p>
            <a:pPr marL="285750" lvl="1" indent="-285750">
              <a:lnSpc>
                <a:spcPct val="10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dirty="0"/>
              <a:t>Speech Quality (MOS)</a:t>
            </a:r>
          </a:p>
        </p:txBody>
      </p:sp>
      <p:graphicFrame>
        <p:nvGraphicFramePr>
          <p:cNvPr id="10" name="Chart 9">
            <a:extLst>
              <a:ext uri="{FF2B5EF4-FFF2-40B4-BE49-F238E27FC236}">
                <a16:creationId xmlns:a16="http://schemas.microsoft.com/office/drawing/2014/main" id="{0110E182-FB68-484E-A71E-4413BF0CAED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54709180"/>
              </p:ext>
            </p:extLst>
          </p:nvPr>
        </p:nvGraphicFramePr>
        <p:xfrm>
          <a:off x="6719245" y="828438"/>
          <a:ext cx="4740322" cy="270633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12" name="Chart 11">
            <a:extLst>
              <a:ext uri="{FF2B5EF4-FFF2-40B4-BE49-F238E27FC236}">
                <a16:creationId xmlns:a16="http://schemas.microsoft.com/office/drawing/2014/main" id="{1EEBC088-F5E5-4C1B-A6D3-A9AA90F5EFD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101386469"/>
              </p:ext>
            </p:extLst>
          </p:nvPr>
        </p:nvGraphicFramePr>
        <p:xfrm>
          <a:off x="6719247" y="3649001"/>
          <a:ext cx="4740322" cy="270633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34034780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0DAADAE-ACDB-47FE-9DB8-1A1699ACC3D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350675" y="2955125"/>
            <a:ext cx="8178800" cy="947750"/>
          </a:xfrm>
        </p:spPr>
        <p:txBody>
          <a:bodyPr/>
          <a:lstStyle/>
          <a:p>
            <a:r>
              <a:rPr lang="en-US" dirty="0"/>
              <a:t>Thank you!</a:t>
            </a:r>
          </a:p>
        </p:txBody>
      </p:sp>
    </p:spTree>
    <p:extLst>
      <p:ext uri="{BB962C8B-B14F-4D97-AF65-F5344CB8AC3E}">
        <p14:creationId xmlns:p14="http://schemas.microsoft.com/office/powerpoint/2010/main" val="34796047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5616169-038A-42D6-BA27-217CF28DF24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41277" y="1251475"/>
            <a:ext cx="11096278" cy="5344920"/>
          </a:xfrm>
        </p:spPr>
        <p:txBody>
          <a:bodyPr numCol="2" spcCol="457200">
            <a:noAutofit/>
          </a:bodyPr>
          <a:lstStyle/>
          <a:p>
            <a:pPr algn="just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400" b="1" dirty="0"/>
              <a:t>Profile 1-3: Multi Handover </a:t>
            </a:r>
          </a:p>
          <a:p>
            <a:pPr marL="401638" lvl="1" indent="-17145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2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To ensure that the device can handover multiple times in a single call at network defined settings</a:t>
            </a:r>
          </a:p>
          <a:p>
            <a:pPr marL="401638" lvl="1" indent="-171450" algn="just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200" dirty="0"/>
              <a:t>Profile1 and 2 WFC to Cellular</a:t>
            </a:r>
          </a:p>
          <a:p>
            <a:pPr marL="401638" lvl="1" indent="-171450" algn="just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200" dirty="0"/>
              <a:t>Profile 3 is Cellular to WFC</a:t>
            </a:r>
          </a:p>
          <a:p>
            <a:pPr marL="401638" lvl="1" indent="-171450" algn="just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200" dirty="0"/>
              <a:t>4 iterations of the same sequence of attenuations per profile</a:t>
            </a:r>
          </a:p>
          <a:p>
            <a:pPr marL="401638" lvl="1" indent="-171450" algn="just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200" dirty="0"/>
              <a:t>Test Time: ~60 mins</a:t>
            </a:r>
          </a:p>
          <a:p>
            <a:pPr marL="401638" lvl="1" indent="-171450" algn="just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200" dirty="0"/>
              <a:t>KPIs measured: Handover Success Rate and Speech Quality (MOS)</a:t>
            </a:r>
          </a:p>
          <a:p>
            <a:pPr algn="just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400" b="1" dirty="0"/>
              <a:t>Profile 4: IP Impairments</a:t>
            </a:r>
          </a:p>
          <a:p>
            <a:pPr marL="230188" lvl="1" indent="231775" algn="just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200" dirty="0"/>
              <a:t>To measure the effects of IP impairments on WFC to Cellular handovers</a:t>
            </a:r>
          </a:p>
          <a:p>
            <a:pPr marL="230188" lvl="1" indent="231775" algn="just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200" dirty="0"/>
              <a:t>WFC to Cellular Only</a:t>
            </a:r>
          </a:p>
          <a:p>
            <a:pPr marL="230188" lvl="1" indent="231775" algn="just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200" dirty="0"/>
              <a:t>1% Packet Loss increase up to 40% and 2 msec of Jitter per 20 secs</a:t>
            </a:r>
          </a:p>
          <a:p>
            <a:pPr marL="230188" lvl="1" indent="231775" algn="just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200" dirty="0"/>
              <a:t>Iterations: 2 times </a:t>
            </a:r>
          </a:p>
          <a:p>
            <a:pPr marL="401638" lvl="1" indent="-171450" algn="just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200" dirty="0"/>
              <a:t>Test Time: ~30 Mins</a:t>
            </a:r>
          </a:p>
          <a:p>
            <a:pPr marL="401638" lvl="1" indent="-171450" algn="just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200" dirty="0"/>
              <a:t>KPIs measured: Call Performance (AFR and DCR) and Speech Quality between and after (MOS)</a:t>
            </a:r>
          </a:p>
          <a:p>
            <a:pPr marL="230188" lvl="1" indent="231775" algn="just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endParaRPr lang="en-US" sz="1200" dirty="0"/>
          </a:p>
          <a:p>
            <a:pPr marL="230188" lvl="1" indent="231775" algn="just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endParaRPr lang="en-US" sz="1200" dirty="0"/>
          </a:p>
          <a:p>
            <a:pPr marL="230188" lvl="1" indent="231775" algn="just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endParaRPr lang="en-US" sz="1200" dirty="0"/>
          </a:p>
          <a:p>
            <a:pPr marL="230188" lvl="1" indent="231775" algn="just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endParaRPr lang="en-US" sz="1200" dirty="0"/>
          </a:p>
          <a:p>
            <a:pPr algn="just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400" b="1" dirty="0"/>
              <a:t>Profile 5: Walk out of the WiFi Coverage </a:t>
            </a:r>
          </a:p>
          <a:p>
            <a:pPr marL="230188" lvl="1" indent="231775" algn="just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200" dirty="0"/>
              <a:t>To ensure handovers take place when WiFi signal decreases</a:t>
            </a:r>
          </a:p>
          <a:p>
            <a:pPr marL="230188" lvl="1" indent="231775" algn="just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200" dirty="0"/>
              <a:t>WFC to Cellular only</a:t>
            </a:r>
          </a:p>
          <a:p>
            <a:pPr marL="230188" lvl="1" indent="231775" algn="just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200" dirty="0"/>
              <a:t>Iterations: 2 times </a:t>
            </a:r>
          </a:p>
          <a:p>
            <a:pPr marL="230188" lvl="1" indent="231775" algn="just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200" dirty="0"/>
              <a:t>Test Time: ~30 Mins</a:t>
            </a:r>
          </a:p>
          <a:p>
            <a:pPr marL="401638" lvl="1" indent="-171450" algn="just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200" dirty="0"/>
              <a:t>KPI Measured: Speech Latency (Continuous audio file) and Speech Quality (MOS)</a:t>
            </a:r>
          </a:p>
          <a:p>
            <a:pPr algn="just">
              <a:lnSpc>
                <a:spcPct val="100000"/>
              </a:lnSpc>
              <a:spcBef>
                <a:spcPts val="600"/>
              </a:spcBef>
            </a:pPr>
            <a:endParaRPr lang="en-US" sz="1400" dirty="0"/>
          </a:p>
          <a:p>
            <a:pPr algn="just">
              <a:lnSpc>
                <a:spcPct val="100000"/>
              </a:lnSpc>
              <a:spcBef>
                <a:spcPts val="600"/>
              </a:spcBef>
            </a:pPr>
            <a:r>
              <a:rPr lang="en-US" sz="1400" b="1" dirty="0"/>
              <a:t>Profile 6: Walk in to WFC </a:t>
            </a:r>
            <a:r>
              <a:rPr lang="en-US" sz="1400" b="1" dirty="0" err="1"/>
              <a:t>Covera</a:t>
            </a:r>
            <a:r>
              <a:rPr lang="en-US" sz="1400" b="1" dirty="0"/>
              <a:t> </a:t>
            </a:r>
          </a:p>
          <a:p>
            <a:pPr marL="401638" lvl="1" indent="-171450" algn="just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200" dirty="0"/>
              <a:t>To ensure handovers take place when user moves from Cellular to stronger WiFi signal</a:t>
            </a:r>
          </a:p>
          <a:p>
            <a:pPr marL="401638" lvl="1" indent="-171450" algn="just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200" dirty="0"/>
              <a:t>Cellular to WFC only</a:t>
            </a:r>
          </a:p>
          <a:p>
            <a:pPr marL="230188" lvl="1" indent="231775" algn="just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200" dirty="0"/>
              <a:t>Iterations: 2 times </a:t>
            </a:r>
          </a:p>
          <a:p>
            <a:pPr marL="401638" lvl="1" indent="-171450" algn="just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200" dirty="0"/>
              <a:t>Test Time ~30 mins</a:t>
            </a:r>
          </a:p>
          <a:p>
            <a:pPr marL="401638" lvl="1" indent="-171450" algn="just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200" dirty="0"/>
              <a:t>KPI Measured: Speech Latency (Continuous audio file) and Speech Quality (MOS)</a:t>
            </a:r>
          </a:p>
          <a:p>
            <a:pPr algn="just"/>
            <a:endParaRPr lang="en-US" sz="1400" b="1" dirty="0"/>
          </a:p>
          <a:p>
            <a:pPr marL="687371" lvl="2" indent="0" algn="just">
              <a:buNone/>
            </a:pPr>
            <a:endParaRPr lang="en-US" sz="1200" dirty="0"/>
          </a:p>
          <a:p>
            <a:pPr lvl="1" algn="just"/>
            <a:endParaRPr lang="en-US" sz="12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15AAB38-F0F7-4403-83AF-6CB34BCFE2E2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466725"/>
            <a:ext cx="11277600" cy="554038"/>
          </a:xfrm>
          <a:prstGeom prst="rect">
            <a:avLst/>
          </a:prstGeom>
        </p:spPr>
        <p:txBody>
          <a:bodyPr/>
          <a:lstStyle/>
          <a:p>
            <a:r>
              <a:rPr lang="en-US" sz="2800" dirty="0"/>
              <a:t>Handover Tests – WFC </a:t>
            </a:r>
            <a:r>
              <a:rPr lang="en-US" sz="2800" dirty="0">
                <a:sym typeface="Wingdings" panose="05000000000000000000" pitchFamily="2" charset="2"/>
              </a:rPr>
              <a:t> Cellular &amp; Cellular  WFC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686A31A-229D-44C1-99AF-8E6F3BE620EB}"/>
              </a:ext>
            </a:extLst>
          </p:cNvPr>
          <p:cNvSpPr txBox="1"/>
          <p:nvPr/>
        </p:nvSpPr>
        <p:spPr>
          <a:xfrm>
            <a:off x="3464623" y="6227063"/>
            <a:ext cx="53242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800" i="1" dirty="0">
                <a:solidFill>
                  <a:schemeClr val="accent1"/>
                </a:solidFill>
              </a:rPr>
              <a:t>All tests performed with Cellular preferred selected</a:t>
            </a:r>
          </a:p>
        </p:txBody>
      </p:sp>
    </p:spTree>
    <p:extLst>
      <p:ext uri="{BB962C8B-B14F-4D97-AF65-F5344CB8AC3E}">
        <p14:creationId xmlns:p14="http://schemas.microsoft.com/office/powerpoint/2010/main" val="334809792"/>
      </p:ext>
    </p:extLst>
  </p:cSld>
  <p:clrMapOvr>
    <a:masterClrMapping/>
  </p:clrMapOvr>
</p:sld>
</file>

<file path=ppt/theme/theme1.xml><?xml version="1.0" encoding="utf-8"?>
<a:theme xmlns:a="http://schemas.openxmlformats.org/drawingml/2006/main" name="1_Instructions">
  <a:themeElements>
    <a:clrScheme name="Custom 3">
      <a:dk1>
        <a:srgbClr val="000000"/>
      </a:dk1>
      <a:lt1>
        <a:srgbClr val="FFFFFF"/>
      </a:lt1>
      <a:dk2>
        <a:srgbClr val="000000"/>
      </a:dk2>
      <a:lt2>
        <a:srgbClr val="E8E8E8"/>
      </a:lt2>
      <a:accent1>
        <a:srgbClr val="E20074"/>
      </a:accent1>
      <a:accent2>
        <a:srgbClr val="C8C8C8"/>
      </a:accent2>
      <a:accent3>
        <a:srgbClr val="C8C8C8"/>
      </a:accent3>
      <a:accent4>
        <a:srgbClr val="861B54"/>
      </a:accent4>
      <a:accent5>
        <a:srgbClr val="9B9B9B"/>
      </a:accent5>
      <a:accent6>
        <a:srgbClr val="3C3C3C"/>
      </a:accent6>
      <a:hlink>
        <a:srgbClr val="E20074"/>
      </a:hlink>
      <a:folHlink>
        <a:srgbClr val="97024F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 sz="2000" spc="300">
            <a:latin typeface="linea-basic-10" charset="0"/>
            <a:ea typeface="linea-basic-10" charset="0"/>
            <a:cs typeface="linea-basic-10" charset="0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3_Section-Divider">
  <a:themeElements>
    <a:clrScheme name="Custom 3">
      <a:dk1>
        <a:srgbClr val="000000"/>
      </a:dk1>
      <a:lt1>
        <a:srgbClr val="FFFFFF"/>
      </a:lt1>
      <a:dk2>
        <a:srgbClr val="000000"/>
      </a:dk2>
      <a:lt2>
        <a:srgbClr val="E8E8E8"/>
      </a:lt2>
      <a:accent1>
        <a:srgbClr val="E20074"/>
      </a:accent1>
      <a:accent2>
        <a:srgbClr val="C8C8C8"/>
      </a:accent2>
      <a:accent3>
        <a:srgbClr val="C8C8C8"/>
      </a:accent3>
      <a:accent4>
        <a:srgbClr val="861B54"/>
      </a:accent4>
      <a:accent5>
        <a:srgbClr val="9B9B9B"/>
      </a:accent5>
      <a:accent6>
        <a:srgbClr val="3C3C3C"/>
      </a:accent6>
      <a:hlink>
        <a:srgbClr val="E20074"/>
      </a:hlink>
      <a:folHlink>
        <a:srgbClr val="97024F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 sz="2000" spc="300">
            <a:latin typeface="linea-basic-10" charset="0"/>
            <a:ea typeface="linea-basic-10" charset="0"/>
            <a:cs typeface="linea-basic-10" charset="0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4_Text-Layouts">
  <a:themeElements>
    <a:clrScheme name="Custom 3">
      <a:dk1>
        <a:srgbClr val="000000"/>
      </a:dk1>
      <a:lt1>
        <a:srgbClr val="FFFFFF"/>
      </a:lt1>
      <a:dk2>
        <a:srgbClr val="000000"/>
      </a:dk2>
      <a:lt2>
        <a:srgbClr val="E8E8E8"/>
      </a:lt2>
      <a:accent1>
        <a:srgbClr val="E20074"/>
      </a:accent1>
      <a:accent2>
        <a:srgbClr val="C8C8C8"/>
      </a:accent2>
      <a:accent3>
        <a:srgbClr val="C8C8C8"/>
      </a:accent3>
      <a:accent4>
        <a:srgbClr val="861B54"/>
      </a:accent4>
      <a:accent5>
        <a:srgbClr val="9B9B9B"/>
      </a:accent5>
      <a:accent6>
        <a:srgbClr val="3C3C3C"/>
      </a:accent6>
      <a:hlink>
        <a:srgbClr val="E20074"/>
      </a:hlink>
      <a:folHlink>
        <a:srgbClr val="97024F"/>
      </a:folHlink>
    </a:clrScheme>
    <a:fontScheme name="Custom 2">
      <a:majorFont>
        <a:latin typeface="TeleGrotesk Next Medium"/>
        <a:ea typeface=""/>
        <a:cs typeface=""/>
      </a:majorFont>
      <a:minorFont>
        <a:latin typeface="TeleGrotesk Next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 sz="2000" spc="300">
            <a:latin typeface="linea-basic-10" charset="0"/>
            <a:ea typeface="linea-basic-10" charset="0"/>
            <a:cs typeface="linea-basic-10" charset="0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5_Timelines">
  <a:themeElements>
    <a:clrScheme name="Custom 3">
      <a:dk1>
        <a:srgbClr val="000000"/>
      </a:dk1>
      <a:lt1>
        <a:srgbClr val="FFFFFF"/>
      </a:lt1>
      <a:dk2>
        <a:srgbClr val="000000"/>
      </a:dk2>
      <a:lt2>
        <a:srgbClr val="E8E8E8"/>
      </a:lt2>
      <a:accent1>
        <a:srgbClr val="E20074"/>
      </a:accent1>
      <a:accent2>
        <a:srgbClr val="C8C8C8"/>
      </a:accent2>
      <a:accent3>
        <a:srgbClr val="C8C8C8"/>
      </a:accent3>
      <a:accent4>
        <a:srgbClr val="861B54"/>
      </a:accent4>
      <a:accent5>
        <a:srgbClr val="9B9B9B"/>
      </a:accent5>
      <a:accent6>
        <a:srgbClr val="3C3C3C"/>
      </a:accent6>
      <a:hlink>
        <a:srgbClr val="E20074"/>
      </a:hlink>
      <a:folHlink>
        <a:srgbClr val="97024F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 sz="2000" spc="300">
            <a:latin typeface="linea-basic-10" charset="0"/>
            <a:ea typeface="linea-basic-10" charset="0"/>
            <a:cs typeface="linea-basic-10" charset="0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6_Photo-Layouts">
  <a:themeElements>
    <a:clrScheme name="Custom 3">
      <a:dk1>
        <a:srgbClr val="000000"/>
      </a:dk1>
      <a:lt1>
        <a:srgbClr val="FFFFFF"/>
      </a:lt1>
      <a:dk2>
        <a:srgbClr val="000000"/>
      </a:dk2>
      <a:lt2>
        <a:srgbClr val="E8E8E8"/>
      </a:lt2>
      <a:accent1>
        <a:srgbClr val="E20074"/>
      </a:accent1>
      <a:accent2>
        <a:srgbClr val="C8C8C8"/>
      </a:accent2>
      <a:accent3>
        <a:srgbClr val="C8C8C8"/>
      </a:accent3>
      <a:accent4>
        <a:srgbClr val="861B54"/>
      </a:accent4>
      <a:accent5>
        <a:srgbClr val="9B9B9B"/>
      </a:accent5>
      <a:accent6>
        <a:srgbClr val="3C3C3C"/>
      </a:accent6>
      <a:hlink>
        <a:srgbClr val="E20074"/>
      </a:hlink>
      <a:folHlink>
        <a:srgbClr val="97024F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 sz="2000" spc="300">
            <a:latin typeface="linea-basic-10" charset="0"/>
            <a:ea typeface="linea-basic-10" charset="0"/>
            <a:cs typeface="linea-basic-10" charset="0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7_Charts-Graphs">
  <a:themeElements>
    <a:clrScheme name="Custom 3">
      <a:dk1>
        <a:srgbClr val="000000"/>
      </a:dk1>
      <a:lt1>
        <a:srgbClr val="FFFFFF"/>
      </a:lt1>
      <a:dk2>
        <a:srgbClr val="000000"/>
      </a:dk2>
      <a:lt2>
        <a:srgbClr val="E8E8E8"/>
      </a:lt2>
      <a:accent1>
        <a:srgbClr val="E20074"/>
      </a:accent1>
      <a:accent2>
        <a:srgbClr val="C8C8C8"/>
      </a:accent2>
      <a:accent3>
        <a:srgbClr val="C8C8C8"/>
      </a:accent3>
      <a:accent4>
        <a:srgbClr val="861B54"/>
      </a:accent4>
      <a:accent5>
        <a:srgbClr val="9B9B9B"/>
      </a:accent5>
      <a:accent6>
        <a:srgbClr val="3C3C3C"/>
      </a:accent6>
      <a:hlink>
        <a:srgbClr val="E20074"/>
      </a:hlink>
      <a:folHlink>
        <a:srgbClr val="97024F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 sz="2000" spc="300">
            <a:latin typeface="linea-basic-10" charset="0"/>
            <a:ea typeface="linea-basic-10" charset="0"/>
            <a:cs typeface="linea-basic-10" charset="0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9_Devices">
  <a:themeElements>
    <a:clrScheme name="Custom 3">
      <a:dk1>
        <a:srgbClr val="000000"/>
      </a:dk1>
      <a:lt1>
        <a:srgbClr val="FFFFFF"/>
      </a:lt1>
      <a:dk2>
        <a:srgbClr val="000000"/>
      </a:dk2>
      <a:lt2>
        <a:srgbClr val="E8E8E8"/>
      </a:lt2>
      <a:accent1>
        <a:srgbClr val="E20074"/>
      </a:accent1>
      <a:accent2>
        <a:srgbClr val="C8C8C8"/>
      </a:accent2>
      <a:accent3>
        <a:srgbClr val="C8C8C8"/>
      </a:accent3>
      <a:accent4>
        <a:srgbClr val="861B54"/>
      </a:accent4>
      <a:accent5>
        <a:srgbClr val="9B9B9B"/>
      </a:accent5>
      <a:accent6>
        <a:srgbClr val="3C3C3C"/>
      </a:accent6>
      <a:hlink>
        <a:srgbClr val="E20074"/>
      </a:hlink>
      <a:folHlink>
        <a:srgbClr val="97024F"/>
      </a:folHlink>
    </a:clrScheme>
    <a:fontScheme name="Custom 12">
      <a:majorFont>
        <a:latin typeface="TeleNeo Office Medium"/>
        <a:ea typeface=""/>
        <a:cs typeface=""/>
      </a:majorFont>
      <a:minorFont>
        <a:latin typeface="TeleNeo Office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 sz="2000" spc="300">
            <a:latin typeface="linea-basic-10" charset="0"/>
            <a:ea typeface="linea-basic-10" charset="0"/>
            <a:cs typeface="linea-basic-10" charset="0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13_Closing-Slides">
  <a:themeElements>
    <a:clrScheme name="Custom 3">
      <a:dk1>
        <a:srgbClr val="000000"/>
      </a:dk1>
      <a:lt1>
        <a:srgbClr val="FFFFFF"/>
      </a:lt1>
      <a:dk2>
        <a:srgbClr val="000000"/>
      </a:dk2>
      <a:lt2>
        <a:srgbClr val="E8E8E8"/>
      </a:lt2>
      <a:accent1>
        <a:srgbClr val="E20074"/>
      </a:accent1>
      <a:accent2>
        <a:srgbClr val="C8C8C8"/>
      </a:accent2>
      <a:accent3>
        <a:srgbClr val="C8C8C8"/>
      </a:accent3>
      <a:accent4>
        <a:srgbClr val="861B54"/>
      </a:accent4>
      <a:accent5>
        <a:srgbClr val="9B9B9B"/>
      </a:accent5>
      <a:accent6>
        <a:srgbClr val="3C3C3C"/>
      </a:accent6>
      <a:hlink>
        <a:srgbClr val="E20074"/>
      </a:hlink>
      <a:folHlink>
        <a:srgbClr val="97024F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 sz="2000" spc="300">
            <a:latin typeface="linea-basic-10" charset="0"/>
            <a:ea typeface="linea-basic-10" charset="0"/>
            <a:cs typeface="linea-basic-10" charset="0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9.xml><?xml version="1.0" encoding="utf-8"?>
<a:theme xmlns:a="http://schemas.openxmlformats.org/drawingml/2006/main" name="2_TMOBILE NT DARK">
  <a:themeElements>
    <a:clrScheme name="tmobil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E20074"/>
      </a:accent1>
      <a:accent2>
        <a:srgbClr val="000000"/>
      </a:accent2>
      <a:accent3>
        <a:srgbClr val="9A9CA0"/>
      </a:accent3>
      <a:accent4>
        <a:srgbClr val="E20074"/>
      </a:accent4>
      <a:accent5>
        <a:srgbClr val="000000"/>
      </a:accent5>
      <a:accent6>
        <a:srgbClr val="9A9CA0"/>
      </a:accent6>
      <a:hlink>
        <a:srgbClr val="000000"/>
      </a:hlink>
      <a:folHlink>
        <a:srgbClr val="000000"/>
      </a:folHlink>
    </a:clrScheme>
    <a:fontScheme name="TMO-fonts">
      <a:majorFont>
        <a:latin typeface="Tele-GroteskFet"/>
        <a:ea typeface=""/>
        <a:cs typeface=""/>
      </a:majorFont>
      <a:minorFont>
        <a:latin typeface="Tele-GroteskH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0.xml><?xml version="1.0" encoding="utf-8"?>
<a:theme xmlns:a="http://schemas.openxmlformats.org/drawingml/2006/main" name="3_TMOBILE NT DARK">
  <a:themeElements>
    <a:clrScheme name="tmobil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E20074"/>
      </a:accent1>
      <a:accent2>
        <a:srgbClr val="000000"/>
      </a:accent2>
      <a:accent3>
        <a:srgbClr val="9A9CA0"/>
      </a:accent3>
      <a:accent4>
        <a:srgbClr val="E20074"/>
      </a:accent4>
      <a:accent5>
        <a:srgbClr val="000000"/>
      </a:accent5>
      <a:accent6>
        <a:srgbClr val="9A9CA0"/>
      </a:accent6>
      <a:hlink>
        <a:srgbClr val="000000"/>
      </a:hlink>
      <a:folHlink>
        <a:srgbClr val="000000"/>
      </a:folHlink>
    </a:clrScheme>
    <a:fontScheme name="TMO-fonts">
      <a:majorFont>
        <a:latin typeface="Tele-GroteskFet"/>
        <a:ea typeface=""/>
        <a:cs typeface=""/>
      </a:majorFont>
      <a:minorFont>
        <a:latin typeface="Tele-GroteskH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1.xml><?xml version="1.0" encoding="utf-8"?>
<a:theme xmlns:a="http://schemas.openxmlformats.org/drawingml/2006/main" name="4_TMOBILE NT DARK">
  <a:themeElements>
    <a:clrScheme name="tmobil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E20074"/>
      </a:accent1>
      <a:accent2>
        <a:srgbClr val="000000"/>
      </a:accent2>
      <a:accent3>
        <a:srgbClr val="9A9CA0"/>
      </a:accent3>
      <a:accent4>
        <a:srgbClr val="E20074"/>
      </a:accent4>
      <a:accent5>
        <a:srgbClr val="000000"/>
      </a:accent5>
      <a:accent6>
        <a:srgbClr val="9A9CA0"/>
      </a:accent6>
      <a:hlink>
        <a:srgbClr val="000000"/>
      </a:hlink>
      <a:folHlink>
        <a:srgbClr val="000000"/>
      </a:folHlink>
    </a:clrScheme>
    <a:fontScheme name="TMO-fonts">
      <a:majorFont>
        <a:latin typeface="Tele-GroteskFet"/>
        <a:ea typeface=""/>
        <a:cs typeface=""/>
      </a:majorFont>
      <a:minorFont>
        <a:latin typeface="Tele-GroteskH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2.xml><?xml version="1.0" encoding="utf-8"?>
<a:theme xmlns:a="http://schemas.openxmlformats.org/drawingml/2006/main" name="5_TMOBILE NT DARK">
  <a:themeElements>
    <a:clrScheme name="tmobil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E20074"/>
      </a:accent1>
      <a:accent2>
        <a:srgbClr val="000000"/>
      </a:accent2>
      <a:accent3>
        <a:srgbClr val="9A9CA0"/>
      </a:accent3>
      <a:accent4>
        <a:srgbClr val="E20074"/>
      </a:accent4>
      <a:accent5>
        <a:srgbClr val="000000"/>
      </a:accent5>
      <a:accent6>
        <a:srgbClr val="9A9CA0"/>
      </a:accent6>
      <a:hlink>
        <a:srgbClr val="000000"/>
      </a:hlink>
      <a:folHlink>
        <a:srgbClr val="000000"/>
      </a:folHlink>
    </a:clrScheme>
    <a:fontScheme name="TMO-fonts">
      <a:majorFont>
        <a:latin typeface="Tele-GroteskFet"/>
        <a:ea typeface=""/>
        <a:cs typeface=""/>
      </a:majorFont>
      <a:minorFont>
        <a:latin typeface="Tele-GroteskH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3.xml><?xml version="1.0" encoding="utf-8"?>
<a:theme xmlns:a="http://schemas.openxmlformats.org/drawingml/2006/main" name="1_T-Mobile Cover Slides">
  <a:themeElements>
    <a:clrScheme name="T-Mobile">
      <a:dk1>
        <a:srgbClr val="404040"/>
      </a:dk1>
      <a:lt1>
        <a:srgbClr val="FFFFFF"/>
      </a:lt1>
      <a:dk2>
        <a:srgbClr val="000000"/>
      </a:dk2>
      <a:lt2>
        <a:srgbClr val="E8E8E8"/>
      </a:lt2>
      <a:accent1>
        <a:srgbClr val="E20074"/>
      </a:accent1>
      <a:accent2>
        <a:srgbClr val="6A6A6A"/>
      </a:accent2>
      <a:accent3>
        <a:srgbClr val="9B9B9B"/>
      </a:accent3>
      <a:accent4>
        <a:srgbClr val="202020"/>
      </a:accent4>
      <a:accent5>
        <a:srgbClr val="7F7F7F"/>
      </a:accent5>
      <a:accent6>
        <a:srgbClr val="E20074"/>
      </a:accent6>
      <a:hlink>
        <a:srgbClr val="E20074"/>
      </a:hlink>
      <a:folHlink>
        <a:srgbClr val="97024F"/>
      </a:folHlink>
    </a:clrScheme>
    <a:fontScheme name="Custom 4">
      <a:majorFont>
        <a:latin typeface="TeleNeo Office ExtraBold"/>
        <a:ea typeface=""/>
        <a:cs typeface=""/>
      </a:majorFont>
      <a:minorFont>
        <a:latin typeface="TeleNeo Office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>
        <a:ln w="19050">
          <a:solidFill>
            <a:schemeClr val="accent3"/>
          </a:solidFill>
        </a:ln>
        <a:effectLst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>
          <a:defRPr dirty="0">
            <a:latin typeface="Tele-GroteskNor" pitchFamily="2" charset="0"/>
            <a:cs typeface="Arial" pitchFamily="34" charset="0"/>
          </a:defRPr>
        </a:defPPr>
      </a:lstStyle>
    </a:txDef>
  </a:objectDefaults>
  <a:extraClrSchemeLst/>
</a:theme>
</file>

<file path=ppt/theme/theme1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Custom 3">
    <a:dk1>
      <a:srgbClr val="000000"/>
    </a:dk1>
    <a:lt1>
      <a:srgbClr val="989898"/>
    </a:lt1>
    <a:dk2>
      <a:srgbClr val="E20074"/>
    </a:dk2>
    <a:lt2>
      <a:srgbClr val="FFFFFF"/>
    </a:lt2>
    <a:accent1>
      <a:srgbClr val="FFFFFF"/>
    </a:accent1>
    <a:accent2>
      <a:srgbClr val="D8D8D8"/>
    </a:accent2>
    <a:accent3>
      <a:srgbClr val="A5A5A5"/>
    </a:accent3>
    <a:accent4>
      <a:srgbClr val="7F7F7F"/>
    </a:accent4>
    <a:accent5>
      <a:srgbClr val="595959"/>
    </a:accent5>
    <a:accent6>
      <a:srgbClr val="FF5BB1"/>
    </a:accent6>
    <a:hlink>
      <a:srgbClr val="FF5BB1"/>
    </a:hlink>
    <a:folHlink>
      <a:srgbClr val="B26B02"/>
    </a:folHlink>
  </a:clrScheme>
  <a:fontScheme name="Office">
    <a:majorFont>
      <a:latin typeface="Calibri Light" panose="020F030202020403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Calibri" panose="020F050202020403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2.xml><?xml version="1.0" encoding="utf-8"?>
<a:themeOverride xmlns:a="http://schemas.openxmlformats.org/drawingml/2006/main">
  <a:clrScheme name="Custom 3">
    <a:dk1>
      <a:srgbClr val="000000"/>
    </a:dk1>
    <a:lt1>
      <a:srgbClr val="989898"/>
    </a:lt1>
    <a:dk2>
      <a:srgbClr val="E20074"/>
    </a:dk2>
    <a:lt2>
      <a:srgbClr val="FFFFFF"/>
    </a:lt2>
    <a:accent1>
      <a:srgbClr val="FFFFFF"/>
    </a:accent1>
    <a:accent2>
      <a:srgbClr val="D8D8D8"/>
    </a:accent2>
    <a:accent3>
      <a:srgbClr val="A5A5A5"/>
    </a:accent3>
    <a:accent4>
      <a:srgbClr val="7F7F7F"/>
    </a:accent4>
    <a:accent5>
      <a:srgbClr val="595959"/>
    </a:accent5>
    <a:accent6>
      <a:srgbClr val="FF5BB1"/>
    </a:accent6>
    <a:hlink>
      <a:srgbClr val="FF5BB1"/>
    </a:hlink>
    <a:folHlink>
      <a:srgbClr val="B26B02"/>
    </a:folHlink>
  </a:clrScheme>
  <a:fontScheme name="Office">
    <a:majorFont>
      <a:latin typeface="Calibri Light" panose="020F030202020403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Calibri" panose="020F050202020403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3.xml><?xml version="1.0" encoding="utf-8"?>
<a:themeOverride xmlns:a="http://schemas.openxmlformats.org/drawingml/2006/main">
  <a:clrScheme name="Custom 3">
    <a:dk1>
      <a:srgbClr val="000000"/>
    </a:dk1>
    <a:lt1>
      <a:srgbClr val="989898"/>
    </a:lt1>
    <a:dk2>
      <a:srgbClr val="E20074"/>
    </a:dk2>
    <a:lt2>
      <a:srgbClr val="FFFFFF"/>
    </a:lt2>
    <a:accent1>
      <a:srgbClr val="FFFFFF"/>
    </a:accent1>
    <a:accent2>
      <a:srgbClr val="D8D8D8"/>
    </a:accent2>
    <a:accent3>
      <a:srgbClr val="A5A5A5"/>
    </a:accent3>
    <a:accent4>
      <a:srgbClr val="7F7F7F"/>
    </a:accent4>
    <a:accent5>
      <a:srgbClr val="595959"/>
    </a:accent5>
    <a:accent6>
      <a:srgbClr val="FF5BB1"/>
    </a:accent6>
    <a:hlink>
      <a:srgbClr val="FF5BB1"/>
    </a:hlink>
    <a:folHlink>
      <a:srgbClr val="B26B02"/>
    </a:folHlink>
  </a:clrScheme>
  <a:fontScheme name="Office">
    <a:majorFont>
      <a:latin typeface="Calibri Light" panose="020F030202020403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Calibri" panose="020F050202020403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4.xml><?xml version="1.0" encoding="utf-8"?>
<a:themeOverride xmlns:a="http://schemas.openxmlformats.org/drawingml/2006/main">
  <a:clrScheme name="Custom 3">
    <a:dk1>
      <a:srgbClr val="000000"/>
    </a:dk1>
    <a:lt1>
      <a:srgbClr val="FFFFFF"/>
    </a:lt1>
    <a:dk2>
      <a:srgbClr val="000000"/>
    </a:dk2>
    <a:lt2>
      <a:srgbClr val="E8E8E8"/>
    </a:lt2>
    <a:accent1>
      <a:srgbClr val="E20074"/>
    </a:accent1>
    <a:accent2>
      <a:srgbClr val="C8C8C8"/>
    </a:accent2>
    <a:accent3>
      <a:srgbClr val="C8C8C8"/>
    </a:accent3>
    <a:accent4>
      <a:srgbClr val="861B54"/>
    </a:accent4>
    <a:accent5>
      <a:srgbClr val="9B9B9B"/>
    </a:accent5>
    <a:accent6>
      <a:srgbClr val="3C3C3C"/>
    </a:accent6>
    <a:hlink>
      <a:srgbClr val="E20074"/>
    </a:hlink>
    <a:folHlink>
      <a:srgbClr val="97024F"/>
    </a:folHlink>
  </a:clrScheme>
</a:themeOverride>
</file>

<file path=ppt/theme/themeOverride5.xml><?xml version="1.0" encoding="utf-8"?>
<a:themeOverride xmlns:a="http://schemas.openxmlformats.org/drawingml/2006/main">
  <a:clrScheme name="Custom 3">
    <a:dk1>
      <a:srgbClr val="000000"/>
    </a:dk1>
    <a:lt1>
      <a:srgbClr val="989898"/>
    </a:lt1>
    <a:dk2>
      <a:srgbClr val="E20074"/>
    </a:dk2>
    <a:lt2>
      <a:srgbClr val="FFFFFF"/>
    </a:lt2>
    <a:accent1>
      <a:srgbClr val="FFFFFF"/>
    </a:accent1>
    <a:accent2>
      <a:srgbClr val="D8D8D8"/>
    </a:accent2>
    <a:accent3>
      <a:srgbClr val="A5A5A5"/>
    </a:accent3>
    <a:accent4>
      <a:srgbClr val="7F7F7F"/>
    </a:accent4>
    <a:accent5>
      <a:srgbClr val="595959"/>
    </a:accent5>
    <a:accent6>
      <a:srgbClr val="FF5BB1"/>
    </a:accent6>
    <a:hlink>
      <a:srgbClr val="FF5BB1"/>
    </a:hlink>
    <a:folHlink>
      <a:srgbClr val="B26B02"/>
    </a:folHlink>
  </a:clrScheme>
  <a:fontScheme name="Office">
    <a:majorFont>
      <a:latin typeface="Calibri Light" panose="020F030202020403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Calibri" panose="020F050202020403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6.xml><?xml version="1.0" encoding="utf-8"?>
<a:themeOverride xmlns:a="http://schemas.openxmlformats.org/drawingml/2006/main">
  <a:clrScheme name="Custom 3">
    <a:dk1>
      <a:srgbClr val="000000"/>
    </a:dk1>
    <a:lt1>
      <a:srgbClr val="989898"/>
    </a:lt1>
    <a:dk2>
      <a:srgbClr val="E20074"/>
    </a:dk2>
    <a:lt2>
      <a:srgbClr val="FFFFFF"/>
    </a:lt2>
    <a:accent1>
      <a:srgbClr val="FFFFFF"/>
    </a:accent1>
    <a:accent2>
      <a:srgbClr val="D8D8D8"/>
    </a:accent2>
    <a:accent3>
      <a:srgbClr val="A5A5A5"/>
    </a:accent3>
    <a:accent4>
      <a:srgbClr val="7F7F7F"/>
    </a:accent4>
    <a:accent5>
      <a:srgbClr val="595959"/>
    </a:accent5>
    <a:accent6>
      <a:srgbClr val="FF5BB1"/>
    </a:accent6>
    <a:hlink>
      <a:srgbClr val="FF5BB1"/>
    </a:hlink>
    <a:folHlink>
      <a:srgbClr val="B26B02"/>
    </a:folHlink>
  </a:clrScheme>
  <a:fontScheme name="Office">
    <a:majorFont>
      <a:latin typeface="Calibri Light" panose="020F030202020403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Calibri" panose="020F050202020403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7.xml><?xml version="1.0" encoding="utf-8"?>
<a:themeOverride xmlns:a="http://schemas.openxmlformats.org/drawingml/2006/main">
  <a:clrScheme name="Custom 3">
    <a:dk1>
      <a:srgbClr val="000000"/>
    </a:dk1>
    <a:lt1>
      <a:srgbClr val="989898"/>
    </a:lt1>
    <a:dk2>
      <a:srgbClr val="E20074"/>
    </a:dk2>
    <a:lt2>
      <a:srgbClr val="FFFFFF"/>
    </a:lt2>
    <a:accent1>
      <a:srgbClr val="FFFFFF"/>
    </a:accent1>
    <a:accent2>
      <a:srgbClr val="D8D8D8"/>
    </a:accent2>
    <a:accent3>
      <a:srgbClr val="A5A5A5"/>
    </a:accent3>
    <a:accent4>
      <a:srgbClr val="7F7F7F"/>
    </a:accent4>
    <a:accent5>
      <a:srgbClr val="595959"/>
    </a:accent5>
    <a:accent6>
      <a:srgbClr val="FF5BB1"/>
    </a:accent6>
    <a:hlink>
      <a:srgbClr val="FF5BB1"/>
    </a:hlink>
    <a:folHlink>
      <a:srgbClr val="B26B02"/>
    </a:folHlink>
  </a:clrScheme>
  <a:fontScheme name="Office">
    <a:majorFont>
      <a:latin typeface="Calibri Light" panose="020F030202020403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Calibri" panose="020F050202020403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486BF301B731E46B094ED556B4C7262" ma:contentTypeVersion="12" ma:contentTypeDescription="Create a new document." ma:contentTypeScope="" ma:versionID="b5ac55cc58c1aa311c203bc7aee50a07">
  <xsd:schema xmlns:xsd="http://www.w3.org/2001/XMLSchema" xmlns:xs="http://www.w3.org/2001/XMLSchema" xmlns:p="http://schemas.microsoft.com/office/2006/metadata/properties" xmlns:ns2="e75c5cc3-b5c9-4ad3-9a32-7d5da052df83" xmlns:ns3="24ae8223-6664-4fac-9e1a-a3d941957c2e" targetNamespace="http://schemas.microsoft.com/office/2006/metadata/properties" ma:root="true" ma:fieldsID="f9695aab1695f3dbfdf071e10fd6ed35" ns2:_="" ns3:_="">
    <xsd:import namespace="e75c5cc3-b5c9-4ad3-9a32-7d5da052df83"/>
    <xsd:import namespace="24ae8223-6664-4fac-9e1a-a3d941957c2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75c5cc3-b5c9-4ad3-9a32-7d5da052df8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2" nillable="true" ma:displayName="Tags" ma:internalName="MediaServiceAutoTags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9" nillable="true" ma:displayName="Length (seconds)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4ae8223-6664-4fac-9e1a-a3d941957c2e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haredWithUsers xmlns="24ae8223-6664-4fac-9e1a-a3d941957c2e">
      <UserInfo>
        <DisplayName>Schmidt, Brian</DisplayName>
        <AccountId>40</AccountId>
        <AccountType/>
      </UserInfo>
      <UserInfo>
        <DisplayName>Webb, Beth</DisplayName>
        <AccountId>65</AccountId>
        <AccountType/>
      </UserInfo>
    </SharedWithUsers>
  </documentManagement>
</p:properties>
</file>

<file path=customXml/itemProps1.xml><?xml version="1.0" encoding="utf-8"?>
<ds:datastoreItem xmlns:ds="http://schemas.openxmlformats.org/officeDocument/2006/customXml" ds:itemID="{78CD2513-2ECC-48F5-8A97-6E231287CA13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11126B7-E31D-40DC-BE8C-8C2773919089}">
  <ds:schemaRefs>
    <ds:schemaRef ds:uri="24ae8223-6664-4fac-9e1a-a3d941957c2e"/>
    <ds:schemaRef ds:uri="e75c5cc3-b5c9-4ad3-9a32-7d5da052df83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5145989C-9B53-4C61-9014-1C5972FBF48D}">
  <ds:schemaRefs>
    <ds:schemaRef ds:uri="http://schemas.microsoft.com/office/2006/metadata/properties"/>
    <ds:schemaRef ds:uri="http://schemas.microsoft.com/office/infopath/2007/PartnerControls"/>
    <ds:schemaRef ds:uri="http://schemas.microsoft.com/office/2006/documentManagement/types"/>
    <ds:schemaRef ds:uri="e75c5cc3-b5c9-4ad3-9a32-7d5da052df83"/>
    <ds:schemaRef ds:uri="http://purl.org/dc/dcmitype/"/>
    <ds:schemaRef ds:uri="http://purl.org/dc/elements/1.1/"/>
    <ds:schemaRef ds:uri="http://www.w3.org/XML/1998/namespace"/>
    <ds:schemaRef ds:uri="http://purl.org/dc/terms/"/>
    <ds:schemaRef ds:uri="http://schemas.openxmlformats.org/package/2006/metadata/core-properties"/>
    <ds:schemaRef ds:uri="24ae8223-6664-4fac-9e1a-a3d941957c2e"/>
  </ds:schemaRefs>
</ds:datastoreItem>
</file>

<file path=docMetadata/LabelInfo.xml><?xml version="1.0" encoding="utf-8"?>
<clbl:labelList xmlns:clbl="http://schemas.microsoft.com/office/2020/mipLabelMetadata">
  <clbl:label id="{7af72c41-31f4-4d40-a6d0-808117dc4d77}" enabled="1" method="Standard" siteId="{be0f980b-dd99-4b19-bd7b-bc71a09b026c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2341</TotalTime>
  <Words>625</Words>
  <Application>Microsoft Macintosh PowerPoint</Application>
  <PresentationFormat>Widescreen</PresentationFormat>
  <Paragraphs>126</Paragraphs>
  <Slides>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14</vt:i4>
      </vt:variant>
      <vt:variant>
        <vt:lpstr>Theme</vt:lpstr>
      </vt:variant>
      <vt:variant>
        <vt:i4>13</vt:i4>
      </vt:variant>
      <vt:variant>
        <vt:lpstr>Slide Titles</vt:lpstr>
      </vt:variant>
      <vt:variant>
        <vt:i4>8</vt:i4>
      </vt:variant>
    </vt:vector>
  </HeadingPairs>
  <TitlesOfParts>
    <vt:vector size="35" baseType="lpstr">
      <vt:lpstr>Arial</vt:lpstr>
      <vt:lpstr>Bebas Neue Bold</vt:lpstr>
      <vt:lpstr>Bebas Neue Book</vt:lpstr>
      <vt:lpstr>Calibri</vt:lpstr>
      <vt:lpstr>linea-basic-10</vt:lpstr>
      <vt:lpstr>Source Sans Pro</vt:lpstr>
      <vt:lpstr>Tele-GroteskFet</vt:lpstr>
      <vt:lpstr>Tele-GroteskHal</vt:lpstr>
      <vt:lpstr>Tele-GroteskUlt</vt:lpstr>
      <vt:lpstr>TeleGrotesk Next Medium</vt:lpstr>
      <vt:lpstr>TeleNeo Office</vt:lpstr>
      <vt:lpstr>TeleNeo Office ExtraBold</vt:lpstr>
      <vt:lpstr>TeleNeo Office Medium</vt:lpstr>
      <vt:lpstr>Wingdings</vt:lpstr>
      <vt:lpstr>1_Instructions</vt:lpstr>
      <vt:lpstr>3_Section-Divider</vt:lpstr>
      <vt:lpstr>4_Text-Layouts</vt:lpstr>
      <vt:lpstr>5_Timelines</vt:lpstr>
      <vt:lpstr>6_Photo-Layouts</vt:lpstr>
      <vt:lpstr>7_Charts-Graphs</vt:lpstr>
      <vt:lpstr>9_Devices</vt:lpstr>
      <vt:lpstr>13_Closing-Slides</vt:lpstr>
      <vt:lpstr>2_TMOBILE NT DARK</vt:lpstr>
      <vt:lpstr>3_TMOBILE NT DARK</vt:lpstr>
      <vt:lpstr>4_TMOBILE NT DARK</vt:lpstr>
      <vt:lpstr>5_TMOBILE NT DARK</vt:lpstr>
      <vt:lpstr>1_T-Mobile Cover Slides</vt:lpstr>
      <vt:lpstr>T-Mobile WFC Handover to VoNR/LTE</vt:lpstr>
      <vt:lpstr>Handover Tests – WFC  Cellular &amp; Cellular  WFC</vt:lpstr>
      <vt:lpstr>Multiple handovers - Profile 1 and 2</vt:lpstr>
      <vt:lpstr>Multiple handovers - Profile 3</vt:lpstr>
      <vt:lpstr>IP impairment handovers - Profile 4</vt:lpstr>
      <vt:lpstr>Walk In/Out of WiFi coverage- Profile 5 &amp; 6</vt:lpstr>
      <vt:lpstr>PowerPoint Presentation</vt:lpstr>
      <vt:lpstr>Handover Tests – WFC  Cellular &amp; Cellular  WFC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Office User</dc:creator>
  <cp:lastModifiedBy>Bagha, Noshad</cp:lastModifiedBy>
  <cp:revision>13</cp:revision>
  <cp:lastPrinted>2021-07-29T20:32:10Z</cp:lastPrinted>
  <dcterms:created xsi:type="dcterms:W3CDTF">2016-07-26T01:12:05Z</dcterms:created>
  <dcterms:modified xsi:type="dcterms:W3CDTF">2025-11-03T22:56:39Z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0x010100A486BF301B731E46B094ED556B4C7262</vt:lpwstr>
  </property>
  <property fmtid="{D5CDD505-2E9C-101B-9397-08002B2CF9AE}" pid="3" name="MSIP_Label_c50e4b6c-b773-42f9-97c1-a2280a319841_SiteId">
    <vt:lpwstr>be0f980b-dd99-4b19-bd7b-bc71a09b026c</vt:lpwstr>
  </property>
  <property fmtid="{D5CDD505-2E9C-101B-9397-08002B2CF9AE}" pid="4" name="MSIP_Label_c50e4b6c-b773-42f9-97c1-a2280a319841_Enabled">
    <vt:lpwstr>true</vt:lpwstr>
  </property>
  <property fmtid="{D5CDD505-2E9C-101B-9397-08002B2CF9AE}" pid="5" name="MSIP_Label_c50e4b6c-b773-42f9-97c1-a2280a319841_Method">
    <vt:lpwstr>Privileged</vt:lpwstr>
  </property>
  <property fmtid="{D5CDD505-2E9C-101B-9397-08002B2CF9AE}" pid="6" name="MSIP_Label_c50e4b6c-b773-42f9-97c1-a2280a319841_SetDate">
    <vt:lpwstr>2021-12-03T19:25:58Z</vt:lpwstr>
  </property>
  <property fmtid="{D5CDD505-2E9C-101B-9397-08002B2CF9AE}" pid="7" name="MSIP_Label_c50e4b6c-b773-42f9-97c1-a2280a319841_ActionId">
    <vt:lpwstr>601b256f-138e-4364-a718-fd7fbc262755</vt:lpwstr>
  </property>
  <property fmtid="{D5CDD505-2E9C-101B-9397-08002B2CF9AE}" pid="8" name="MSIP_Label_c50e4b6c-b773-42f9-97c1-a2280a319841_Name">
    <vt:lpwstr>TMO - Public</vt:lpwstr>
  </property>
  <property fmtid="{D5CDD505-2E9C-101B-9397-08002B2CF9AE}" pid="9" name="MSIP_Label_c50e4b6c-b773-42f9-97c1-a2280a319841_ContentBits">
    <vt:lpwstr>0</vt:lpwstr>
  </property>
</Properties>
</file>